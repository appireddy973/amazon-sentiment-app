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9" r:id="rId1"/>
  </p:sldMasterIdLst>
  <p:notesMasterIdLst>
    <p:notesMasterId r:id="rId30"/>
  </p:notesMasterIdLst>
  <p:sldIdLst>
    <p:sldId id="291" r:id="rId2"/>
    <p:sldId id="257" r:id="rId3"/>
    <p:sldId id="258" r:id="rId4"/>
    <p:sldId id="259" r:id="rId5"/>
    <p:sldId id="283" r:id="rId6"/>
    <p:sldId id="276" r:id="rId7"/>
    <p:sldId id="261" r:id="rId8"/>
    <p:sldId id="263" r:id="rId9"/>
    <p:sldId id="270" r:id="rId10"/>
    <p:sldId id="275" r:id="rId11"/>
    <p:sldId id="264" r:id="rId12"/>
    <p:sldId id="271" r:id="rId13"/>
    <p:sldId id="280" r:id="rId14"/>
    <p:sldId id="281" r:id="rId15"/>
    <p:sldId id="272" r:id="rId16"/>
    <p:sldId id="274" r:id="rId17"/>
    <p:sldId id="273" r:id="rId18"/>
    <p:sldId id="293" r:id="rId19"/>
    <p:sldId id="265" r:id="rId20"/>
    <p:sldId id="282" r:id="rId21"/>
    <p:sldId id="292" r:id="rId22"/>
    <p:sldId id="284" r:id="rId23"/>
    <p:sldId id="286" r:id="rId24"/>
    <p:sldId id="288" r:id="rId25"/>
    <p:sldId id="289" r:id="rId26"/>
    <p:sldId id="285" r:id="rId27"/>
    <p:sldId id="266" r:id="rId28"/>
    <p:sldId id="268"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5E80FA-6380-4EAB-AB7A-AA5563208E96}" v="224" dt="2025-04-09T17:54:45.215"/>
  </p1510:revLst>
</p1510:revInfo>
</file>

<file path=ppt/tableStyles.xml><?xml version="1.0" encoding="utf-8"?>
<a:tblStyleLst xmlns:a="http://schemas.openxmlformats.org/drawingml/2006/main" def="{5C22544A-7EE6-4342-B048-85BDC9FD1C3A}">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3" d="100"/>
          <a:sy n="73" d="100"/>
        </p:scale>
        <p:origin x="404"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kshmi Narayana Appireddy" userId="26a4ccd424634c05" providerId="LiveId" clId="{105E80FA-6380-4EAB-AB7A-AA5563208E96}"/>
    <pc:docChg chg="undo custSel addSld modSld sldOrd">
      <pc:chgData name="Lakshmi Narayana Appireddy" userId="26a4ccd424634c05" providerId="LiveId" clId="{105E80FA-6380-4EAB-AB7A-AA5563208E96}" dt="2025-04-10T03:24:51.265" v="802" actId="20577"/>
      <pc:docMkLst>
        <pc:docMk/>
      </pc:docMkLst>
      <pc:sldChg chg="addSp delSp modSp mod setBg">
        <pc:chgData name="Lakshmi Narayana Appireddy" userId="26a4ccd424634c05" providerId="LiveId" clId="{105E80FA-6380-4EAB-AB7A-AA5563208E96}" dt="2025-04-09T17:55:59.532" v="767" actId="123"/>
        <pc:sldMkLst>
          <pc:docMk/>
          <pc:sldMk cId="2974730408" sldId="256"/>
        </pc:sldMkLst>
        <pc:spChg chg="add del mod">
          <ac:chgData name="Lakshmi Narayana Appireddy" userId="26a4ccd424634c05" providerId="LiveId" clId="{105E80FA-6380-4EAB-AB7A-AA5563208E96}" dt="2025-04-09T17:51:45.436" v="394" actId="478"/>
          <ac:spMkLst>
            <pc:docMk/>
            <pc:sldMk cId="2974730408" sldId="256"/>
            <ac:spMk id="2" creationId="{1CFD47C8-AC62-2F1A-01AD-8F347D937E76}"/>
          </ac:spMkLst>
        </pc:spChg>
        <pc:spChg chg="add del mod">
          <ac:chgData name="Lakshmi Narayana Appireddy" userId="26a4ccd424634c05" providerId="LiveId" clId="{105E80FA-6380-4EAB-AB7A-AA5563208E96}" dt="2025-04-09T17:51:35.284" v="392" actId="478"/>
          <ac:spMkLst>
            <pc:docMk/>
            <pc:sldMk cId="2974730408" sldId="256"/>
            <ac:spMk id="3" creationId="{C7615CAC-FAA3-9959-6FDD-B231D217551E}"/>
          </ac:spMkLst>
        </pc:spChg>
        <pc:spChg chg="add mod">
          <ac:chgData name="Lakshmi Narayana Appireddy" userId="26a4ccd424634c05" providerId="LiveId" clId="{105E80FA-6380-4EAB-AB7A-AA5563208E96}" dt="2025-04-09T17:55:59.532" v="767" actId="123"/>
          <ac:spMkLst>
            <pc:docMk/>
            <pc:sldMk cId="2974730408" sldId="256"/>
            <ac:spMk id="5" creationId="{797E4B67-C4EF-FEFC-5905-B618B0B2C3F9}"/>
          </ac:spMkLst>
        </pc:spChg>
        <pc:spChg chg="mod">
          <ac:chgData name="Lakshmi Narayana Appireddy" userId="26a4ccd424634c05" providerId="LiveId" clId="{105E80FA-6380-4EAB-AB7A-AA5563208E96}" dt="2025-04-09T17:52:04.156" v="401" actId="20577"/>
          <ac:spMkLst>
            <pc:docMk/>
            <pc:sldMk cId="2974730408" sldId="256"/>
            <ac:spMk id="18" creationId="{53343C66-5B7F-5318-FE3D-69BB1155C5B5}"/>
          </ac:spMkLst>
        </pc:spChg>
        <pc:spChg chg="del">
          <ac:chgData name="Lakshmi Narayana Appireddy" userId="26a4ccd424634c05" providerId="LiveId" clId="{105E80FA-6380-4EAB-AB7A-AA5563208E96}" dt="2025-04-09T17:48:23.834" v="311" actId="478"/>
          <ac:spMkLst>
            <pc:docMk/>
            <pc:sldMk cId="2974730408" sldId="256"/>
            <ac:spMk id="20" creationId="{33FA2F8E-836E-0A64-97B0-3DD4040982D6}"/>
          </ac:spMkLst>
        </pc:spChg>
        <pc:spChg chg="del">
          <ac:chgData name="Lakshmi Narayana Appireddy" userId="26a4ccd424634c05" providerId="LiveId" clId="{105E80FA-6380-4EAB-AB7A-AA5563208E96}" dt="2025-04-09T17:48:22.427" v="310" actId="478"/>
          <ac:spMkLst>
            <pc:docMk/>
            <pc:sldMk cId="2974730408" sldId="256"/>
            <ac:spMk id="27" creationId="{BD7E3DC0-A4F1-689C-04C1-FECB33A93646}"/>
          </ac:spMkLst>
        </pc:spChg>
        <pc:picChg chg="add mod">
          <ac:chgData name="Lakshmi Narayana Appireddy" userId="26a4ccd424634c05" providerId="LiveId" clId="{105E80FA-6380-4EAB-AB7A-AA5563208E96}" dt="2025-04-09T17:54:19.839" v="679" actId="207"/>
          <ac:picMkLst>
            <pc:docMk/>
            <pc:sldMk cId="2974730408" sldId="256"/>
            <ac:picMk id="4" creationId="{30F4DD5C-9C5C-3BAD-4DE1-3D7507E877E6}"/>
          </ac:picMkLst>
        </pc:picChg>
        <pc:picChg chg="del mod">
          <ac:chgData name="Lakshmi Narayana Appireddy" userId="26a4ccd424634c05" providerId="LiveId" clId="{105E80FA-6380-4EAB-AB7A-AA5563208E96}" dt="2025-04-09T17:52:16.218" v="402" actId="21"/>
          <ac:picMkLst>
            <pc:docMk/>
            <pc:sldMk cId="2974730408" sldId="256"/>
            <ac:picMk id="13" creationId="{30F4DD5C-9C5C-3BAD-4DE1-3D7507E877E6}"/>
          </ac:picMkLst>
        </pc:picChg>
      </pc:sldChg>
      <pc:sldChg chg="modSp mod">
        <pc:chgData name="Lakshmi Narayana Appireddy" userId="26a4ccd424634c05" providerId="LiveId" clId="{105E80FA-6380-4EAB-AB7A-AA5563208E96}" dt="2025-04-10T03:24:51.265" v="802" actId="20577"/>
        <pc:sldMkLst>
          <pc:docMk/>
          <pc:sldMk cId="283777952" sldId="257"/>
        </pc:sldMkLst>
        <pc:spChg chg="mod">
          <ac:chgData name="Lakshmi Narayana Appireddy" userId="26a4ccd424634c05" providerId="LiveId" clId="{105E80FA-6380-4EAB-AB7A-AA5563208E96}" dt="2025-04-10T03:24:51.265" v="802" actId="20577"/>
          <ac:spMkLst>
            <pc:docMk/>
            <pc:sldMk cId="283777952" sldId="257"/>
            <ac:spMk id="3" creationId="{5A01518F-64AE-BCC0-EBB0-334F5AB9B784}"/>
          </ac:spMkLst>
        </pc:spChg>
      </pc:sldChg>
      <pc:sldChg chg="addSp delSp modSp mod setBg">
        <pc:chgData name="Lakshmi Narayana Appireddy" userId="26a4ccd424634c05" providerId="LiveId" clId="{105E80FA-6380-4EAB-AB7A-AA5563208E96}" dt="2025-04-09T16:37:44.666" v="68"/>
        <pc:sldMkLst>
          <pc:docMk/>
          <pc:sldMk cId="434832090" sldId="258"/>
        </pc:sldMkLst>
        <pc:spChg chg="mod">
          <ac:chgData name="Lakshmi Narayana Appireddy" userId="26a4ccd424634c05" providerId="LiveId" clId="{105E80FA-6380-4EAB-AB7A-AA5563208E96}" dt="2025-04-09T16:37:35.923" v="66" actId="207"/>
          <ac:spMkLst>
            <pc:docMk/>
            <pc:sldMk cId="434832090" sldId="258"/>
            <ac:spMk id="2" creationId="{8961A0D5-0224-C09F-F380-F1DBED476797}"/>
          </ac:spMkLst>
        </pc:spChg>
        <pc:spChg chg="del mod">
          <ac:chgData name="Lakshmi Narayana Appireddy" userId="26a4ccd424634c05" providerId="LiveId" clId="{105E80FA-6380-4EAB-AB7A-AA5563208E96}" dt="2025-04-09T16:29:28.975" v="1"/>
          <ac:spMkLst>
            <pc:docMk/>
            <pc:sldMk cId="434832090" sldId="258"/>
            <ac:spMk id="3" creationId="{A7A2AFFD-9212-0361-25BC-034EABA89569}"/>
          </ac:spMkLst>
        </pc:spChg>
        <pc:spChg chg="add mod">
          <ac:chgData name="Lakshmi Narayana Appireddy" userId="26a4ccd424634c05" providerId="LiveId" clId="{105E80FA-6380-4EAB-AB7A-AA5563208E96}" dt="2025-04-09T16:37:09.286" v="59" actId="255"/>
          <ac:spMkLst>
            <pc:docMk/>
            <pc:sldMk cId="434832090" sldId="258"/>
            <ac:spMk id="4" creationId="{78D7BDD0-8129-3ADC-2156-3A5D25EC113C}"/>
          </ac:spMkLst>
        </pc:spChg>
        <pc:spChg chg="del">
          <ac:chgData name="Lakshmi Narayana Appireddy" userId="26a4ccd424634c05" providerId="LiveId" clId="{105E80FA-6380-4EAB-AB7A-AA5563208E96}" dt="2025-04-09T16:31:08.082" v="13" actId="26606"/>
          <ac:spMkLst>
            <pc:docMk/>
            <pc:sldMk cId="434832090" sldId="258"/>
            <ac:spMk id="8" creationId="{43C823D3-D619-407C-89E0-C6F6B1E7A42A}"/>
          </ac:spMkLst>
        </pc:spChg>
        <pc:spChg chg="del">
          <ac:chgData name="Lakshmi Narayana Appireddy" userId="26a4ccd424634c05" providerId="LiveId" clId="{105E80FA-6380-4EAB-AB7A-AA5563208E96}" dt="2025-04-09T16:31:08.082" v="13" actId="26606"/>
          <ac:spMkLst>
            <pc:docMk/>
            <pc:sldMk cId="434832090" sldId="258"/>
            <ac:spMk id="10" creationId="{047F8E3E-2FFA-4A0F-B3C7-E57ADDCFB415}"/>
          </ac:spMkLst>
        </pc:spChg>
        <pc:spChg chg="add del">
          <ac:chgData name="Lakshmi Narayana Appireddy" userId="26a4ccd424634c05" providerId="LiveId" clId="{105E80FA-6380-4EAB-AB7A-AA5563208E96}" dt="2025-04-09T16:31:28.897" v="14" actId="26606"/>
          <ac:spMkLst>
            <pc:docMk/>
            <pc:sldMk cId="434832090" sldId="258"/>
            <ac:spMk id="27" creationId="{18873D23-2DCF-4B31-A009-95721C06E8E1}"/>
          </ac:spMkLst>
        </pc:spChg>
        <pc:spChg chg="add del">
          <ac:chgData name="Lakshmi Narayana Appireddy" userId="26a4ccd424634c05" providerId="LiveId" clId="{105E80FA-6380-4EAB-AB7A-AA5563208E96}" dt="2025-04-09T16:31:28.897" v="14" actId="26606"/>
          <ac:spMkLst>
            <pc:docMk/>
            <pc:sldMk cId="434832090" sldId="258"/>
            <ac:spMk id="29" creationId="{C13EF075-D4EF-4929-ADBC-91B27DA19955}"/>
          </ac:spMkLst>
        </pc:spChg>
        <pc:spChg chg="add del">
          <ac:chgData name="Lakshmi Narayana Appireddy" userId="26a4ccd424634c05" providerId="LiveId" clId="{105E80FA-6380-4EAB-AB7A-AA5563208E96}" dt="2025-04-09T16:32:44.868" v="28" actId="26606"/>
          <ac:spMkLst>
            <pc:docMk/>
            <pc:sldMk cId="434832090" sldId="258"/>
            <ac:spMk id="40" creationId="{95408913-B323-422F-B521-2957A5B7FEE8}"/>
          </ac:spMkLst>
        </pc:spChg>
        <pc:spChg chg="add del">
          <ac:chgData name="Lakshmi Narayana Appireddy" userId="26a4ccd424634c05" providerId="LiveId" clId="{105E80FA-6380-4EAB-AB7A-AA5563208E96}" dt="2025-04-09T16:32:44.868" v="28" actId="26606"/>
          <ac:spMkLst>
            <pc:docMk/>
            <pc:sldMk cId="434832090" sldId="258"/>
            <ac:spMk id="42" creationId="{AA770EBD-5B77-46EC-BF58-EF27ACD6B47C}"/>
          </ac:spMkLst>
        </pc:spChg>
        <pc:spChg chg="add del">
          <ac:chgData name="Lakshmi Narayana Appireddy" userId="26a4ccd424634c05" providerId="LiveId" clId="{105E80FA-6380-4EAB-AB7A-AA5563208E96}" dt="2025-04-09T16:36:18.180" v="56" actId="26606"/>
          <ac:spMkLst>
            <pc:docMk/>
            <pc:sldMk cId="434832090" sldId="258"/>
            <ac:spMk id="47" creationId="{AC17DE74-01C9-4859-B65A-85CF999E8580}"/>
          </ac:spMkLst>
        </pc:spChg>
        <pc:spChg chg="add del">
          <ac:chgData name="Lakshmi Narayana Appireddy" userId="26a4ccd424634c05" providerId="LiveId" clId="{105E80FA-6380-4EAB-AB7A-AA5563208E96}" dt="2025-04-09T16:36:18.180" v="56" actId="26606"/>
          <ac:spMkLst>
            <pc:docMk/>
            <pc:sldMk cId="434832090" sldId="258"/>
            <ac:spMk id="49" creationId="{068C0432-0E90-4CC1-8CD3-D44A90DF07EF}"/>
          </ac:spMkLst>
        </pc:spChg>
        <pc:spChg chg="add del">
          <ac:chgData name="Lakshmi Narayana Appireddy" userId="26a4ccd424634c05" providerId="LiveId" clId="{105E80FA-6380-4EAB-AB7A-AA5563208E96}" dt="2025-04-09T16:36:18.180" v="56" actId="26606"/>
          <ac:spMkLst>
            <pc:docMk/>
            <pc:sldMk cId="434832090" sldId="258"/>
            <ac:spMk id="51" creationId="{4BC99CB9-DDAD-44A2-8A1C-E3AF4E72DF5C}"/>
          </ac:spMkLst>
        </pc:spChg>
        <pc:spChg chg="add del">
          <ac:chgData name="Lakshmi Narayana Appireddy" userId="26a4ccd424634c05" providerId="LiveId" clId="{105E80FA-6380-4EAB-AB7A-AA5563208E96}" dt="2025-04-09T16:36:18.180" v="56" actId="26606"/>
          <ac:spMkLst>
            <pc:docMk/>
            <pc:sldMk cId="434832090" sldId="258"/>
            <ac:spMk id="52" creationId="{64053CBF-3932-45FF-8285-EE5146085F3A}"/>
          </ac:spMkLst>
        </pc:spChg>
        <pc:spChg chg="add del">
          <ac:chgData name="Lakshmi Narayana Appireddy" userId="26a4ccd424634c05" providerId="LiveId" clId="{105E80FA-6380-4EAB-AB7A-AA5563208E96}" dt="2025-04-09T16:35:37.332" v="54" actId="26606"/>
          <ac:spMkLst>
            <pc:docMk/>
            <pc:sldMk cId="434832090" sldId="258"/>
            <ac:spMk id="54" creationId="{D038248A-211C-4EEC-8401-C761B929FB52}"/>
          </ac:spMkLst>
        </pc:spChg>
        <pc:spChg chg="add del">
          <ac:chgData name="Lakshmi Narayana Appireddy" userId="26a4ccd424634c05" providerId="LiveId" clId="{105E80FA-6380-4EAB-AB7A-AA5563208E96}" dt="2025-04-09T16:35:37.332" v="54" actId="26606"/>
          <ac:spMkLst>
            <pc:docMk/>
            <pc:sldMk cId="434832090" sldId="258"/>
            <ac:spMk id="56" creationId="{C30A849F-66D9-40C8-BEC8-35AFF8F4568F}"/>
          </ac:spMkLst>
        </pc:spChg>
        <pc:grpChg chg="del">
          <ac:chgData name="Lakshmi Narayana Appireddy" userId="26a4ccd424634c05" providerId="LiveId" clId="{105E80FA-6380-4EAB-AB7A-AA5563208E96}" dt="2025-04-09T16:31:08.082" v="13" actId="26606"/>
          <ac:grpSpMkLst>
            <pc:docMk/>
            <pc:sldMk cId="434832090" sldId="258"/>
            <ac:grpSpMk id="12" creationId="{33D939F1-7ABE-4D0E-946A-43F37F556AFD}"/>
          </ac:grpSpMkLst>
        </pc:grpChg>
        <pc:grpChg chg="del">
          <ac:chgData name="Lakshmi Narayana Appireddy" userId="26a4ccd424634c05" providerId="LiveId" clId="{105E80FA-6380-4EAB-AB7A-AA5563208E96}" dt="2025-04-09T16:31:08.082" v="13" actId="26606"/>
          <ac:grpSpMkLst>
            <pc:docMk/>
            <pc:sldMk cId="434832090" sldId="258"/>
            <ac:grpSpMk id="18" creationId="{9DB3963A-4187-4A72-9DA4-CA6BADE22931}"/>
          </ac:grpSpMkLst>
        </pc:grpChg>
        <pc:grpChg chg="add del">
          <ac:chgData name="Lakshmi Narayana Appireddy" userId="26a4ccd424634c05" providerId="LiveId" clId="{105E80FA-6380-4EAB-AB7A-AA5563208E96}" dt="2025-04-09T16:31:28.897" v="14" actId="26606"/>
          <ac:grpSpMkLst>
            <pc:docMk/>
            <pc:sldMk cId="434832090" sldId="258"/>
            <ac:grpSpMk id="31" creationId="{DAA26DFA-AAB2-4973-9C17-16D587C7B198}"/>
          </ac:grpSpMkLst>
        </pc:grpChg>
        <pc:grpChg chg="add del">
          <ac:chgData name="Lakshmi Narayana Appireddy" userId="26a4ccd424634c05" providerId="LiveId" clId="{105E80FA-6380-4EAB-AB7A-AA5563208E96}" dt="2025-04-09T16:36:18.180" v="56" actId="26606"/>
          <ac:grpSpMkLst>
            <pc:docMk/>
            <pc:sldMk cId="434832090" sldId="258"/>
            <ac:grpSpMk id="53" creationId="{2E751C04-BEA6-446B-A678-9C74819EBD4C}"/>
          </ac:grpSpMkLst>
        </pc:grpChg>
        <pc:grpChg chg="add del">
          <ac:chgData name="Lakshmi Narayana Appireddy" userId="26a4ccd424634c05" providerId="LiveId" clId="{105E80FA-6380-4EAB-AB7A-AA5563208E96}" dt="2025-04-09T16:35:37.332" v="54" actId="26606"/>
          <ac:grpSpMkLst>
            <pc:docMk/>
            <pc:sldMk cId="434832090" sldId="258"/>
            <ac:grpSpMk id="58" creationId="{04542298-A2B1-480F-A11C-A40EDD19B857}"/>
          </ac:grpSpMkLst>
        </pc:grpChg>
        <pc:grpChg chg="add del">
          <ac:chgData name="Lakshmi Narayana Appireddy" userId="26a4ccd424634c05" providerId="LiveId" clId="{105E80FA-6380-4EAB-AB7A-AA5563208E96}" dt="2025-04-09T16:35:37.332" v="54" actId="26606"/>
          <ac:grpSpMkLst>
            <pc:docMk/>
            <pc:sldMk cId="434832090" sldId="258"/>
            <ac:grpSpMk id="64" creationId="{2A5C9C35-2375-49EB-B99C-17C87D42FE7C}"/>
          </ac:grpSpMkLst>
        </pc:grpChg>
        <pc:grpChg chg="add del">
          <ac:chgData name="Lakshmi Narayana Appireddy" userId="26a4ccd424634c05" providerId="LiveId" clId="{105E80FA-6380-4EAB-AB7A-AA5563208E96}" dt="2025-04-09T16:36:18.180" v="56" actId="26606"/>
          <ac:grpSpMkLst>
            <pc:docMk/>
            <pc:sldMk cId="434832090" sldId="258"/>
            <ac:grpSpMk id="70" creationId="{B63ACBA3-DEFD-4C6D-BBA0-64468FA99C2D}"/>
          </ac:grpSpMkLst>
        </pc:grpChg>
      </pc:sldChg>
      <pc:sldChg chg="modSp mod">
        <pc:chgData name="Lakshmi Narayana Appireddy" userId="26a4ccd424634c05" providerId="LiveId" clId="{105E80FA-6380-4EAB-AB7A-AA5563208E96}" dt="2025-04-09T16:40:29.310" v="71" actId="14100"/>
        <pc:sldMkLst>
          <pc:docMk/>
          <pc:sldMk cId="4178555050" sldId="275"/>
        </pc:sldMkLst>
        <pc:graphicFrameChg chg="mod">
          <ac:chgData name="Lakshmi Narayana Appireddy" userId="26a4ccd424634c05" providerId="LiveId" clId="{105E80FA-6380-4EAB-AB7A-AA5563208E96}" dt="2025-04-09T16:40:29.310" v="71" actId="14100"/>
          <ac:graphicFrameMkLst>
            <pc:docMk/>
            <pc:sldMk cId="4178555050" sldId="275"/>
            <ac:graphicFrameMk id="5" creationId="{69577635-18D3-DEA2-FBD1-301E6A3C9677}"/>
          </ac:graphicFrameMkLst>
        </pc:graphicFrameChg>
      </pc:sldChg>
      <pc:sldChg chg="addSp delSp modSp new mod ord setBg">
        <pc:chgData name="Lakshmi Narayana Appireddy" userId="26a4ccd424634c05" providerId="LiveId" clId="{105E80FA-6380-4EAB-AB7A-AA5563208E96}" dt="2025-04-09T17:25:17.637" v="163" actId="22"/>
        <pc:sldMkLst>
          <pc:docMk/>
          <pc:sldMk cId="1910372062" sldId="284"/>
        </pc:sldMkLst>
        <pc:spChg chg="mod">
          <ac:chgData name="Lakshmi Narayana Appireddy" userId="26a4ccd424634c05" providerId="LiveId" clId="{105E80FA-6380-4EAB-AB7A-AA5563208E96}" dt="2025-04-09T16:56:59.975" v="82" actId="26606"/>
          <ac:spMkLst>
            <pc:docMk/>
            <pc:sldMk cId="1910372062" sldId="284"/>
            <ac:spMk id="2" creationId="{11AD972A-07D3-4732-5FEB-BC7599313667}"/>
          </ac:spMkLst>
        </pc:spChg>
        <pc:spChg chg="del">
          <ac:chgData name="Lakshmi Narayana Appireddy" userId="26a4ccd424634c05" providerId="LiveId" clId="{105E80FA-6380-4EAB-AB7A-AA5563208E96}" dt="2025-04-09T16:56:54.262" v="81" actId="22"/>
          <ac:spMkLst>
            <pc:docMk/>
            <pc:sldMk cId="1910372062" sldId="284"/>
            <ac:spMk id="3" creationId="{C07112E0-1C30-13C9-1CAE-835AB14CDED8}"/>
          </ac:spMkLst>
        </pc:spChg>
        <pc:spChg chg="add del mod">
          <ac:chgData name="Lakshmi Narayana Appireddy" userId="26a4ccd424634c05" providerId="LiveId" clId="{105E80FA-6380-4EAB-AB7A-AA5563208E96}" dt="2025-04-09T17:25:17.637" v="163" actId="22"/>
          <ac:spMkLst>
            <pc:docMk/>
            <pc:sldMk cId="1910372062" sldId="284"/>
            <ac:spMk id="7" creationId="{40603FC1-F7DE-AC7D-3298-368173B6794D}"/>
          </ac:spMkLst>
        </pc:spChg>
        <pc:spChg chg="add">
          <ac:chgData name="Lakshmi Narayana Appireddy" userId="26a4ccd424634c05" providerId="LiveId" clId="{105E80FA-6380-4EAB-AB7A-AA5563208E96}" dt="2025-04-09T16:56:59.975" v="82" actId="26606"/>
          <ac:spMkLst>
            <pc:docMk/>
            <pc:sldMk cId="1910372062" sldId="284"/>
            <ac:spMk id="10" creationId="{F0DCC097-1DB8-4B6D-85D0-6FBA0E1CA4BA}"/>
          </ac:spMkLst>
        </pc:spChg>
        <pc:spChg chg="add">
          <ac:chgData name="Lakshmi Narayana Appireddy" userId="26a4ccd424634c05" providerId="LiveId" clId="{105E80FA-6380-4EAB-AB7A-AA5563208E96}" dt="2025-04-09T16:56:59.975" v="82" actId="26606"/>
          <ac:spMkLst>
            <pc:docMk/>
            <pc:sldMk cId="1910372062" sldId="284"/>
            <ac:spMk id="12" creationId="{E0B58608-23C8-4441-994D-C6823EEE1DB7}"/>
          </ac:spMkLst>
        </pc:spChg>
        <pc:picChg chg="add del mod ord">
          <ac:chgData name="Lakshmi Narayana Appireddy" userId="26a4ccd424634c05" providerId="LiveId" clId="{105E80FA-6380-4EAB-AB7A-AA5563208E96}" dt="2025-04-09T17:23:28.742" v="153" actId="21"/>
          <ac:picMkLst>
            <pc:docMk/>
            <pc:sldMk cId="1910372062" sldId="284"/>
            <ac:picMk id="5" creationId="{55C72D0B-BEBB-E817-796A-CEED6EC7E01D}"/>
          </ac:picMkLst>
        </pc:picChg>
        <pc:picChg chg="add mod ord">
          <ac:chgData name="Lakshmi Narayana Appireddy" userId="26a4ccd424634c05" providerId="LiveId" clId="{105E80FA-6380-4EAB-AB7A-AA5563208E96}" dt="2025-04-09T17:25:17.637" v="163" actId="22"/>
          <ac:picMkLst>
            <pc:docMk/>
            <pc:sldMk cId="1910372062" sldId="284"/>
            <ac:picMk id="9" creationId="{9D319635-77B9-B28D-00A9-E07E06ABCE43}"/>
          </ac:picMkLst>
        </pc:picChg>
      </pc:sldChg>
      <pc:sldChg chg="addSp delSp modSp new mod setBg">
        <pc:chgData name="Lakshmi Narayana Appireddy" userId="26a4ccd424634c05" providerId="LiveId" clId="{105E80FA-6380-4EAB-AB7A-AA5563208E96}" dt="2025-04-09T17:23:03.588" v="146" actId="1076"/>
        <pc:sldMkLst>
          <pc:docMk/>
          <pc:sldMk cId="2525284428" sldId="285"/>
        </pc:sldMkLst>
        <pc:spChg chg="mod">
          <ac:chgData name="Lakshmi Narayana Appireddy" userId="26a4ccd424634c05" providerId="LiveId" clId="{105E80FA-6380-4EAB-AB7A-AA5563208E96}" dt="2025-04-09T17:22:34.274" v="141" actId="26606"/>
          <ac:spMkLst>
            <pc:docMk/>
            <pc:sldMk cId="2525284428" sldId="285"/>
            <ac:spMk id="2" creationId="{7720FB1F-8E2B-8E7F-8309-5A1140724C92}"/>
          </ac:spMkLst>
        </pc:spChg>
        <pc:spChg chg="add del mod">
          <ac:chgData name="Lakshmi Narayana Appireddy" userId="26a4ccd424634c05" providerId="LiveId" clId="{105E80FA-6380-4EAB-AB7A-AA5563208E96}" dt="2025-04-09T17:23:03.588" v="146" actId="1076"/>
          <ac:spMkLst>
            <pc:docMk/>
            <pc:sldMk cId="2525284428" sldId="285"/>
            <ac:spMk id="3" creationId="{497B69C6-1841-65ED-F42C-F1EF588F8655}"/>
          </ac:spMkLst>
        </pc:spChg>
        <pc:spChg chg="add">
          <ac:chgData name="Lakshmi Narayana Appireddy" userId="26a4ccd424634c05" providerId="LiveId" clId="{105E80FA-6380-4EAB-AB7A-AA5563208E96}" dt="2025-04-09T17:22:34.274" v="141" actId="26606"/>
          <ac:spMkLst>
            <pc:docMk/>
            <pc:sldMk cId="2525284428" sldId="285"/>
            <ac:spMk id="8" creationId="{C9A36457-A5F4-4103-A443-02581C09185B}"/>
          </ac:spMkLst>
        </pc:spChg>
        <pc:spChg chg="add">
          <ac:chgData name="Lakshmi Narayana Appireddy" userId="26a4ccd424634c05" providerId="LiveId" clId="{105E80FA-6380-4EAB-AB7A-AA5563208E96}" dt="2025-04-09T17:22:34.274" v="141" actId="26606"/>
          <ac:spMkLst>
            <pc:docMk/>
            <pc:sldMk cId="2525284428" sldId="285"/>
            <ac:spMk id="10" creationId="{AA5CF486-D9E5-4A66-898A-F3D62B81B15E}"/>
          </ac:spMkLst>
        </pc:spChg>
        <pc:graphicFrameChg chg="add del mod">
          <ac:chgData name="Lakshmi Narayana Appireddy" userId="26a4ccd424634c05" providerId="LiveId" clId="{105E80FA-6380-4EAB-AB7A-AA5563208E96}" dt="2025-04-09T17:20:52.459" v="140" actId="26606"/>
          <ac:graphicFrameMkLst>
            <pc:docMk/>
            <pc:sldMk cId="2525284428" sldId="285"/>
            <ac:graphicFrameMk id="5" creationId="{CF08A189-5095-B442-40D3-7EFE782E2691}"/>
          </ac:graphicFrameMkLst>
        </pc:graphicFrameChg>
      </pc:sldChg>
      <pc:sldChg chg="addSp delSp modSp new mod">
        <pc:chgData name="Lakshmi Narayana Appireddy" userId="26a4ccd424634c05" providerId="LiveId" clId="{105E80FA-6380-4EAB-AB7A-AA5563208E96}" dt="2025-04-09T17:23:38.823" v="156" actId="1076"/>
        <pc:sldMkLst>
          <pc:docMk/>
          <pc:sldMk cId="4178298524" sldId="286"/>
        </pc:sldMkLst>
        <pc:spChg chg="del">
          <ac:chgData name="Lakshmi Narayana Appireddy" userId="26a4ccd424634c05" providerId="LiveId" clId="{105E80FA-6380-4EAB-AB7A-AA5563208E96}" dt="2025-04-09T17:23:20.134" v="150" actId="478"/>
          <ac:spMkLst>
            <pc:docMk/>
            <pc:sldMk cId="4178298524" sldId="286"/>
            <ac:spMk id="2" creationId="{CE96358F-7C00-0331-F650-7D30566D6BA6}"/>
          </ac:spMkLst>
        </pc:spChg>
        <pc:spChg chg="del mod">
          <ac:chgData name="Lakshmi Narayana Appireddy" userId="26a4ccd424634c05" providerId="LiveId" clId="{105E80FA-6380-4EAB-AB7A-AA5563208E96}" dt="2025-04-09T17:23:31.829" v="154"/>
          <ac:spMkLst>
            <pc:docMk/>
            <pc:sldMk cId="4178298524" sldId="286"/>
            <ac:spMk id="3" creationId="{C459E8CD-3AE3-F032-9FEA-E11B6E08EF05}"/>
          </ac:spMkLst>
        </pc:spChg>
        <pc:picChg chg="add mod">
          <ac:chgData name="Lakshmi Narayana Appireddy" userId="26a4ccd424634c05" providerId="LiveId" clId="{105E80FA-6380-4EAB-AB7A-AA5563208E96}" dt="2025-04-09T17:23:38.823" v="156" actId="1076"/>
          <ac:picMkLst>
            <pc:docMk/>
            <pc:sldMk cId="4178298524" sldId="286"/>
            <ac:picMk id="5" creationId="{55C72D0B-BEBB-E817-796A-CEED6EC7E01D}"/>
          </ac:picMkLst>
        </pc:picChg>
      </pc:sldChg>
      <pc:sldChg chg="addSp delSp modSp new mod">
        <pc:chgData name="Lakshmi Narayana Appireddy" userId="26a4ccd424634c05" providerId="LiveId" clId="{105E80FA-6380-4EAB-AB7A-AA5563208E96}" dt="2025-04-09T17:24:47.989" v="162" actId="14100"/>
        <pc:sldMkLst>
          <pc:docMk/>
          <pc:sldMk cId="1952302003" sldId="287"/>
        </pc:sldMkLst>
        <pc:spChg chg="del">
          <ac:chgData name="Lakshmi Narayana Appireddy" userId="26a4ccd424634c05" providerId="LiveId" clId="{105E80FA-6380-4EAB-AB7A-AA5563208E96}" dt="2025-04-09T17:23:47.908" v="158" actId="478"/>
          <ac:spMkLst>
            <pc:docMk/>
            <pc:sldMk cId="1952302003" sldId="287"/>
            <ac:spMk id="2" creationId="{15A34BCF-6435-35A0-AEF9-641D00E2496D}"/>
          </ac:spMkLst>
        </pc:spChg>
        <pc:spChg chg="del">
          <ac:chgData name="Lakshmi Narayana Appireddy" userId="26a4ccd424634c05" providerId="LiveId" clId="{105E80FA-6380-4EAB-AB7A-AA5563208E96}" dt="2025-04-09T17:24:43.557" v="159" actId="22"/>
          <ac:spMkLst>
            <pc:docMk/>
            <pc:sldMk cId="1952302003" sldId="287"/>
            <ac:spMk id="3" creationId="{B12455F1-11F0-6653-B2D7-37EDC2840EBB}"/>
          </ac:spMkLst>
        </pc:spChg>
        <pc:picChg chg="add mod ord">
          <ac:chgData name="Lakshmi Narayana Appireddy" userId="26a4ccd424634c05" providerId="LiveId" clId="{105E80FA-6380-4EAB-AB7A-AA5563208E96}" dt="2025-04-09T17:24:47.989" v="162" actId="14100"/>
          <ac:picMkLst>
            <pc:docMk/>
            <pc:sldMk cId="1952302003" sldId="287"/>
            <ac:picMk id="5" creationId="{5B78AC2D-0560-E187-706C-23797C182533}"/>
          </ac:picMkLst>
        </pc:picChg>
      </pc:sldChg>
      <pc:sldChg chg="addSp delSp modSp new mod">
        <pc:chgData name="Lakshmi Narayana Appireddy" userId="26a4ccd424634c05" providerId="LiveId" clId="{105E80FA-6380-4EAB-AB7A-AA5563208E96}" dt="2025-04-09T17:29:20.606" v="226" actId="1076"/>
        <pc:sldMkLst>
          <pc:docMk/>
          <pc:sldMk cId="277853273" sldId="288"/>
        </pc:sldMkLst>
        <pc:spChg chg="del">
          <ac:chgData name="Lakshmi Narayana Appireddy" userId="26a4ccd424634c05" providerId="LiveId" clId="{105E80FA-6380-4EAB-AB7A-AA5563208E96}" dt="2025-04-09T17:26:01.924" v="165" actId="478"/>
          <ac:spMkLst>
            <pc:docMk/>
            <pc:sldMk cId="277853273" sldId="288"/>
            <ac:spMk id="2" creationId="{698EF300-47FF-363A-6EFB-B613EF123C40}"/>
          </ac:spMkLst>
        </pc:spChg>
        <pc:spChg chg="del mod">
          <ac:chgData name="Lakshmi Narayana Appireddy" userId="26a4ccd424634c05" providerId="LiveId" clId="{105E80FA-6380-4EAB-AB7A-AA5563208E96}" dt="2025-04-09T17:27:48.104" v="167" actId="22"/>
          <ac:spMkLst>
            <pc:docMk/>
            <pc:sldMk cId="277853273" sldId="288"/>
            <ac:spMk id="3" creationId="{66493FB4-5208-FBF1-0148-74BD37CF4E5A}"/>
          </ac:spMkLst>
        </pc:spChg>
        <pc:spChg chg="add mod">
          <ac:chgData name="Lakshmi Narayana Appireddy" userId="26a4ccd424634c05" providerId="LiveId" clId="{105E80FA-6380-4EAB-AB7A-AA5563208E96}" dt="2025-04-09T17:29:20.606" v="226" actId="1076"/>
          <ac:spMkLst>
            <pc:docMk/>
            <pc:sldMk cId="277853273" sldId="288"/>
            <ac:spMk id="6" creationId="{DA3115EB-C519-152B-CC15-B094EF127E4A}"/>
          </ac:spMkLst>
        </pc:spChg>
        <pc:picChg chg="add mod ord">
          <ac:chgData name="Lakshmi Narayana Appireddy" userId="26a4ccd424634c05" providerId="LiveId" clId="{105E80FA-6380-4EAB-AB7A-AA5563208E96}" dt="2025-04-09T17:27:48.104" v="167" actId="22"/>
          <ac:picMkLst>
            <pc:docMk/>
            <pc:sldMk cId="277853273" sldId="288"/>
            <ac:picMk id="5" creationId="{41F24E3B-0B08-3BCA-A170-35E279CC5F61}"/>
          </ac:picMkLst>
        </pc:picChg>
      </pc:sldChg>
      <pc:sldChg chg="addSp delSp modSp new mod setBg">
        <pc:chgData name="Lakshmi Narayana Appireddy" userId="26a4ccd424634c05" providerId="LiveId" clId="{105E80FA-6380-4EAB-AB7A-AA5563208E96}" dt="2025-04-09T17:34:18.343" v="309" actId="1076"/>
        <pc:sldMkLst>
          <pc:docMk/>
          <pc:sldMk cId="3385563668" sldId="289"/>
        </pc:sldMkLst>
        <pc:spChg chg="del">
          <ac:chgData name="Lakshmi Narayana Appireddy" userId="26a4ccd424634c05" providerId="LiveId" clId="{105E80FA-6380-4EAB-AB7A-AA5563208E96}" dt="2025-04-09T17:29:27.764" v="228" actId="478"/>
          <ac:spMkLst>
            <pc:docMk/>
            <pc:sldMk cId="3385563668" sldId="289"/>
            <ac:spMk id="2" creationId="{BC83E225-4562-15B7-ABBB-7D81BD1DE7AE}"/>
          </ac:spMkLst>
        </pc:spChg>
        <pc:spChg chg="del mod">
          <ac:chgData name="Lakshmi Narayana Appireddy" userId="26a4ccd424634c05" providerId="LiveId" clId="{105E80FA-6380-4EAB-AB7A-AA5563208E96}" dt="2025-04-09T17:30:35.920" v="231"/>
          <ac:spMkLst>
            <pc:docMk/>
            <pc:sldMk cId="3385563668" sldId="289"/>
            <ac:spMk id="3" creationId="{4C1CABD6-EB57-47CB-9130-0459E7FFBC7B}"/>
          </ac:spMkLst>
        </pc:spChg>
        <pc:spChg chg="add mod">
          <ac:chgData name="Lakshmi Narayana Appireddy" userId="26a4ccd424634c05" providerId="LiveId" clId="{105E80FA-6380-4EAB-AB7A-AA5563208E96}" dt="2025-04-09T17:34:15.038" v="308" actId="1076"/>
          <ac:spMkLst>
            <pc:docMk/>
            <pc:sldMk cId="3385563668" sldId="289"/>
            <ac:spMk id="5" creationId="{D23CEFBA-E8AE-AD57-7436-66DB5CD48A6E}"/>
          </ac:spMkLst>
        </pc:spChg>
        <pc:spChg chg="add mod">
          <ac:chgData name="Lakshmi Narayana Appireddy" userId="26a4ccd424634c05" providerId="LiveId" clId="{105E80FA-6380-4EAB-AB7A-AA5563208E96}" dt="2025-04-09T17:34:18.343" v="309" actId="1076"/>
          <ac:spMkLst>
            <pc:docMk/>
            <pc:sldMk cId="3385563668" sldId="289"/>
            <ac:spMk id="8" creationId="{2426989C-5594-C03F-FAD9-9593B96BBB50}"/>
          </ac:spMkLst>
        </pc:spChg>
        <pc:spChg chg="add del">
          <ac:chgData name="Lakshmi Narayana Appireddy" userId="26a4ccd424634c05" providerId="LiveId" clId="{105E80FA-6380-4EAB-AB7A-AA5563208E96}" dt="2025-04-09T17:30:48.012" v="233" actId="26606"/>
          <ac:spMkLst>
            <pc:docMk/>
            <pc:sldMk cId="3385563668" sldId="289"/>
            <ac:spMk id="10" creationId="{BACC6370-2D7E-4714-9D71-7542949D7D5D}"/>
          </ac:spMkLst>
        </pc:spChg>
        <pc:spChg chg="add del">
          <ac:chgData name="Lakshmi Narayana Appireddy" userId="26a4ccd424634c05" providerId="LiveId" clId="{105E80FA-6380-4EAB-AB7A-AA5563208E96}" dt="2025-04-09T17:30:48.012" v="233" actId="26606"/>
          <ac:spMkLst>
            <pc:docMk/>
            <pc:sldMk cId="3385563668" sldId="289"/>
            <ac:spMk id="12" creationId="{F68B3F68-107C-434F-AA38-110D5EA91B85}"/>
          </ac:spMkLst>
        </pc:spChg>
        <pc:spChg chg="add del">
          <ac:chgData name="Lakshmi Narayana Appireddy" userId="26a4ccd424634c05" providerId="LiveId" clId="{105E80FA-6380-4EAB-AB7A-AA5563208E96}" dt="2025-04-09T17:30:48.012" v="233" actId="26606"/>
          <ac:spMkLst>
            <pc:docMk/>
            <pc:sldMk cId="3385563668" sldId="289"/>
            <ac:spMk id="14" creationId="{AAD0DBB9-1A4B-4391-81D4-CB19F9AB918A}"/>
          </ac:spMkLst>
        </pc:spChg>
        <pc:spChg chg="add del">
          <ac:chgData name="Lakshmi Narayana Appireddy" userId="26a4ccd424634c05" providerId="LiveId" clId="{105E80FA-6380-4EAB-AB7A-AA5563208E96}" dt="2025-04-09T17:30:48.012" v="233" actId="26606"/>
          <ac:spMkLst>
            <pc:docMk/>
            <pc:sldMk cId="3385563668" sldId="289"/>
            <ac:spMk id="16" creationId="{063BBA22-50EA-4C4D-BE05-F1CE4E63AA56}"/>
          </ac:spMkLst>
        </pc:spChg>
        <pc:graphicFrameChg chg="add mod ord modGraphic">
          <ac:chgData name="Lakshmi Narayana Appireddy" userId="26a4ccd424634c05" providerId="LiveId" clId="{105E80FA-6380-4EAB-AB7A-AA5563208E96}" dt="2025-04-09T17:34:09.703" v="306" actId="1076"/>
          <ac:graphicFrameMkLst>
            <pc:docMk/>
            <pc:sldMk cId="3385563668" sldId="289"/>
            <ac:graphicFrameMk id="4" creationId="{79E05C9C-877E-CD74-7585-60ECBE3CB578}"/>
          </ac:graphicFrameMkLst>
        </pc:graphicFrameChg>
        <pc:picChg chg="add mod">
          <ac:chgData name="Lakshmi Narayana Appireddy" userId="26a4ccd424634c05" providerId="LiveId" clId="{105E80FA-6380-4EAB-AB7A-AA5563208E96}" dt="2025-04-09T17:34:11.727" v="307" actId="1076"/>
          <ac:picMkLst>
            <pc:docMk/>
            <pc:sldMk cId="3385563668" sldId="289"/>
            <ac:picMk id="7" creationId="{F16F6A28-10C4-C344-9896-543AAA448C4E}"/>
          </ac:picMkLst>
        </pc:picChg>
      </pc:sldChg>
    </pc:docChg>
  </pc:docChgLst>
  <pc:docChgLst>
    <pc:chgData name="Lakshmi Narayana Appireddy" userId="26a4ccd424634c05" providerId="LiveId" clId="{FF9451D2-A325-4FA5-8644-5C731330CA82}"/>
    <pc:docChg chg="undo custSel addSld modSld">
      <pc:chgData name="Lakshmi Narayana Appireddy" userId="26a4ccd424634c05" providerId="LiveId" clId="{FF9451D2-A325-4FA5-8644-5C731330CA82}" dt="2025-03-06T04:37:51.057" v="363" actId="33524"/>
      <pc:docMkLst>
        <pc:docMk/>
      </pc:docMkLst>
      <pc:sldChg chg="modSp mod">
        <pc:chgData name="Lakshmi Narayana Appireddy" userId="26a4ccd424634c05" providerId="LiveId" clId="{FF9451D2-A325-4FA5-8644-5C731330CA82}" dt="2025-03-05T14:50:41.559" v="68" actId="20577"/>
        <pc:sldMkLst>
          <pc:docMk/>
          <pc:sldMk cId="283777952" sldId="257"/>
        </pc:sldMkLst>
        <pc:spChg chg="mod">
          <ac:chgData name="Lakshmi Narayana Appireddy" userId="26a4ccd424634c05" providerId="LiveId" clId="{FF9451D2-A325-4FA5-8644-5C731330CA82}" dt="2025-03-05T14:50:41.559" v="68" actId="20577"/>
          <ac:spMkLst>
            <pc:docMk/>
            <pc:sldMk cId="283777952" sldId="257"/>
            <ac:spMk id="3" creationId="{5A01518F-64AE-BCC0-EBB0-334F5AB9B784}"/>
          </ac:spMkLst>
        </pc:spChg>
      </pc:sldChg>
      <pc:sldChg chg="modSp mod">
        <pc:chgData name="Lakshmi Narayana Appireddy" userId="26a4ccd424634c05" providerId="LiveId" clId="{FF9451D2-A325-4FA5-8644-5C731330CA82}" dt="2025-03-06T04:37:51.057" v="363" actId="33524"/>
        <pc:sldMkLst>
          <pc:docMk/>
          <pc:sldMk cId="434832090" sldId="258"/>
        </pc:sldMkLst>
      </pc:sldChg>
      <pc:sldChg chg="modSp mod">
        <pc:chgData name="Lakshmi Narayana Appireddy" userId="26a4ccd424634c05" providerId="LiveId" clId="{FF9451D2-A325-4FA5-8644-5C731330CA82}" dt="2025-03-06T03:56:39.747" v="331" actId="113"/>
        <pc:sldMkLst>
          <pc:docMk/>
          <pc:sldMk cId="921637574" sldId="261"/>
        </pc:sldMkLst>
        <pc:spChg chg="mod">
          <ac:chgData name="Lakshmi Narayana Appireddy" userId="26a4ccd424634c05" providerId="LiveId" clId="{FF9451D2-A325-4FA5-8644-5C731330CA82}" dt="2025-03-06T03:56:39.747" v="331" actId="113"/>
          <ac:spMkLst>
            <pc:docMk/>
            <pc:sldMk cId="921637574" sldId="261"/>
            <ac:spMk id="2" creationId="{7B88BE3C-72A4-7222-9B65-36D07E11DF2E}"/>
          </ac:spMkLst>
        </pc:spChg>
      </pc:sldChg>
      <pc:sldChg chg="modSp mod">
        <pc:chgData name="Lakshmi Narayana Appireddy" userId="26a4ccd424634c05" providerId="LiveId" clId="{FF9451D2-A325-4FA5-8644-5C731330CA82}" dt="2025-03-06T04:03:31.047" v="350"/>
        <pc:sldMkLst>
          <pc:docMk/>
          <pc:sldMk cId="3161048988" sldId="265"/>
        </pc:sldMkLst>
        <pc:spChg chg="mod">
          <ac:chgData name="Lakshmi Narayana Appireddy" userId="26a4ccd424634c05" providerId="LiveId" clId="{FF9451D2-A325-4FA5-8644-5C731330CA82}" dt="2025-03-06T04:03:31.047" v="350"/>
          <ac:spMkLst>
            <pc:docMk/>
            <pc:sldMk cId="3161048988" sldId="265"/>
            <ac:spMk id="11" creationId="{956E878C-8244-6812-CD2A-D79BEA70C320}"/>
          </ac:spMkLst>
        </pc:spChg>
      </pc:sldChg>
      <pc:sldChg chg="modSp">
        <pc:chgData name="Lakshmi Narayana Appireddy" userId="26a4ccd424634c05" providerId="LiveId" clId="{FF9451D2-A325-4FA5-8644-5C731330CA82}" dt="2025-03-06T03:56:00.299" v="329" actId="1076"/>
        <pc:sldMkLst>
          <pc:docMk/>
          <pc:sldMk cId="1715700251" sldId="273"/>
        </pc:sldMkLst>
        <pc:spChg chg="mod">
          <ac:chgData name="Lakshmi Narayana Appireddy" userId="26a4ccd424634c05" providerId="LiveId" clId="{FF9451D2-A325-4FA5-8644-5C731330CA82}" dt="2025-03-06T03:56:00.299" v="329" actId="1076"/>
          <ac:spMkLst>
            <pc:docMk/>
            <pc:sldMk cId="1715700251" sldId="273"/>
            <ac:spMk id="4" creationId="{A13F9574-BA1E-861E-7394-1453241F22CE}"/>
          </ac:spMkLst>
        </pc:spChg>
      </pc:sldChg>
      <pc:sldChg chg="delSp modSp mod">
        <pc:chgData name="Lakshmi Narayana Appireddy" userId="26a4ccd424634c05" providerId="LiveId" clId="{FF9451D2-A325-4FA5-8644-5C731330CA82}" dt="2025-03-06T03:55:47.123" v="327" actId="1076"/>
        <pc:sldMkLst>
          <pc:docMk/>
          <pc:sldMk cId="2254104063" sldId="274"/>
        </pc:sldMkLst>
        <pc:spChg chg="mod">
          <ac:chgData name="Lakshmi Narayana Appireddy" userId="26a4ccd424634c05" providerId="LiveId" clId="{FF9451D2-A325-4FA5-8644-5C731330CA82}" dt="2025-03-06T03:55:47.123" v="327" actId="1076"/>
          <ac:spMkLst>
            <pc:docMk/>
            <pc:sldMk cId="2254104063" sldId="274"/>
            <ac:spMk id="12" creationId="{D4048917-5B8F-A8CD-6C6A-67BFE3B22B8B}"/>
          </ac:spMkLst>
        </pc:spChg>
      </pc:sldChg>
      <pc:sldChg chg="modSp mod">
        <pc:chgData name="Lakshmi Narayana Appireddy" userId="26a4ccd424634c05" providerId="LiveId" clId="{FF9451D2-A325-4FA5-8644-5C731330CA82}" dt="2025-03-06T04:33:00.693" v="361" actId="1037"/>
        <pc:sldMkLst>
          <pc:docMk/>
          <pc:sldMk cId="1745550297" sldId="276"/>
        </pc:sldMkLst>
        <pc:graphicFrameChg chg="mod">
          <ac:chgData name="Lakshmi Narayana Appireddy" userId="26a4ccd424634c05" providerId="LiveId" clId="{FF9451D2-A325-4FA5-8644-5C731330CA82}" dt="2025-03-06T04:33:00.693" v="361" actId="1037"/>
          <ac:graphicFrameMkLst>
            <pc:docMk/>
            <pc:sldMk cId="1745550297" sldId="276"/>
            <ac:graphicFrameMk id="25" creationId="{0B2F246E-44E2-A711-11F6-651902253822}"/>
          </ac:graphicFrameMkLst>
        </pc:graphicFrameChg>
      </pc:sldChg>
      <pc:sldChg chg="modSp mod">
        <pc:chgData name="Lakshmi Narayana Appireddy" userId="26a4ccd424634c05" providerId="LiveId" clId="{FF9451D2-A325-4FA5-8644-5C731330CA82}" dt="2025-03-06T04:26:33.803" v="352" actId="20577"/>
        <pc:sldMkLst>
          <pc:docMk/>
          <pc:sldMk cId="2270996628" sldId="282"/>
        </pc:sldMkLst>
        <pc:graphicFrameChg chg="modGraphic">
          <ac:chgData name="Lakshmi Narayana Appireddy" userId="26a4ccd424634c05" providerId="LiveId" clId="{FF9451D2-A325-4FA5-8644-5C731330CA82}" dt="2025-03-06T04:26:33.803" v="352" actId="20577"/>
          <ac:graphicFrameMkLst>
            <pc:docMk/>
            <pc:sldMk cId="2270996628" sldId="282"/>
            <ac:graphicFrameMk id="4" creationId="{D5E4E683-EFE3-1770-3138-FA992F72DD01}"/>
          </ac:graphicFrameMkLst>
        </pc:graphicFrameChg>
      </pc:sldChg>
      <pc:sldChg chg="addSp delSp modSp new mod setBg">
        <pc:chgData name="Lakshmi Narayana Appireddy" userId="26a4ccd424634c05" providerId="LiveId" clId="{FF9451D2-A325-4FA5-8644-5C731330CA82}" dt="2025-03-06T03:53:37.364" v="325" actId="26606"/>
        <pc:sldMkLst>
          <pc:docMk/>
          <pc:sldMk cId="228662654" sldId="283"/>
        </pc:sldMkLst>
        <pc:spChg chg="mod">
          <ac:chgData name="Lakshmi Narayana Appireddy" userId="26a4ccd424634c05" providerId="LiveId" clId="{FF9451D2-A325-4FA5-8644-5C731330CA82}" dt="2025-03-06T03:53:37.364" v="325" actId="26606"/>
          <ac:spMkLst>
            <pc:docMk/>
            <pc:sldMk cId="228662654" sldId="283"/>
            <ac:spMk id="2" creationId="{D86B0145-8E12-BC07-1F39-AC35882180D4}"/>
          </ac:spMkLst>
        </pc:spChg>
        <pc:spChg chg="add">
          <ac:chgData name="Lakshmi Narayana Appireddy" userId="26a4ccd424634c05" providerId="LiveId" clId="{FF9451D2-A325-4FA5-8644-5C731330CA82}" dt="2025-03-06T03:53:37.364" v="325" actId="26606"/>
          <ac:spMkLst>
            <pc:docMk/>
            <pc:sldMk cId="228662654" sldId="283"/>
            <ac:spMk id="9" creationId="{BACC6370-2D7E-4714-9D71-7542949D7D5D}"/>
          </ac:spMkLst>
        </pc:spChg>
        <pc:spChg chg="add">
          <ac:chgData name="Lakshmi Narayana Appireddy" userId="26a4ccd424634c05" providerId="LiveId" clId="{FF9451D2-A325-4FA5-8644-5C731330CA82}" dt="2025-03-06T03:53:37.364" v="325" actId="26606"/>
          <ac:spMkLst>
            <pc:docMk/>
            <pc:sldMk cId="228662654" sldId="283"/>
            <ac:spMk id="11" creationId="{F68B3F68-107C-434F-AA38-110D5EA91B85}"/>
          </ac:spMkLst>
        </pc:spChg>
        <pc:spChg chg="add">
          <ac:chgData name="Lakshmi Narayana Appireddy" userId="26a4ccd424634c05" providerId="LiveId" clId="{FF9451D2-A325-4FA5-8644-5C731330CA82}" dt="2025-03-06T03:53:37.364" v="325" actId="26606"/>
          <ac:spMkLst>
            <pc:docMk/>
            <pc:sldMk cId="228662654" sldId="283"/>
            <ac:spMk id="13" creationId="{AAD0DBB9-1A4B-4391-81D4-CB19F9AB918A}"/>
          </ac:spMkLst>
        </pc:spChg>
        <pc:spChg chg="add">
          <ac:chgData name="Lakshmi Narayana Appireddy" userId="26a4ccd424634c05" providerId="LiveId" clId="{FF9451D2-A325-4FA5-8644-5C731330CA82}" dt="2025-03-06T03:53:37.364" v="325" actId="26606"/>
          <ac:spMkLst>
            <pc:docMk/>
            <pc:sldMk cId="228662654" sldId="283"/>
            <ac:spMk id="15" creationId="{063BBA22-50EA-4C4D-BE05-F1CE4E63AA56}"/>
          </ac:spMkLst>
        </pc:spChg>
        <pc:graphicFrameChg chg="add">
          <ac:chgData name="Lakshmi Narayana Appireddy" userId="26a4ccd424634c05" providerId="LiveId" clId="{FF9451D2-A325-4FA5-8644-5C731330CA82}" dt="2025-03-06T03:53:37.364" v="325" actId="26606"/>
          <ac:graphicFrameMkLst>
            <pc:docMk/>
            <pc:sldMk cId="228662654" sldId="283"/>
            <ac:graphicFrameMk id="5" creationId="{E6E368D4-1076-73F8-959B-CFD1E301399E}"/>
          </ac:graphicFrameMkLst>
        </pc:graphicFrame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ata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ata3.xml.rels><?xml version="1.0" encoding="UTF-8" standalone="yes"?>
<Relationships xmlns="http://schemas.openxmlformats.org/package/2006/relationships"><Relationship Id="rId8" Type="http://schemas.openxmlformats.org/officeDocument/2006/relationships/image" Target="../media/image25.sv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sv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11" Type="http://schemas.openxmlformats.org/officeDocument/2006/relationships/image" Target="../media/image28.png"/><Relationship Id="rId5" Type="http://schemas.openxmlformats.org/officeDocument/2006/relationships/image" Target="../media/image22.png"/><Relationship Id="rId10" Type="http://schemas.openxmlformats.org/officeDocument/2006/relationships/image" Target="../media/image27.svg"/><Relationship Id="rId4" Type="http://schemas.openxmlformats.org/officeDocument/2006/relationships/image" Target="../media/image21.svg"/><Relationship Id="rId9" Type="http://schemas.openxmlformats.org/officeDocument/2006/relationships/image" Target="../media/image26.png"/><Relationship Id="rId14" Type="http://schemas.openxmlformats.org/officeDocument/2006/relationships/image" Target="../media/image31.svg"/></Relationships>
</file>

<file path=ppt/diagrams/_rels/data4.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35.png"/><Relationship Id="rId7" Type="http://schemas.openxmlformats.org/officeDocument/2006/relationships/image" Target="../media/image37.png"/><Relationship Id="rId2" Type="http://schemas.openxmlformats.org/officeDocument/2006/relationships/image" Target="../media/image34.svg"/><Relationship Id="rId1" Type="http://schemas.openxmlformats.org/officeDocument/2006/relationships/image" Target="../media/image33.png"/><Relationship Id="rId6" Type="http://schemas.openxmlformats.org/officeDocument/2006/relationships/image" Target="../media/image25.svg"/><Relationship Id="rId5" Type="http://schemas.openxmlformats.org/officeDocument/2006/relationships/image" Target="../media/image24.png"/><Relationship Id="rId10" Type="http://schemas.openxmlformats.org/officeDocument/2006/relationships/image" Target="../media/image40.svg"/><Relationship Id="rId4" Type="http://schemas.openxmlformats.org/officeDocument/2006/relationships/image" Target="../media/image36.svg"/><Relationship Id="rId9" Type="http://schemas.openxmlformats.org/officeDocument/2006/relationships/image" Target="../media/image39.pn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rawing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rawing3.xml.rels><?xml version="1.0" encoding="UTF-8" standalone="yes"?>
<Relationships xmlns="http://schemas.openxmlformats.org/package/2006/relationships"><Relationship Id="rId8" Type="http://schemas.openxmlformats.org/officeDocument/2006/relationships/image" Target="../media/image25.sv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sv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11" Type="http://schemas.openxmlformats.org/officeDocument/2006/relationships/image" Target="../media/image28.png"/><Relationship Id="rId5" Type="http://schemas.openxmlformats.org/officeDocument/2006/relationships/image" Target="../media/image22.png"/><Relationship Id="rId10" Type="http://schemas.openxmlformats.org/officeDocument/2006/relationships/image" Target="../media/image27.svg"/><Relationship Id="rId4" Type="http://schemas.openxmlformats.org/officeDocument/2006/relationships/image" Target="../media/image21.svg"/><Relationship Id="rId9" Type="http://schemas.openxmlformats.org/officeDocument/2006/relationships/image" Target="../media/image26.png"/><Relationship Id="rId14" Type="http://schemas.openxmlformats.org/officeDocument/2006/relationships/image" Target="../media/image31.svg"/></Relationships>
</file>

<file path=ppt/diagrams/_rels/drawing4.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35.png"/><Relationship Id="rId7" Type="http://schemas.openxmlformats.org/officeDocument/2006/relationships/image" Target="../media/image37.png"/><Relationship Id="rId2" Type="http://schemas.openxmlformats.org/officeDocument/2006/relationships/image" Target="../media/image34.svg"/><Relationship Id="rId1" Type="http://schemas.openxmlformats.org/officeDocument/2006/relationships/image" Target="../media/image33.png"/><Relationship Id="rId6" Type="http://schemas.openxmlformats.org/officeDocument/2006/relationships/image" Target="../media/image25.svg"/><Relationship Id="rId5" Type="http://schemas.openxmlformats.org/officeDocument/2006/relationships/image" Target="../media/image24.png"/><Relationship Id="rId10" Type="http://schemas.openxmlformats.org/officeDocument/2006/relationships/image" Target="../media/image40.svg"/><Relationship Id="rId4" Type="http://schemas.openxmlformats.org/officeDocument/2006/relationships/image" Target="../media/image36.svg"/><Relationship Id="rId9" Type="http://schemas.openxmlformats.org/officeDocument/2006/relationships/image" Target="../media/image39.png"/></Relationships>
</file>

<file path=ppt/diagrams/colors1.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accent6_2">
  <dgm:title val=""/>
  <dgm:desc val=""/>
  <dgm:catLst>
    <dgm:cat type="accent6" pri="16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a:alpha val="0"/>
      </a:schemeClr>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7F5E40E-20E0-40F1-B4E2-A6EC22BE2E97}"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E3E24843-5262-475A-B116-314B7FA2D85B}">
      <dgm:prSet/>
      <dgm:spPr/>
      <dgm:t>
        <a:bodyPr/>
        <a:lstStyle/>
        <a:p>
          <a:r>
            <a:rPr lang="en-IN"/>
            <a:t>Understanding Customer Sentiment</a:t>
          </a:r>
          <a:endParaRPr lang="en-US"/>
        </a:p>
      </dgm:t>
    </dgm:pt>
    <dgm:pt modelId="{71CFBB20-C4CE-4B67-A04C-40233E160D9A}" type="parTrans" cxnId="{9BCEA1C7-8864-42F8-B65F-AE88329C9616}">
      <dgm:prSet/>
      <dgm:spPr/>
      <dgm:t>
        <a:bodyPr/>
        <a:lstStyle/>
        <a:p>
          <a:endParaRPr lang="en-US"/>
        </a:p>
      </dgm:t>
    </dgm:pt>
    <dgm:pt modelId="{6E04195F-5F6C-452C-B87F-45866C1C1C44}" type="sibTrans" cxnId="{9BCEA1C7-8864-42F8-B65F-AE88329C9616}">
      <dgm:prSet/>
      <dgm:spPr/>
      <dgm:t>
        <a:bodyPr/>
        <a:lstStyle/>
        <a:p>
          <a:endParaRPr lang="en-US"/>
        </a:p>
      </dgm:t>
    </dgm:pt>
    <dgm:pt modelId="{2C9750E3-072C-46CC-854F-81FF56DA06D1}">
      <dgm:prSet/>
      <dgm:spPr/>
      <dgm:t>
        <a:bodyPr/>
        <a:lstStyle/>
        <a:p>
          <a:r>
            <a:rPr lang="en-IN"/>
            <a:t>Improving Product and Service Quality </a:t>
          </a:r>
          <a:endParaRPr lang="en-US"/>
        </a:p>
      </dgm:t>
    </dgm:pt>
    <dgm:pt modelId="{5C854759-9DB8-4FB7-8981-010C87168627}" type="parTrans" cxnId="{7C966800-EAB2-4DA0-AB43-64265A728418}">
      <dgm:prSet/>
      <dgm:spPr/>
      <dgm:t>
        <a:bodyPr/>
        <a:lstStyle/>
        <a:p>
          <a:endParaRPr lang="en-US"/>
        </a:p>
      </dgm:t>
    </dgm:pt>
    <dgm:pt modelId="{99D5C668-10FA-4DE2-83E2-95539CBCB15F}" type="sibTrans" cxnId="{7C966800-EAB2-4DA0-AB43-64265A728418}">
      <dgm:prSet/>
      <dgm:spPr/>
      <dgm:t>
        <a:bodyPr/>
        <a:lstStyle/>
        <a:p>
          <a:endParaRPr lang="en-US"/>
        </a:p>
      </dgm:t>
    </dgm:pt>
    <dgm:pt modelId="{EB40273F-593D-49E7-BAA2-2F4F96705F60}">
      <dgm:prSet/>
      <dgm:spPr/>
      <dgm:t>
        <a:bodyPr/>
        <a:lstStyle/>
        <a:p>
          <a:r>
            <a:rPr lang="en-IN"/>
            <a:t>Enhancing E-commerce Decision Making</a:t>
          </a:r>
          <a:endParaRPr lang="en-US"/>
        </a:p>
      </dgm:t>
    </dgm:pt>
    <dgm:pt modelId="{9ADF497B-A634-4DDF-9FA3-40BBE9C7DBF1}" type="parTrans" cxnId="{3E00E1EF-7D4F-4C1A-B0A9-12AFA431AAD0}">
      <dgm:prSet/>
      <dgm:spPr/>
      <dgm:t>
        <a:bodyPr/>
        <a:lstStyle/>
        <a:p>
          <a:endParaRPr lang="en-US"/>
        </a:p>
      </dgm:t>
    </dgm:pt>
    <dgm:pt modelId="{BF1BF7C2-6AEB-42BC-AFAD-1C7077DCEEC0}" type="sibTrans" cxnId="{3E00E1EF-7D4F-4C1A-B0A9-12AFA431AAD0}">
      <dgm:prSet/>
      <dgm:spPr/>
      <dgm:t>
        <a:bodyPr/>
        <a:lstStyle/>
        <a:p>
          <a:endParaRPr lang="en-US"/>
        </a:p>
      </dgm:t>
    </dgm:pt>
    <dgm:pt modelId="{C64EDBE3-CC92-4DF6-88EA-0FE3D558CCB0}">
      <dgm:prSet/>
      <dgm:spPr/>
      <dgm:t>
        <a:bodyPr/>
        <a:lstStyle/>
        <a:p>
          <a:r>
            <a:rPr lang="en-IN"/>
            <a:t>Use of AI for Automation &amp; Improved efficiency</a:t>
          </a:r>
          <a:endParaRPr lang="en-US"/>
        </a:p>
      </dgm:t>
    </dgm:pt>
    <dgm:pt modelId="{61BC4A31-EB39-4B69-9C21-F8C9A1994842}" type="parTrans" cxnId="{440A70F8-3D5B-4F29-BEB2-40A828BBB6AD}">
      <dgm:prSet/>
      <dgm:spPr/>
      <dgm:t>
        <a:bodyPr/>
        <a:lstStyle/>
        <a:p>
          <a:endParaRPr lang="en-US"/>
        </a:p>
      </dgm:t>
    </dgm:pt>
    <dgm:pt modelId="{BFA1A592-9A18-4C9D-A147-2021A2A0426F}" type="sibTrans" cxnId="{440A70F8-3D5B-4F29-BEB2-40A828BBB6AD}">
      <dgm:prSet/>
      <dgm:spPr/>
      <dgm:t>
        <a:bodyPr/>
        <a:lstStyle/>
        <a:p>
          <a:endParaRPr lang="en-US"/>
        </a:p>
      </dgm:t>
    </dgm:pt>
    <dgm:pt modelId="{0CF4886D-15E9-48CC-9C5A-7A86A4236A7A}">
      <dgm:prSet/>
      <dgm:spPr/>
      <dgm:t>
        <a:bodyPr/>
        <a:lstStyle/>
        <a:p>
          <a:r>
            <a:rPr lang="en-IN"/>
            <a:t>Enhancing Business Insights</a:t>
          </a:r>
          <a:endParaRPr lang="en-US"/>
        </a:p>
      </dgm:t>
    </dgm:pt>
    <dgm:pt modelId="{6A30DD73-106C-4A7D-B652-3982999E8E4E}" type="parTrans" cxnId="{8FD3F69D-2DC2-4017-9D46-F3B0B5CF529B}">
      <dgm:prSet/>
      <dgm:spPr/>
      <dgm:t>
        <a:bodyPr/>
        <a:lstStyle/>
        <a:p>
          <a:endParaRPr lang="en-US"/>
        </a:p>
      </dgm:t>
    </dgm:pt>
    <dgm:pt modelId="{E3B410A6-CD03-4CC7-BC9A-76FA1F694221}" type="sibTrans" cxnId="{8FD3F69D-2DC2-4017-9D46-F3B0B5CF529B}">
      <dgm:prSet/>
      <dgm:spPr/>
      <dgm:t>
        <a:bodyPr/>
        <a:lstStyle/>
        <a:p>
          <a:endParaRPr lang="en-US"/>
        </a:p>
      </dgm:t>
    </dgm:pt>
    <dgm:pt modelId="{278EF2D8-E956-43DB-AF7F-D19B4DE46E1E}" type="pres">
      <dgm:prSet presAssocID="{37F5E40E-20E0-40F1-B4E2-A6EC22BE2E97}" presName="root" presStyleCnt="0">
        <dgm:presLayoutVars>
          <dgm:dir/>
          <dgm:resizeHandles val="exact"/>
        </dgm:presLayoutVars>
      </dgm:prSet>
      <dgm:spPr/>
    </dgm:pt>
    <dgm:pt modelId="{4ACB6CC8-EFAE-44FF-8820-3CFD4112F0E3}" type="pres">
      <dgm:prSet presAssocID="{E3E24843-5262-475A-B116-314B7FA2D85B}" presName="compNode" presStyleCnt="0"/>
      <dgm:spPr/>
    </dgm:pt>
    <dgm:pt modelId="{7F5EFDDA-B7CE-4A9C-9B45-77650D18F9C8}" type="pres">
      <dgm:prSet presAssocID="{E3E24843-5262-475A-B116-314B7FA2D85B}"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miling Face with No Fill"/>
        </a:ext>
      </dgm:extLst>
    </dgm:pt>
    <dgm:pt modelId="{8DB283F5-017E-4536-8E16-11B012296D88}" type="pres">
      <dgm:prSet presAssocID="{E3E24843-5262-475A-B116-314B7FA2D85B}" presName="spaceRect" presStyleCnt="0"/>
      <dgm:spPr/>
    </dgm:pt>
    <dgm:pt modelId="{7551C45C-4620-42FE-84C8-5F059A6DF5EC}" type="pres">
      <dgm:prSet presAssocID="{E3E24843-5262-475A-B116-314B7FA2D85B}" presName="textRect" presStyleLbl="revTx" presStyleIdx="0" presStyleCnt="5">
        <dgm:presLayoutVars>
          <dgm:chMax val="1"/>
          <dgm:chPref val="1"/>
        </dgm:presLayoutVars>
      </dgm:prSet>
      <dgm:spPr/>
    </dgm:pt>
    <dgm:pt modelId="{66BD2F4F-CEE1-4ED6-80D1-BECEEDC18C7F}" type="pres">
      <dgm:prSet presAssocID="{6E04195F-5F6C-452C-B87F-45866C1C1C44}" presName="sibTrans" presStyleCnt="0"/>
      <dgm:spPr/>
    </dgm:pt>
    <dgm:pt modelId="{ABA01DF6-CE2E-4DEA-AB86-3E62E289AC66}" type="pres">
      <dgm:prSet presAssocID="{2C9750E3-072C-46CC-854F-81FF56DA06D1}" presName="compNode" presStyleCnt="0"/>
      <dgm:spPr/>
    </dgm:pt>
    <dgm:pt modelId="{322559C9-B079-443C-AA71-0B8F202853FB}" type="pres">
      <dgm:prSet presAssocID="{2C9750E3-072C-46CC-854F-81FF56DA06D1}"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pward trend"/>
        </a:ext>
      </dgm:extLst>
    </dgm:pt>
    <dgm:pt modelId="{22E83290-2FEE-4045-9640-E3663950474E}" type="pres">
      <dgm:prSet presAssocID="{2C9750E3-072C-46CC-854F-81FF56DA06D1}" presName="spaceRect" presStyleCnt="0"/>
      <dgm:spPr/>
    </dgm:pt>
    <dgm:pt modelId="{10F37135-0077-485E-B021-5205483D5049}" type="pres">
      <dgm:prSet presAssocID="{2C9750E3-072C-46CC-854F-81FF56DA06D1}" presName="textRect" presStyleLbl="revTx" presStyleIdx="1" presStyleCnt="5">
        <dgm:presLayoutVars>
          <dgm:chMax val="1"/>
          <dgm:chPref val="1"/>
        </dgm:presLayoutVars>
      </dgm:prSet>
      <dgm:spPr/>
    </dgm:pt>
    <dgm:pt modelId="{0319F98B-B077-47F4-A36F-AEC9205249B6}" type="pres">
      <dgm:prSet presAssocID="{99D5C668-10FA-4DE2-83E2-95539CBCB15F}" presName="sibTrans" presStyleCnt="0"/>
      <dgm:spPr/>
    </dgm:pt>
    <dgm:pt modelId="{8C42704D-2DE2-4C62-9CC7-14F1CC62878E}" type="pres">
      <dgm:prSet presAssocID="{EB40273F-593D-49E7-BAA2-2F4F96705F60}" presName="compNode" presStyleCnt="0"/>
      <dgm:spPr/>
    </dgm:pt>
    <dgm:pt modelId="{F3C773CC-63A5-42EB-AC8E-6F8366FFCC0A}" type="pres">
      <dgm:prSet presAssocID="{EB40273F-593D-49E7-BAA2-2F4F96705F60}"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hopping cart"/>
        </a:ext>
      </dgm:extLst>
    </dgm:pt>
    <dgm:pt modelId="{70756F91-F065-4AF5-8086-66E44BBA0C29}" type="pres">
      <dgm:prSet presAssocID="{EB40273F-593D-49E7-BAA2-2F4F96705F60}" presName="spaceRect" presStyleCnt="0"/>
      <dgm:spPr/>
    </dgm:pt>
    <dgm:pt modelId="{FE386400-D224-4365-A423-CEB2BFE9957A}" type="pres">
      <dgm:prSet presAssocID="{EB40273F-593D-49E7-BAA2-2F4F96705F60}" presName="textRect" presStyleLbl="revTx" presStyleIdx="2" presStyleCnt="5">
        <dgm:presLayoutVars>
          <dgm:chMax val="1"/>
          <dgm:chPref val="1"/>
        </dgm:presLayoutVars>
      </dgm:prSet>
      <dgm:spPr/>
    </dgm:pt>
    <dgm:pt modelId="{F4BCCB59-3AFC-4CC7-BB61-A5534537DC18}" type="pres">
      <dgm:prSet presAssocID="{BF1BF7C2-6AEB-42BC-AFAD-1C7077DCEEC0}" presName="sibTrans" presStyleCnt="0"/>
      <dgm:spPr/>
    </dgm:pt>
    <dgm:pt modelId="{1A69E5D3-850D-4A8E-A092-F36A5FA45F85}" type="pres">
      <dgm:prSet presAssocID="{C64EDBE3-CC92-4DF6-88EA-0FE3D558CCB0}" presName="compNode" presStyleCnt="0"/>
      <dgm:spPr/>
    </dgm:pt>
    <dgm:pt modelId="{7E5BD794-413A-44F9-A68B-FB52BF969900}" type="pres">
      <dgm:prSet presAssocID="{C64EDBE3-CC92-4DF6-88EA-0FE3D558CCB0}"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Robot"/>
        </a:ext>
      </dgm:extLst>
    </dgm:pt>
    <dgm:pt modelId="{6C00C69B-AC24-48C3-A93B-434589428412}" type="pres">
      <dgm:prSet presAssocID="{C64EDBE3-CC92-4DF6-88EA-0FE3D558CCB0}" presName="spaceRect" presStyleCnt="0"/>
      <dgm:spPr/>
    </dgm:pt>
    <dgm:pt modelId="{79DB2050-37B6-45A8-8FEA-C7A8F1081DAA}" type="pres">
      <dgm:prSet presAssocID="{C64EDBE3-CC92-4DF6-88EA-0FE3D558CCB0}" presName="textRect" presStyleLbl="revTx" presStyleIdx="3" presStyleCnt="5">
        <dgm:presLayoutVars>
          <dgm:chMax val="1"/>
          <dgm:chPref val="1"/>
        </dgm:presLayoutVars>
      </dgm:prSet>
      <dgm:spPr/>
    </dgm:pt>
    <dgm:pt modelId="{25ACADD4-D4D8-446B-A38C-55AC9A03C202}" type="pres">
      <dgm:prSet presAssocID="{BFA1A592-9A18-4C9D-A147-2021A2A0426F}" presName="sibTrans" presStyleCnt="0"/>
      <dgm:spPr/>
    </dgm:pt>
    <dgm:pt modelId="{635B6372-BAC9-44CB-853C-BA7748A8403B}" type="pres">
      <dgm:prSet presAssocID="{0CF4886D-15E9-48CC-9C5A-7A86A4236A7A}" presName="compNode" presStyleCnt="0"/>
      <dgm:spPr/>
    </dgm:pt>
    <dgm:pt modelId="{94C52B92-A849-4B5C-B99D-214F299996B7}" type="pres">
      <dgm:prSet presAssocID="{0CF4886D-15E9-48CC-9C5A-7A86A4236A7A}"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Lightbulb"/>
        </a:ext>
      </dgm:extLst>
    </dgm:pt>
    <dgm:pt modelId="{80E2A82C-F7FF-4D25-99E4-C6E64B709E4E}" type="pres">
      <dgm:prSet presAssocID="{0CF4886D-15E9-48CC-9C5A-7A86A4236A7A}" presName="spaceRect" presStyleCnt="0"/>
      <dgm:spPr/>
    </dgm:pt>
    <dgm:pt modelId="{A50EDED3-FF75-4A37-AC1D-E76CA5A03480}" type="pres">
      <dgm:prSet presAssocID="{0CF4886D-15E9-48CC-9C5A-7A86A4236A7A}" presName="textRect" presStyleLbl="revTx" presStyleIdx="4" presStyleCnt="5">
        <dgm:presLayoutVars>
          <dgm:chMax val="1"/>
          <dgm:chPref val="1"/>
        </dgm:presLayoutVars>
      </dgm:prSet>
      <dgm:spPr/>
    </dgm:pt>
  </dgm:ptLst>
  <dgm:cxnLst>
    <dgm:cxn modelId="{7C966800-EAB2-4DA0-AB43-64265A728418}" srcId="{37F5E40E-20E0-40F1-B4E2-A6EC22BE2E97}" destId="{2C9750E3-072C-46CC-854F-81FF56DA06D1}" srcOrd="1" destOrd="0" parTransId="{5C854759-9DB8-4FB7-8981-010C87168627}" sibTransId="{99D5C668-10FA-4DE2-83E2-95539CBCB15F}"/>
    <dgm:cxn modelId="{5293CB2F-CCCC-4125-8DF1-4A596E945FB2}" type="presOf" srcId="{2C9750E3-072C-46CC-854F-81FF56DA06D1}" destId="{10F37135-0077-485E-B021-5205483D5049}" srcOrd="0" destOrd="0" presId="urn:microsoft.com/office/officeart/2018/2/layout/IconLabelList"/>
    <dgm:cxn modelId="{7ED7B034-72CF-467A-8D3D-29CE4039C9AC}" type="presOf" srcId="{0CF4886D-15E9-48CC-9C5A-7A86A4236A7A}" destId="{A50EDED3-FF75-4A37-AC1D-E76CA5A03480}" srcOrd="0" destOrd="0" presId="urn:microsoft.com/office/officeart/2018/2/layout/IconLabelList"/>
    <dgm:cxn modelId="{86FB9F42-4409-4101-B890-400466B42DF6}" type="presOf" srcId="{37F5E40E-20E0-40F1-B4E2-A6EC22BE2E97}" destId="{278EF2D8-E956-43DB-AF7F-D19B4DE46E1E}" srcOrd="0" destOrd="0" presId="urn:microsoft.com/office/officeart/2018/2/layout/IconLabelList"/>
    <dgm:cxn modelId="{13C3977F-AC23-448A-95BA-55CDDF0BAC3A}" type="presOf" srcId="{EB40273F-593D-49E7-BAA2-2F4F96705F60}" destId="{FE386400-D224-4365-A423-CEB2BFE9957A}" srcOrd="0" destOrd="0" presId="urn:microsoft.com/office/officeart/2018/2/layout/IconLabelList"/>
    <dgm:cxn modelId="{807F9F8B-4ABF-4DD8-BFF9-C04E62B04730}" type="presOf" srcId="{E3E24843-5262-475A-B116-314B7FA2D85B}" destId="{7551C45C-4620-42FE-84C8-5F059A6DF5EC}" srcOrd="0" destOrd="0" presId="urn:microsoft.com/office/officeart/2018/2/layout/IconLabelList"/>
    <dgm:cxn modelId="{9EAF4692-2910-4F86-98C0-9BE0EF1499A9}" type="presOf" srcId="{C64EDBE3-CC92-4DF6-88EA-0FE3D558CCB0}" destId="{79DB2050-37B6-45A8-8FEA-C7A8F1081DAA}" srcOrd="0" destOrd="0" presId="urn:microsoft.com/office/officeart/2018/2/layout/IconLabelList"/>
    <dgm:cxn modelId="{8FD3F69D-2DC2-4017-9D46-F3B0B5CF529B}" srcId="{37F5E40E-20E0-40F1-B4E2-A6EC22BE2E97}" destId="{0CF4886D-15E9-48CC-9C5A-7A86A4236A7A}" srcOrd="4" destOrd="0" parTransId="{6A30DD73-106C-4A7D-B652-3982999E8E4E}" sibTransId="{E3B410A6-CD03-4CC7-BC9A-76FA1F694221}"/>
    <dgm:cxn modelId="{9BCEA1C7-8864-42F8-B65F-AE88329C9616}" srcId="{37F5E40E-20E0-40F1-B4E2-A6EC22BE2E97}" destId="{E3E24843-5262-475A-B116-314B7FA2D85B}" srcOrd="0" destOrd="0" parTransId="{71CFBB20-C4CE-4B67-A04C-40233E160D9A}" sibTransId="{6E04195F-5F6C-452C-B87F-45866C1C1C44}"/>
    <dgm:cxn modelId="{3E00E1EF-7D4F-4C1A-B0A9-12AFA431AAD0}" srcId="{37F5E40E-20E0-40F1-B4E2-A6EC22BE2E97}" destId="{EB40273F-593D-49E7-BAA2-2F4F96705F60}" srcOrd="2" destOrd="0" parTransId="{9ADF497B-A634-4DDF-9FA3-40BBE9C7DBF1}" sibTransId="{BF1BF7C2-6AEB-42BC-AFAD-1C7077DCEEC0}"/>
    <dgm:cxn modelId="{440A70F8-3D5B-4F29-BEB2-40A828BBB6AD}" srcId="{37F5E40E-20E0-40F1-B4E2-A6EC22BE2E97}" destId="{C64EDBE3-CC92-4DF6-88EA-0FE3D558CCB0}" srcOrd="3" destOrd="0" parTransId="{61BC4A31-EB39-4B69-9C21-F8C9A1994842}" sibTransId="{BFA1A592-9A18-4C9D-A147-2021A2A0426F}"/>
    <dgm:cxn modelId="{181C30B0-E106-4B38-975D-6DB9F314F501}" type="presParOf" srcId="{278EF2D8-E956-43DB-AF7F-D19B4DE46E1E}" destId="{4ACB6CC8-EFAE-44FF-8820-3CFD4112F0E3}" srcOrd="0" destOrd="0" presId="urn:microsoft.com/office/officeart/2018/2/layout/IconLabelList"/>
    <dgm:cxn modelId="{C6E08861-D82A-4E06-9576-62DBFB0E90BA}" type="presParOf" srcId="{4ACB6CC8-EFAE-44FF-8820-3CFD4112F0E3}" destId="{7F5EFDDA-B7CE-4A9C-9B45-77650D18F9C8}" srcOrd="0" destOrd="0" presId="urn:microsoft.com/office/officeart/2018/2/layout/IconLabelList"/>
    <dgm:cxn modelId="{4D15BB54-CE8A-4C5C-BF85-3FBD42E2BF5E}" type="presParOf" srcId="{4ACB6CC8-EFAE-44FF-8820-3CFD4112F0E3}" destId="{8DB283F5-017E-4536-8E16-11B012296D88}" srcOrd="1" destOrd="0" presId="urn:microsoft.com/office/officeart/2018/2/layout/IconLabelList"/>
    <dgm:cxn modelId="{B6FCAFF8-9C8C-4AFE-816E-6EC0496758EB}" type="presParOf" srcId="{4ACB6CC8-EFAE-44FF-8820-3CFD4112F0E3}" destId="{7551C45C-4620-42FE-84C8-5F059A6DF5EC}" srcOrd="2" destOrd="0" presId="urn:microsoft.com/office/officeart/2018/2/layout/IconLabelList"/>
    <dgm:cxn modelId="{1C61AD3C-DBD1-4F5C-BF53-5D7F6B7C0A03}" type="presParOf" srcId="{278EF2D8-E956-43DB-AF7F-D19B4DE46E1E}" destId="{66BD2F4F-CEE1-4ED6-80D1-BECEEDC18C7F}" srcOrd="1" destOrd="0" presId="urn:microsoft.com/office/officeart/2018/2/layout/IconLabelList"/>
    <dgm:cxn modelId="{A31C73A2-74FA-4FA1-8E2A-9DBA1103CC8B}" type="presParOf" srcId="{278EF2D8-E956-43DB-AF7F-D19B4DE46E1E}" destId="{ABA01DF6-CE2E-4DEA-AB86-3E62E289AC66}" srcOrd="2" destOrd="0" presId="urn:microsoft.com/office/officeart/2018/2/layout/IconLabelList"/>
    <dgm:cxn modelId="{FA52096A-2E5F-41ED-BAEC-7A9EB7694545}" type="presParOf" srcId="{ABA01DF6-CE2E-4DEA-AB86-3E62E289AC66}" destId="{322559C9-B079-443C-AA71-0B8F202853FB}" srcOrd="0" destOrd="0" presId="urn:microsoft.com/office/officeart/2018/2/layout/IconLabelList"/>
    <dgm:cxn modelId="{B1049490-31FC-4AEA-8878-7FEEB4BFBC15}" type="presParOf" srcId="{ABA01DF6-CE2E-4DEA-AB86-3E62E289AC66}" destId="{22E83290-2FEE-4045-9640-E3663950474E}" srcOrd="1" destOrd="0" presId="urn:microsoft.com/office/officeart/2018/2/layout/IconLabelList"/>
    <dgm:cxn modelId="{30EDB96F-15A7-42E6-96B9-3E82FF8D8D19}" type="presParOf" srcId="{ABA01DF6-CE2E-4DEA-AB86-3E62E289AC66}" destId="{10F37135-0077-485E-B021-5205483D5049}" srcOrd="2" destOrd="0" presId="urn:microsoft.com/office/officeart/2018/2/layout/IconLabelList"/>
    <dgm:cxn modelId="{6C1C0C3B-478D-447B-B5FC-1396FB5ECC0A}" type="presParOf" srcId="{278EF2D8-E956-43DB-AF7F-D19B4DE46E1E}" destId="{0319F98B-B077-47F4-A36F-AEC9205249B6}" srcOrd="3" destOrd="0" presId="urn:microsoft.com/office/officeart/2018/2/layout/IconLabelList"/>
    <dgm:cxn modelId="{645390F9-7C9C-4828-A48D-DC05C942150D}" type="presParOf" srcId="{278EF2D8-E956-43DB-AF7F-D19B4DE46E1E}" destId="{8C42704D-2DE2-4C62-9CC7-14F1CC62878E}" srcOrd="4" destOrd="0" presId="urn:microsoft.com/office/officeart/2018/2/layout/IconLabelList"/>
    <dgm:cxn modelId="{5FED6994-CC0C-4F9E-8842-5B522A7EF4F2}" type="presParOf" srcId="{8C42704D-2DE2-4C62-9CC7-14F1CC62878E}" destId="{F3C773CC-63A5-42EB-AC8E-6F8366FFCC0A}" srcOrd="0" destOrd="0" presId="urn:microsoft.com/office/officeart/2018/2/layout/IconLabelList"/>
    <dgm:cxn modelId="{2E894035-9A9D-4AEB-AED7-90CAE6F71090}" type="presParOf" srcId="{8C42704D-2DE2-4C62-9CC7-14F1CC62878E}" destId="{70756F91-F065-4AF5-8086-66E44BBA0C29}" srcOrd="1" destOrd="0" presId="urn:microsoft.com/office/officeart/2018/2/layout/IconLabelList"/>
    <dgm:cxn modelId="{6C5B690A-A4FF-4FB5-A228-363E685C55BC}" type="presParOf" srcId="{8C42704D-2DE2-4C62-9CC7-14F1CC62878E}" destId="{FE386400-D224-4365-A423-CEB2BFE9957A}" srcOrd="2" destOrd="0" presId="urn:microsoft.com/office/officeart/2018/2/layout/IconLabelList"/>
    <dgm:cxn modelId="{DA3B2AA1-2AF5-4C28-AB98-DDB427C7F555}" type="presParOf" srcId="{278EF2D8-E956-43DB-AF7F-D19B4DE46E1E}" destId="{F4BCCB59-3AFC-4CC7-BB61-A5534537DC18}" srcOrd="5" destOrd="0" presId="urn:microsoft.com/office/officeart/2018/2/layout/IconLabelList"/>
    <dgm:cxn modelId="{36F37059-2FD5-45AA-BC25-5E88E95908DE}" type="presParOf" srcId="{278EF2D8-E956-43DB-AF7F-D19B4DE46E1E}" destId="{1A69E5D3-850D-4A8E-A092-F36A5FA45F85}" srcOrd="6" destOrd="0" presId="urn:microsoft.com/office/officeart/2018/2/layout/IconLabelList"/>
    <dgm:cxn modelId="{136572D6-37C4-45DB-88E3-0C3C51DD9284}" type="presParOf" srcId="{1A69E5D3-850D-4A8E-A092-F36A5FA45F85}" destId="{7E5BD794-413A-44F9-A68B-FB52BF969900}" srcOrd="0" destOrd="0" presId="urn:microsoft.com/office/officeart/2018/2/layout/IconLabelList"/>
    <dgm:cxn modelId="{00BD619F-546C-460E-AFD8-0FD96A163210}" type="presParOf" srcId="{1A69E5D3-850D-4A8E-A092-F36A5FA45F85}" destId="{6C00C69B-AC24-48C3-A93B-434589428412}" srcOrd="1" destOrd="0" presId="urn:microsoft.com/office/officeart/2018/2/layout/IconLabelList"/>
    <dgm:cxn modelId="{083957C9-1285-4062-9B92-9B65FD6CFE4F}" type="presParOf" srcId="{1A69E5D3-850D-4A8E-A092-F36A5FA45F85}" destId="{79DB2050-37B6-45A8-8FEA-C7A8F1081DAA}" srcOrd="2" destOrd="0" presId="urn:microsoft.com/office/officeart/2018/2/layout/IconLabelList"/>
    <dgm:cxn modelId="{FC5C2490-41E0-406E-8901-D23EC75917B7}" type="presParOf" srcId="{278EF2D8-E956-43DB-AF7F-D19B4DE46E1E}" destId="{25ACADD4-D4D8-446B-A38C-55AC9A03C202}" srcOrd="7" destOrd="0" presId="urn:microsoft.com/office/officeart/2018/2/layout/IconLabelList"/>
    <dgm:cxn modelId="{34E2A8B2-D572-4B8F-8847-8C2D8DBFE8BC}" type="presParOf" srcId="{278EF2D8-E956-43DB-AF7F-D19B4DE46E1E}" destId="{635B6372-BAC9-44CB-853C-BA7748A8403B}" srcOrd="8" destOrd="0" presId="urn:microsoft.com/office/officeart/2018/2/layout/IconLabelList"/>
    <dgm:cxn modelId="{69536E6B-4E91-4A2F-81B6-0E563F49899A}" type="presParOf" srcId="{635B6372-BAC9-44CB-853C-BA7748A8403B}" destId="{94C52B92-A849-4B5C-B99D-214F299996B7}" srcOrd="0" destOrd="0" presId="urn:microsoft.com/office/officeart/2018/2/layout/IconLabelList"/>
    <dgm:cxn modelId="{58DC92EE-108F-45DA-990B-78A9E234C956}" type="presParOf" srcId="{635B6372-BAC9-44CB-853C-BA7748A8403B}" destId="{80E2A82C-F7FF-4D25-99E4-C6E64B709E4E}" srcOrd="1" destOrd="0" presId="urn:microsoft.com/office/officeart/2018/2/layout/IconLabelList"/>
    <dgm:cxn modelId="{55B07976-0446-47F1-A445-A48C2B06B1FB}" type="presParOf" srcId="{635B6372-BAC9-44CB-853C-BA7748A8403B}" destId="{A50EDED3-FF75-4A37-AC1D-E76CA5A03480}"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C9DB5C1-38FC-497E-9E2F-2660DBA986DC}" type="doc">
      <dgm:prSet loTypeId="urn:microsoft.com/office/officeart/2018/2/layout/IconVerticalSolidList" loCatId="icon" qsTypeId="urn:microsoft.com/office/officeart/2005/8/quickstyle/simple1" qsCatId="simple" csTypeId="urn:microsoft.com/office/officeart/2018/5/colors/Iconchunking_neutralbg_accent6_2" csCatId="accent6" phldr="1"/>
      <dgm:spPr/>
      <dgm:t>
        <a:bodyPr/>
        <a:lstStyle/>
        <a:p>
          <a:endParaRPr lang="en-US"/>
        </a:p>
      </dgm:t>
    </dgm:pt>
    <dgm:pt modelId="{09A54E4D-A903-4A33-B381-02DF02FC2B93}">
      <dgm:prSet/>
      <dgm:spPr/>
      <dgm:t>
        <a:bodyPr/>
        <a:lstStyle/>
        <a:p>
          <a:pPr>
            <a:lnSpc>
              <a:spcPct val="100000"/>
            </a:lnSpc>
          </a:pPr>
          <a:r>
            <a:rPr lang="en-US" dirty="0">
              <a:latin typeface="Times New Roman" panose="02020603050405020304" pitchFamily="18" charset="0"/>
              <a:cs typeface="Times New Roman" panose="02020603050405020304" pitchFamily="18" charset="0"/>
            </a:rPr>
            <a:t>The proposed system leverages a Naive Bayes Classifier for sentiment analysis of Amazon reviews. </a:t>
          </a:r>
        </a:p>
      </dgm:t>
    </dgm:pt>
    <dgm:pt modelId="{9962A072-E6F4-4645-881C-614E38F76A5E}" type="parTrans" cxnId="{56DC3ADC-557F-441F-8455-0B9D2EBADC17}">
      <dgm:prSet/>
      <dgm:spPr/>
      <dgm:t>
        <a:bodyPr/>
        <a:lstStyle/>
        <a:p>
          <a:endParaRPr lang="en-US"/>
        </a:p>
      </dgm:t>
    </dgm:pt>
    <dgm:pt modelId="{E2884C64-8C21-4923-9E7C-4B0F01A936B4}" type="sibTrans" cxnId="{56DC3ADC-557F-441F-8455-0B9D2EBADC17}">
      <dgm:prSet/>
      <dgm:spPr/>
      <dgm:t>
        <a:bodyPr/>
        <a:lstStyle/>
        <a:p>
          <a:endParaRPr lang="en-US"/>
        </a:p>
      </dgm:t>
    </dgm:pt>
    <dgm:pt modelId="{EE350B98-D09C-4497-A650-5CEF2A7B48AF}">
      <dgm:prSet/>
      <dgm:spPr/>
      <dgm:t>
        <a:bodyPr/>
        <a:lstStyle/>
        <a:p>
          <a:pPr>
            <a:lnSpc>
              <a:spcPct val="100000"/>
            </a:lnSpc>
          </a:pPr>
          <a:r>
            <a:rPr lang="en-US" dirty="0">
              <a:latin typeface="Times New Roman" panose="02020603050405020304" pitchFamily="18" charset="0"/>
              <a:cs typeface="Times New Roman" panose="02020603050405020304" pitchFamily="18" charset="0"/>
            </a:rPr>
            <a:t>The model aims to improve accuracy, scalability, and efficiency in processing large volumes of customer feedback.</a:t>
          </a:r>
        </a:p>
      </dgm:t>
    </dgm:pt>
    <dgm:pt modelId="{4CA8EFA9-D395-45BF-8D82-923DD8B5817B}" type="parTrans" cxnId="{2A1BA3B0-DF6F-41E4-AD62-BEA596D78C43}">
      <dgm:prSet/>
      <dgm:spPr/>
      <dgm:t>
        <a:bodyPr/>
        <a:lstStyle/>
        <a:p>
          <a:endParaRPr lang="en-US"/>
        </a:p>
      </dgm:t>
    </dgm:pt>
    <dgm:pt modelId="{D2F233C8-599F-4842-B88A-FECEDDC5EA29}" type="sibTrans" cxnId="{2A1BA3B0-DF6F-41E4-AD62-BEA596D78C43}">
      <dgm:prSet/>
      <dgm:spPr/>
      <dgm:t>
        <a:bodyPr/>
        <a:lstStyle/>
        <a:p>
          <a:endParaRPr lang="en-US"/>
        </a:p>
      </dgm:t>
    </dgm:pt>
    <dgm:pt modelId="{D524C5B1-8B2B-4FFB-A625-553C98465401}">
      <dgm:prSet/>
      <dgm:spPr/>
      <dgm:t>
        <a:bodyPr/>
        <a:lstStyle/>
        <a:p>
          <a:pPr>
            <a:lnSpc>
              <a:spcPct val="100000"/>
            </a:lnSpc>
          </a:pPr>
          <a:r>
            <a:rPr lang="en-US" dirty="0">
              <a:latin typeface="Times New Roman" panose="02020603050405020304" pitchFamily="18" charset="0"/>
              <a:cs typeface="Times New Roman" panose="02020603050405020304" pitchFamily="18" charset="0"/>
            </a:rPr>
            <a:t>It focuses on automating the categorization of feedback through multi-class classification.</a:t>
          </a:r>
        </a:p>
      </dgm:t>
    </dgm:pt>
    <dgm:pt modelId="{4D19110F-DE8D-4933-B224-E9084E1C0D57}" type="parTrans" cxnId="{6DB16EFD-707A-4CFB-8B59-20A3B8F28805}">
      <dgm:prSet/>
      <dgm:spPr/>
      <dgm:t>
        <a:bodyPr/>
        <a:lstStyle/>
        <a:p>
          <a:endParaRPr lang="en-US"/>
        </a:p>
      </dgm:t>
    </dgm:pt>
    <dgm:pt modelId="{E874B487-A726-4DB8-8401-508AF3081BF8}" type="sibTrans" cxnId="{6DB16EFD-707A-4CFB-8B59-20A3B8F28805}">
      <dgm:prSet/>
      <dgm:spPr/>
      <dgm:t>
        <a:bodyPr/>
        <a:lstStyle/>
        <a:p>
          <a:endParaRPr lang="en-US"/>
        </a:p>
      </dgm:t>
    </dgm:pt>
    <dgm:pt modelId="{22A73DCE-FBE0-4A90-903A-D22AA8EC26B2}" type="pres">
      <dgm:prSet presAssocID="{5C9DB5C1-38FC-497E-9E2F-2660DBA986DC}" presName="root" presStyleCnt="0">
        <dgm:presLayoutVars>
          <dgm:dir/>
          <dgm:resizeHandles val="exact"/>
        </dgm:presLayoutVars>
      </dgm:prSet>
      <dgm:spPr/>
    </dgm:pt>
    <dgm:pt modelId="{2EBAFE7C-713B-4A5C-A5D1-9E7451F4638C}" type="pres">
      <dgm:prSet presAssocID="{09A54E4D-A903-4A33-B381-02DF02FC2B93}" presName="compNode" presStyleCnt="0"/>
      <dgm:spPr/>
    </dgm:pt>
    <dgm:pt modelId="{C010634D-19DB-4148-8B30-5C46F515C2A1}" type="pres">
      <dgm:prSet presAssocID="{09A54E4D-A903-4A33-B381-02DF02FC2B93}" presName="bgRect" presStyleLbl="bgShp" presStyleIdx="0" presStyleCnt="3"/>
      <dgm:spPr/>
    </dgm:pt>
    <dgm:pt modelId="{1488C24B-4421-4D25-AA25-3CFE6942FE86}" type="pres">
      <dgm:prSet presAssocID="{09A54E4D-A903-4A33-B381-02DF02FC2B9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032DAF24-FE61-4B15-8EEE-9CE016EAE85E}" type="pres">
      <dgm:prSet presAssocID="{09A54E4D-A903-4A33-B381-02DF02FC2B93}" presName="spaceRect" presStyleCnt="0"/>
      <dgm:spPr/>
    </dgm:pt>
    <dgm:pt modelId="{B33C34DB-C5B7-446D-A93D-70F75B98D4A4}" type="pres">
      <dgm:prSet presAssocID="{09A54E4D-A903-4A33-B381-02DF02FC2B93}" presName="parTx" presStyleLbl="revTx" presStyleIdx="0" presStyleCnt="3">
        <dgm:presLayoutVars>
          <dgm:chMax val="0"/>
          <dgm:chPref val="0"/>
        </dgm:presLayoutVars>
      </dgm:prSet>
      <dgm:spPr/>
    </dgm:pt>
    <dgm:pt modelId="{976541E9-CA3D-43DC-A1EA-B100DE0CC08E}" type="pres">
      <dgm:prSet presAssocID="{E2884C64-8C21-4923-9E7C-4B0F01A936B4}" presName="sibTrans" presStyleCnt="0"/>
      <dgm:spPr/>
    </dgm:pt>
    <dgm:pt modelId="{59958BF0-F975-44AE-9AC4-4764A68C9FE5}" type="pres">
      <dgm:prSet presAssocID="{EE350B98-D09C-4497-A650-5CEF2A7B48AF}" presName="compNode" presStyleCnt="0"/>
      <dgm:spPr/>
    </dgm:pt>
    <dgm:pt modelId="{94DBC6E7-03E1-45F4-8EEC-F2E41F9790A9}" type="pres">
      <dgm:prSet presAssocID="{EE350B98-D09C-4497-A650-5CEF2A7B48AF}" presName="bgRect" presStyleLbl="bgShp" presStyleIdx="1" presStyleCnt="3"/>
      <dgm:spPr/>
    </dgm:pt>
    <dgm:pt modelId="{33FDA385-33FA-4B14-8717-ACDD1F3DA264}" type="pres">
      <dgm:prSet presAssocID="{EE350B98-D09C-4497-A650-5CEF2A7B48AF}"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arget"/>
        </a:ext>
      </dgm:extLst>
    </dgm:pt>
    <dgm:pt modelId="{80D58CA4-25C4-477F-8B2C-0B10E89ADF04}" type="pres">
      <dgm:prSet presAssocID="{EE350B98-D09C-4497-A650-5CEF2A7B48AF}" presName="spaceRect" presStyleCnt="0"/>
      <dgm:spPr/>
    </dgm:pt>
    <dgm:pt modelId="{D0BD6DFE-69C7-4372-9A7C-B6A4249E344F}" type="pres">
      <dgm:prSet presAssocID="{EE350B98-D09C-4497-A650-5CEF2A7B48AF}" presName="parTx" presStyleLbl="revTx" presStyleIdx="1" presStyleCnt="3">
        <dgm:presLayoutVars>
          <dgm:chMax val="0"/>
          <dgm:chPref val="0"/>
        </dgm:presLayoutVars>
      </dgm:prSet>
      <dgm:spPr/>
    </dgm:pt>
    <dgm:pt modelId="{F292F8F9-529A-40D9-9451-2768A757477D}" type="pres">
      <dgm:prSet presAssocID="{D2F233C8-599F-4842-B88A-FECEDDC5EA29}" presName="sibTrans" presStyleCnt="0"/>
      <dgm:spPr/>
    </dgm:pt>
    <dgm:pt modelId="{F3E1BE01-0F0B-4B64-B50D-A2AC8363FE53}" type="pres">
      <dgm:prSet presAssocID="{D524C5B1-8B2B-4FFB-A625-553C98465401}" presName="compNode" presStyleCnt="0"/>
      <dgm:spPr/>
    </dgm:pt>
    <dgm:pt modelId="{95897EDF-CD51-418B-8515-57117D3BDADE}" type="pres">
      <dgm:prSet presAssocID="{D524C5B1-8B2B-4FFB-A625-553C98465401}" presName="bgRect" presStyleLbl="bgShp" presStyleIdx="2" presStyleCnt="3"/>
      <dgm:spPr/>
    </dgm:pt>
    <dgm:pt modelId="{DB9427C5-65D9-4EA0-8772-B797B1284637}" type="pres">
      <dgm:prSet presAssocID="{D524C5B1-8B2B-4FFB-A625-553C98465401}"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ierarchy"/>
        </a:ext>
      </dgm:extLst>
    </dgm:pt>
    <dgm:pt modelId="{12797C44-096A-4332-8B51-360BB02F7C1A}" type="pres">
      <dgm:prSet presAssocID="{D524C5B1-8B2B-4FFB-A625-553C98465401}" presName="spaceRect" presStyleCnt="0"/>
      <dgm:spPr/>
    </dgm:pt>
    <dgm:pt modelId="{4730AB53-77BA-43A4-90CE-429570361DD8}" type="pres">
      <dgm:prSet presAssocID="{D524C5B1-8B2B-4FFB-A625-553C98465401}" presName="parTx" presStyleLbl="revTx" presStyleIdx="2" presStyleCnt="3">
        <dgm:presLayoutVars>
          <dgm:chMax val="0"/>
          <dgm:chPref val="0"/>
        </dgm:presLayoutVars>
      </dgm:prSet>
      <dgm:spPr/>
    </dgm:pt>
  </dgm:ptLst>
  <dgm:cxnLst>
    <dgm:cxn modelId="{9E5F6C1F-6927-4D8D-BB1C-752AC010139F}" type="presOf" srcId="{5C9DB5C1-38FC-497E-9E2F-2660DBA986DC}" destId="{22A73DCE-FBE0-4A90-903A-D22AA8EC26B2}" srcOrd="0" destOrd="0" presId="urn:microsoft.com/office/officeart/2018/2/layout/IconVerticalSolidList"/>
    <dgm:cxn modelId="{69DB0C68-7873-448B-AEC3-0B77ACC14742}" type="presOf" srcId="{09A54E4D-A903-4A33-B381-02DF02FC2B93}" destId="{B33C34DB-C5B7-446D-A93D-70F75B98D4A4}" srcOrd="0" destOrd="0" presId="urn:microsoft.com/office/officeart/2018/2/layout/IconVerticalSolidList"/>
    <dgm:cxn modelId="{2A1BA3B0-DF6F-41E4-AD62-BEA596D78C43}" srcId="{5C9DB5C1-38FC-497E-9E2F-2660DBA986DC}" destId="{EE350B98-D09C-4497-A650-5CEF2A7B48AF}" srcOrd="1" destOrd="0" parTransId="{4CA8EFA9-D395-45BF-8D82-923DD8B5817B}" sibTransId="{D2F233C8-599F-4842-B88A-FECEDDC5EA29}"/>
    <dgm:cxn modelId="{7D73D7C8-066C-4797-BA91-A92592E6C71D}" type="presOf" srcId="{EE350B98-D09C-4497-A650-5CEF2A7B48AF}" destId="{D0BD6DFE-69C7-4372-9A7C-B6A4249E344F}" srcOrd="0" destOrd="0" presId="urn:microsoft.com/office/officeart/2018/2/layout/IconVerticalSolidList"/>
    <dgm:cxn modelId="{782FC7D4-5125-4BC7-8E04-1CA734C6F3DD}" type="presOf" srcId="{D524C5B1-8B2B-4FFB-A625-553C98465401}" destId="{4730AB53-77BA-43A4-90CE-429570361DD8}" srcOrd="0" destOrd="0" presId="urn:microsoft.com/office/officeart/2018/2/layout/IconVerticalSolidList"/>
    <dgm:cxn modelId="{56DC3ADC-557F-441F-8455-0B9D2EBADC17}" srcId="{5C9DB5C1-38FC-497E-9E2F-2660DBA986DC}" destId="{09A54E4D-A903-4A33-B381-02DF02FC2B93}" srcOrd="0" destOrd="0" parTransId="{9962A072-E6F4-4645-881C-614E38F76A5E}" sibTransId="{E2884C64-8C21-4923-9E7C-4B0F01A936B4}"/>
    <dgm:cxn modelId="{6DB16EFD-707A-4CFB-8B59-20A3B8F28805}" srcId="{5C9DB5C1-38FC-497E-9E2F-2660DBA986DC}" destId="{D524C5B1-8B2B-4FFB-A625-553C98465401}" srcOrd="2" destOrd="0" parTransId="{4D19110F-DE8D-4933-B224-E9084E1C0D57}" sibTransId="{E874B487-A726-4DB8-8401-508AF3081BF8}"/>
    <dgm:cxn modelId="{712CD2B9-59BB-4A29-B90F-EF475D0A378C}" type="presParOf" srcId="{22A73DCE-FBE0-4A90-903A-D22AA8EC26B2}" destId="{2EBAFE7C-713B-4A5C-A5D1-9E7451F4638C}" srcOrd="0" destOrd="0" presId="urn:microsoft.com/office/officeart/2018/2/layout/IconVerticalSolidList"/>
    <dgm:cxn modelId="{F17A3C40-5A6E-404F-9E27-33225104DA5F}" type="presParOf" srcId="{2EBAFE7C-713B-4A5C-A5D1-9E7451F4638C}" destId="{C010634D-19DB-4148-8B30-5C46F515C2A1}" srcOrd="0" destOrd="0" presId="urn:microsoft.com/office/officeart/2018/2/layout/IconVerticalSolidList"/>
    <dgm:cxn modelId="{997955CD-F552-4B1D-887B-3E35A9B7C581}" type="presParOf" srcId="{2EBAFE7C-713B-4A5C-A5D1-9E7451F4638C}" destId="{1488C24B-4421-4D25-AA25-3CFE6942FE86}" srcOrd="1" destOrd="0" presId="urn:microsoft.com/office/officeart/2018/2/layout/IconVerticalSolidList"/>
    <dgm:cxn modelId="{30E6981A-F1F8-49DA-BF52-AFFE8D3729D8}" type="presParOf" srcId="{2EBAFE7C-713B-4A5C-A5D1-9E7451F4638C}" destId="{032DAF24-FE61-4B15-8EEE-9CE016EAE85E}" srcOrd="2" destOrd="0" presId="urn:microsoft.com/office/officeart/2018/2/layout/IconVerticalSolidList"/>
    <dgm:cxn modelId="{4BA276D5-BAC2-431B-8CA7-E7FF3DDFC0BF}" type="presParOf" srcId="{2EBAFE7C-713B-4A5C-A5D1-9E7451F4638C}" destId="{B33C34DB-C5B7-446D-A93D-70F75B98D4A4}" srcOrd="3" destOrd="0" presId="urn:microsoft.com/office/officeart/2018/2/layout/IconVerticalSolidList"/>
    <dgm:cxn modelId="{92027332-0AD6-40C8-AEAE-F11E653038C0}" type="presParOf" srcId="{22A73DCE-FBE0-4A90-903A-D22AA8EC26B2}" destId="{976541E9-CA3D-43DC-A1EA-B100DE0CC08E}" srcOrd="1" destOrd="0" presId="urn:microsoft.com/office/officeart/2018/2/layout/IconVerticalSolidList"/>
    <dgm:cxn modelId="{CBE4D38C-5230-42C3-BB48-30B98A88A345}" type="presParOf" srcId="{22A73DCE-FBE0-4A90-903A-D22AA8EC26B2}" destId="{59958BF0-F975-44AE-9AC4-4764A68C9FE5}" srcOrd="2" destOrd="0" presId="urn:microsoft.com/office/officeart/2018/2/layout/IconVerticalSolidList"/>
    <dgm:cxn modelId="{B0FFE911-B229-47E9-8659-9E825FA33822}" type="presParOf" srcId="{59958BF0-F975-44AE-9AC4-4764A68C9FE5}" destId="{94DBC6E7-03E1-45F4-8EEC-F2E41F9790A9}" srcOrd="0" destOrd="0" presId="urn:microsoft.com/office/officeart/2018/2/layout/IconVerticalSolidList"/>
    <dgm:cxn modelId="{A80AF64E-701E-4479-912E-055995016328}" type="presParOf" srcId="{59958BF0-F975-44AE-9AC4-4764A68C9FE5}" destId="{33FDA385-33FA-4B14-8717-ACDD1F3DA264}" srcOrd="1" destOrd="0" presId="urn:microsoft.com/office/officeart/2018/2/layout/IconVerticalSolidList"/>
    <dgm:cxn modelId="{1DF79317-BA30-409E-88A1-955D5DD71A16}" type="presParOf" srcId="{59958BF0-F975-44AE-9AC4-4764A68C9FE5}" destId="{80D58CA4-25C4-477F-8B2C-0B10E89ADF04}" srcOrd="2" destOrd="0" presId="urn:microsoft.com/office/officeart/2018/2/layout/IconVerticalSolidList"/>
    <dgm:cxn modelId="{2ECD13BE-E96E-4451-987B-8B070CE71A3B}" type="presParOf" srcId="{59958BF0-F975-44AE-9AC4-4764A68C9FE5}" destId="{D0BD6DFE-69C7-4372-9A7C-B6A4249E344F}" srcOrd="3" destOrd="0" presId="urn:microsoft.com/office/officeart/2018/2/layout/IconVerticalSolidList"/>
    <dgm:cxn modelId="{11617BCB-0384-456D-8DF2-0789BF332330}" type="presParOf" srcId="{22A73DCE-FBE0-4A90-903A-D22AA8EC26B2}" destId="{F292F8F9-529A-40D9-9451-2768A757477D}" srcOrd="3" destOrd="0" presId="urn:microsoft.com/office/officeart/2018/2/layout/IconVerticalSolidList"/>
    <dgm:cxn modelId="{FAE024CD-99FC-414F-A26A-603C2E962876}" type="presParOf" srcId="{22A73DCE-FBE0-4A90-903A-D22AA8EC26B2}" destId="{F3E1BE01-0F0B-4B64-B50D-A2AC8363FE53}" srcOrd="4" destOrd="0" presId="urn:microsoft.com/office/officeart/2018/2/layout/IconVerticalSolidList"/>
    <dgm:cxn modelId="{0C7EEEC4-1545-4732-B6D3-3504A8CD886D}" type="presParOf" srcId="{F3E1BE01-0F0B-4B64-B50D-A2AC8363FE53}" destId="{95897EDF-CD51-418B-8515-57117D3BDADE}" srcOrd="0" destOrd="0" presId="urn:microsoft.com/office/officeart/2018/2/layout/IconVerticalSolidList"/>
    <dgm:cxn modelId="{5A5D26A9-FB5C-4820-A2CE-B5020FEFA937}" type="presParOf" srcId="{F3E1BE01-0F0B-4B64-B50D-A2AC8363FE53}" destId="{DB9427C5-65D9-4EA0-8772-B797B1284637}" srcOrd="1" destOrd="0" presId="urn:microsoft.com/office/officeart/2018/2/layout/IconVerticalSolidList"/>
    <dgm:cxn modelId="{E8C2483B-9B1A-4BBF-8EDD-C43C5C888DEC}" type="presParOf" srcId="{F3E1BE01-0F0B-4B64-B50D-A2AC8363FE53}" destId="{12797C44-096A-4332-8B51-360BB02F7C1A}" srcOrd="2" destOrd="0" presId="urn:microsoft.com/office/officeart/2018/2/layout/IconVerticalSolidList"/>
    <dgm:cxn modelId="{F285E7EF-4110-4C8E-A519-09EEC6B2F244}" type="presParOf" srcId="{F3E1BE01-0F0B-4B64-B50D-A2AC8363FE53}" destId="{4730AB53-77BA-43A4-90CE-429570361DD8}"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8722FDA-C1B4-4D1D-8E4A-3B505B1F1938}"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7A24C940-EF37-46C2-AD31-86B148741735}">
      <dgm:prSet custT="1"/>
      <dgm:spPr/>
      <dgm:t>
        <a:bodyPr/>
        <a:lstStyle/>
        <a:p>
          <a:pPr>
            <a:lnSpc>
              <a:spcPct val="100000"/>
            </a:lnSpc>
          </a:pPr>
          <a:r>
            <a:rPr lang="en-IN" sz="2800" b="1" dirty="0">
              <a:latin typeface="Times New Roman" panose="02020603050405020304" pitchFamily="18" charset="0"/>
              <a:cs typeface="Times New Roman" panose="02020603050405020304" pitchFamily="18" charset="0"/>
            </a:rPr>
            <a:t>Advantages</a:t>
          </a:r>
          <a:endParaRPr lang="en-US" sz="2800" dirty="0">
            <a:latin typeface="Times New Roman" panose="02020603050405020304" pitchFamily="18" charset="0"/>
            <a:cs typeface="Times New Roman" panose="02020603050405020304" pitchFamily="18" charset="0"/>
          </a:endParaRPr>
        </a:p>
      </dgm:t>
    </dgm:pt>
    <dgm:pt modelId="{09CB604B-35C7-4D9B-8F19-813E54761F6B}" type="parTrans" cxnId="{6C08590E-33B1-49E6-8673-F64E23E94D56}">
      <dgm:prSet/>
      <dgm:spPr/>
      <dgm:t>
        <a:bodyPr/>
        <a:lstStyle/>
        <a:p>
          <a:endParaRPr lang="en-US"/>
        </a:p>
      </dgm:t>
    </dgm:pt>
    <dgm:pt modelId="{75B9DED6-B31F-4AB6-ABD6-D63792073E86}" type="sibTrans" cxnId="{6C08590E-33B1-49E6-8673-F64E23E94D56}">
      <dgm:prSet/>
      <dgm:spPr/>
      <dgm:t>
        <a:bodyPr/>
        <a:lstStyle/>
        <a:p>
          <a:pPr>
            <a:lnSpc>
              <a:spcPct val="100000"/>
            </a:lnSpc>
          </a:pPr>
          <a:endParaRPr lang="en-US"/>
        </a:p>
      </dgm:t>
    </dgm:pt>
    <dgm:pt modelId="{9038E9FB-DC49-496E-8FB2-C21C61A03CA0}">
      <dgm:prSet custT="1"/>
      <dgm:spPr/>
      <dgm:t>
        <a:bodyPr/>
        <a:lstStyle/>
        <a:p>
          <a:pPr>
            <a:lnSpc>
              <a:spcPct val="100000"/>
            </a:lnSpc>
          </a:pPr>
          <a:r>
            <a:rPr lang="en-IN" sz="1800" b="1" dirty="0">
              <a:latin typeface="Times New Roman" panose="02020603050405020304" pitchFamily="18" charset="0"/>
              <a:cs typeface="Times New Roman" panose="02020603050405020304" pitchFamily="18" charset="0"/>
            </a:rPr>
            <a:t>Improved Efficiency:</a:t>
          </a:r>
          <a:r>
            <a:rPr lang="en-IN" sz="1800" dirty="0">
              <a:latin typeface="Times New Roman" panose="02020603050405020304" pitchFamily="18" charset="0"/>
              <a:cs typeface="Times New Roman" panose="02020603050405020304" pitchFamily="18" charset="0"/>
            </a:rPr>
            <a:t> Automates sentiment classification, saving time.</a:t>
          </a:r>
          <a:endParaRPr lang="en-US" sz="1800" dirty="0">
            <a:latin typeface="Times New Roman" panose="02020603050405020304" pitchFamily="18" charset="0"/>
            <a:cs typeface="Times New Roman" panose="02020603050405020304" pitchFamily="18" charset="0"/>
          </a:endParaRPr>
        </a:p>
      </dgm:t>
    </dgm:pt>
    <dgm:pt modelId="{2EDFF200-953D-4B60-9578-6888DE150A7B}" type="parTrans" cxnId="{3F5B60EE-3F69-4B82-AB07-EED1DFCA4381}">
      <dgm:prSet/>
      <dgm:spPr/>
      <dgm:t>
        <a:bodyPr/>
        <a:lstStyle/>
        <a:p>
          <a:endParaRPr lang="en-US"/>
        </a:p>
      </dgm:t>
    </dgm:pt>
    <dgm:pt modelId="{DB3BFB9F-AF3C-4E0B-ADE7-08742396AE60}" type="sibTrans" cxnId="{3F5B60EE-3F69-4B82-AB07-EED1DFCA4381}">
      <dgm:prSet/>
      <dgm:spPr/>
      <dgm:t>
        <a:bodyPr/>
        <a:lstStyle/>
        <a:p>
          <a:pPr>
            <a:lnSpc>
              <a:spcPct val="100000"/>
            </a:lnSpc>
          </a:pPr>
          <a:endParaRPr lang="en-US"/>
        </a:p>
      </dgm:t>
    </dgm:pt>
    <dgm:pt modelId="{370DF63D-1ED4-41BC-8DF9-6B7C5BEC1D52}">
      <dgm:prSet custT="1"/>
      <dgm:spPr/>
      <dgm:t>
        <a:bodyPr/>
        <a:lstStyle/>
        <a:p>
          <a:pPr>
            <a:lnSpc>
              <a:spcPct val="100000"/>
            </a:lnSpc>
          </a:pPr>
          <a:r>
            <a:rPr lang="en-IN" sz="1800" b="1" dirty="0">
              <a:latin typeface="Times New Roman" panose="02020603050405020304" pitchFamily="18" charset="0"/>
              <a:cs typeface="Times New Roman" panose="02020603050405020304" pitchFamily="18" charset="0"/>
            </a:rPr>
            <a:t>Cost-Effective:</a:t>
          </a:r>
          <a:r>
            <a:rPr lang="en-IN" sz="1800" dirty="0">
              <a:latin typeface="Times New Roman" panose="02020603050405020304" pitchFamily="18" charset="0"/>
              <a:cs typeface="Times New Roman" panose="02020603050405020304" pitchFamily="18" charset="0"/>
            </a:rPr>
            <a:t> Naïve Bayes requires lower computation than deep learning models.</a:t>
          </a:r>
          <a:endParaRPr lang="en-US" sz="1800" dirty="0">
            <a:latin typeface="Times New Roman" panose="02020603050405020304" pitchFamily="18" charset="0"/>
            <a:cs typeface="Times New Roman" panose="02020603050405020304" pitchFamily="18" charset="0"/>
          </a:endParaRPr>
        </a:p>
      </dgm:t>
    </dgm:pt>
    <dgm:pt modelId="{EDBB26C8-595A-4C8E-A00F-0F8994A76936}" type="parTrans" cxnId="{E94C5FB0-F848-4CF9-9539-C8469F9B186B}">
      <dgm:prSet/>
      <dgm:spPr/>
      <dgm:t>
        <a:bodyPr/>
        <a:lstStyle/>
        <a:p>
          <a:endParaRPr lang="en-US"/>
        </a:p>
      </dgm:t>
    </dgm:pt>
    <dgm:pt modelId="{F6D5B5D5-89A5-4476-A38F-10D0A9406EBF}" type="sibTrans" cxnId="{E94C5FB0-F848-4CF9-9539-C8469F9B186B}">
      <dgm:prSet/>
      <dgm:spPr/>
      <dgm:t>
        <a:bodyPr/>
        <a:lstStyle/>
        <a:p>
          <a:pPr>
            <a:lnSpc>
              <a:spcPct val="100000"/>
            </a:lnSpc>
          </a:pPr>
          <a:endParaRPr lang="en-US"/>
        </a:p>
      </dgm:t>
    </dgm:pt>
    <dgm:pt modelId="{A8377D7B-743C-4DA2-B890-C872798DCD0E}">
      <dgm:prSet custT="1"/>
      <dgm:spPr/>
      <dgm:t>
        <a:bodyPr/>
        <a:lstStyle/>
        <a:p>
          <a:pPr>
            <a:lnSpc>
              <a:spcPct val="100000"/>
            </a:lnSpc>
          </a:pPr>
          <a:r>
            <a:rPr lang="en-IN" sz="1800" b="1" dirty="0">
              <a:latin typeface="Times New Roman" panose="02020603050405020304" pitchFamily="18" charset="0"/>
              <a:cs typeface="Times New Roman" panose="02020603050405020304" pitchFamily="18" charset="0"/>
            </a:rPr>
            <a:t>Business Insights:</a:t>
          </a:r>
          <a:r>
            <a:rPr lang="en-IN" sz="1800" dirty="0">
              <a:latin typeface="Times New Roman" panose="02020603050405020304" pitchFamily="18" charset="0"/>
              <a:cs typeface="Times New Roman" panose="02020603050405020304" pitchFamily="18" charset="0"/>
            </a:rPr>
            <a:t> Helps companies understand customer sentiment trends.</a:t>
          </a:r>
          <a:endParaRPr lang="en-US" sz="1800" dirty="0">
            <a:latin typeface="Times New Roman" panose="02020603050405020304" pitchFamily="18" charset="0"/>
            <a:cs typeface="Times New Roman" panose="02020603050405020304" pitchFamily="18" charset="0"/>
          </a:endParaRPr>
        </a:p>
      </dgm:t>
    </dgm:pt>
    <dgm:pt modelId="{763E65CD-F6C5-4764-A73A-87E7002EB221}" type="parTrans" cxnId="{9E1F2A21-5E92-4EE5-9B1A-0DFE0A1550ED}">
      <dgm:prSet/>
      <dgm:spPr/>
      <dgm:t>
        <a:bodyPr/>
        <a:lstStyle/>
        <a:p>
          <a:endParaRPr lang="en-US"/>
        </a:p>
      </dgm:t>
    </dgm:pt>
    <dgm:pt modelId="{B17A9FD8-38B5-427D-AF72-BFA1281E3D36}" type="sibTrans" cxnId="{9E1F2A21-5E92-4EE5-9B1A-0DFE0A1550ED}">
      <dgm:prSet/>
      <dgm:spPr/>
      <dgm:t>
        <a:bodyPr/>
        <a:lstStyle/>
        <a:p>
          <a:pPr>
            <a:lnSpc>
              <a:spcPct val="100000"/>
            </a:lnSpc>
          </a:pPr>
          <a:endParaRPr lang="en-US"/>
        </a:p>
      </dgm:t>
    </dgm:pt>
    <dgm:pt modelId="{2192A192-2FB3-4C23-AD74-AF8CCDBC3439}">
      <dgm:prSet custT="1"/>
      <dgm:spPr/>
      <dgm:t>
        <a:bodyPr/>
        <a:lstStyle/>
        <a:p>
          <a:pPr>
            <a:lnSpc>
              <a:spcPct val="100000"/>
            </a:lnSpc>
          </a:pPr>
          <a:r>
            <a:rPr lang="en-IN" sz="1800" b="1">
              <a:latin typeface="Times New Roman" panose="02020603050405020304" pitchFamily="18" charset="0"/>
              <a:cs typeface="Times New Roman" panose="02020603050405020304" pitchFamily="18" charset="0"/>
            </a:rPr>
            <a:t>Suitable for Pre-Processing Techniques: </a:t>
          </a:r>
          <a:r>
            <a:rPr lang="en-US" sz="1800">
              <a:latin typeface="Times New Roman" panose="02020603050405020304" pitchFamily="18" charset="0"/>
              <a:cs typeface="Times New Roman" panose="02020603050405020304" pitchFamily="18" charset="0"/>
            </a:rPr>
            <a:t>Works perfectly with TF-IDF and BoW feature extraction.</a:t>
          </a:r>
        </a:p>
      </dgm:t>
    </dgm:pt>
    <dgm:pt modelId="{4F0D8D74-E857-416E-A7D3-402B23FC06BB}" type="parTrans" cxnId="{14167958-19CD-46DF-A454-D2CA6C88F155}">
      <dgm:prSet/>
      <dgm:spPr/>
      <dgm:t>
        <a:bodyPr/>
        <a:lstStyle/>
        <a:p>
          <a:endParaRPr lang="en-US"/>
        </a:p>
      </dgm:t>
    </dgm:pt>
    <dgm:pt modelId="{1E277884-00FB-426A-AFBA-1DFEBBF9B21A}" type="sibTrans" cxnId="{14167958-19CD-46DF-A454-D2CA6C88F155}">
      <dgm:prSet/>
      <dgm:spPr/>
      <dgm:t>
        <a:bodyPr/>
        <a:lstStyle/>
        <a:p>
          <a:pPr>
            <a:lnSpc>
              <a:spcPct val="100000"/>
            </a:lnSpc>
          </a:pPr>
          <a:endParaRPr lang="en-US"/>
        </a:p>
      </dgm:t>
    </dgm:pt>
    <dgm:pt modelId="{3CB5B9F4-1D98-418B-A749-DE27144D1C62}">
      <dgm:prSet custT="1"/>
      <dgm:spPr/>
      <dgm:t>
        <a:bodyPr/>
        <a:lstStyle/>
        <a:p>
          <a:pPr>
            <a:lnSpc>
              <a:spcPct val="100000"/>
            </a:lnSpc>
          </a:pPr>
          <a:r>
            <a:rPr lang="en-US" sz="1800" b="1">
              <a:latin typeface="Times New Roman" panose="02020603050405020304" pitchFamily="18" charset="0"/>
              <a:cs typeface="Times New Roman" panose="02020603050405020304" pitchFamily="18" charset="0"/>
            </a:rPr>
            <a:t>Performs Well on Short Texts</a:t>
          </a:r>
          <a:r>
            <a:rPr lang="en-US" sz="1800">
              <a:latin typeface="Times New Roman" panose="02020603050405020304" pitchFamily="18" charset="0"/>
              <a:cs typeface="Times New Roman" panose="02020603050405020304" pitchFamily="18" charset="0"/>
            </a:rPr>
            <a:t>: Amazon reviews are short text data, and Naïve Bayes works best on short texts where feature independence assumptions hold.</a:t>
          </a:r>
        </a:p>
      </dgm:t>
    </dgm:pt>
    <dgm:pt modelId="{CCFC2C5B-DE3F-4E3C-A208-CEAD5AF6B596}" type="parTrans" cxnId="{C5FF123C-E8D5-4948-8EA6-D8F3F9CA2731}">
      <dgm:prSet/>
      <dgm:spPr/>
      <dgm:t>
        <a:bodyPr/>
        <a:lstStyle/>
        <a:p>
          <a:endParaRPr lang="en-US"/>
        </a:p>
      </dgm:t>
    </dgm:pt>
    <dgm:pt modelId="{AD795CE4-E8CD-497A-95D4-7216581EF214}" type="sibTrans" cxnId="{C5FF123C-E8D5-4948-8EA6-D8F3F9CA2731}">
      <dgm:prSet/>
      <dgm:spPr/>
      <dgm:t>
        <a:bodyPr/>
        <a:lstStyle/>
        <a:p>
          <a:pPr>
            <a:lnSpc>
              <a:spcPct val="100000"/>
            </a:lnSpc>
          </a:pPr>
          <a:endParaRPr lang="en-US"/>
        </a:p>
      </dgm:t>
    </dgm:pt>
    <dgm:pt modelId="{C3EAD8DA-2BB0-48CD-B77E-5D6E6B92BCA5}">
      <dgm:prSet custT="1"/>
      <dgm:spPr/>
      <dgm:t>
        <a:bodyPr/>
        <a:lstStyle/>
        <a:p>
          <a:pPr>
            <a:lnSpc>
              <a:spcPct val="100000"/>
            </a:lnSpc>
          </a:pPr>
          <a:r>
            <a:rPr lang="en-US" sz="1800" b="1">
              <a:latin typeface="Times New Roman" panose="02020603050405020304" pitchFamily="18" charset="0"/>
              <a:cs typeface="Times New Roman" panose="02020603050405020304" pitchFamily="18" charset="0"/>
            </a:rPr>
            <a:t>Scalable &amp; interpretable:</a:t>
          </a:r>
          <a:r>
            <a:rPr lang="en-US" sz="1800">
              <a:latin typeface="Times New Roman" panose="02020603050405020304" pitchFamily="18" charset="0"/>
              <a:cs typeface="Times New Roman" panose="02020603050405020304" pitchFamily="18" charset="0"/>
            </a:rPr>
            <a:t> for large datasets without requiring GPUs.</a:t>
          </a:r>
        </a:p>
      </dgm:t>
    </dgm:pt>
    <dgm:pt modelId="{867652A3-0C7C-4D07-BF15-1C3BD0DFC6E8}" type="parTrans" cxnId="{E23D4FAB-321B-451C-B2F2-B3533EB65F93}">
      <dgm:prSet/>
      <dgm:spPr/>
      <dgm:t>
        <a:bodyPr/>
        <a:lstStyle/>
        <a:p>
          <a:endParaRPr lang="en-US"/>
        </a:p>
      </dgm:t>
    </dgm:pt>
    <dgm:pt modelId="{80187C77-6949-4C30-8AAC-41D499C27DDE}" type="sibTrans" cxnId="{E23D4FAB-321B-451C-B2F2-B3533EB65F93}">
      <dgm:prSet/>
      <dgm:spPr/>
      <dgm:t>
        <a:bodyPr/>
        <a:lstStyle/>
        <a:p>
          <a:endParaRPr lang="en-US"/>
        </a:p>
      </dgm:t>
    </dgm:pt>
    <dgm:pt modelId="{51308634-45BA-4F9F-97B1-DA2E08249862}" type="pres">
      <dgm:prSet presAssocID="{E8722FDA-C1B4-4D1D-8E4A-3B505B1F1938}" presName="root" presStyleCnt="0">
        <dgm:presLayoutVars>
          <dgm:dir/>
          <dgm:resizeHandles val="exact"/>
        </dgm:presLayoutVars>
      </dgm:prSet>
      <dgm:spPr/>
    </dgm:pt>
    <dgm:pt modelId="{EFECA1F4-F148-4C07-B74E-4C899DAD8525}" type="pres">
      <dgm:prSet presAssocID="{E8722FDA-C1B4-4D1D-8E4A-3B505B1F1938}" presName="container" presStyleCnt="0">
        <dgm:presLayoutVars>
          <dgm:dir/>
          <dgm:resizeHandles val="exact"/>
        </dgm:presLayoutVars>
      </dgm:prSet>
      <dgm:spPr/>
    </dgm:pt>
    <dgm:pt modelId="{120CA3D2-E321-4677-A9CF-6D2DFD08368A}" type="pres">
      <dgm:prSet presAssocID="{7A24C940-EF37-46C2-AD31-86B148741735}" presName="compNode" presStyleCnt="0"/>
      <dgm:spPr/>
    </dgm:pt>
    <dgm:pt modelId="{19A3176D-9D06-4B67-A61A-31765E6A260C}" type="pres">
      <dgm:prSet presAssocID="{7A24C940-EF37-46C2-AD31-86B148741735}" presName="iconBgRect" presStyleLbl="bgShp" presStyleIdx="0" presStyleCnt="7"/>
      <dgm:spPr/>
    </dgm:pt>
    <dgm:pt modelId="{AE86C6BA-1948-4A5A-A2EE-DAB7A12CD1CE}" type="pres">
      <dgm:prSet presAssocID="{7A24C940-EF37-46C2-AD31-86B148741735}" presName="iconRect" presStyleLbl="node1" presStyleIdx="0" presStyleCnt="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Thumbs Up Sign"/>
        </a:ext>
      </dgm:extLst>
    </dgm:pt>
    <dgm:pt modelId="{5C9CDFB2-A255-4AE7-858F-5837DFBF1757}" type="pres">
      <dgm:prSet presAssocID="{7A24C940-EF37-46C2-AD31-86B148741735}" presName="spaceRect" presStyleCnt="0"/>
      <dgm:spPr/>
    </dgm:pt>
    <dgm:pt modelId="{DF160CFB-36FE-4222-8CFF-B42A01F093DE}" type="pres">
      <dgm:prSet presAssocID="{7A24C940-EF37-46C2-AD31-86B148741735}" presName="textRect" presStyleLbl="revTx" presStyleIdx="0" presStyleCnt="7">
        <dgm:presLayoutVars>
          <dgm:chMax val="1"/>
          <dgm:chPref val="1"/>
        </dgm:presLayoutVars>
      </dgm:prSet>
      <dgm:spPr/>
    </dgm:pt>
    <dgm:pt modelId="{6C257A0D-28E8-43AA-902A-2D60056AFA8B}" type="pres">
      <dgm:prSet presAssocID="{75B9DED6-B31F-4AB6-ABD6-D63792073E86}" presName="sibTrans" presStyleLbl="sibTrans2D1" presStyleIdx="0" presStyleCnt="0"/>
      <dgm:spPr/>
    </dgm:pt>
    <dgm:pt modelId="{0716B90D-A77F-4359-912E-BAA89785E0AB}" type="pres">
      <dgm:prSet presAssocID="{9038E9FB-DC49-496E-8FB2-C21C61A03CA0}" presName="compNode" presStyleCnt="0"/>
      <dgm:spPr/>
    </dgm:pt>
    <dgm:pt modelId="{12C3CAE8-BF37-4CB9-9EFF-7A2FF84BA098}" type="pres">
      <dgm:prSet presAssocID="{9038E9FB-DC49-496E-8FB2-C21C61A03CA0}" presName="iconBgRect" presStyleLbl="bgShp" presStyleIdx="1" presStyleCnt="7" custLinFactY="200000" custLinFactNeighborX="16793" custLinFactNeighborY="210224"/>
      <dgm:spPr/>
    </dgm:pt>
    <dgm:pt modelId="{794AAC47-9417-4FC8-BBB8-6BE59021AFBA}" type="pres">
      <dgm:prSet presAssocID="{9038E9FB-DC49-496E-8FB2-C21C61A03CA0}" presName="iconRect" presStyleLbl="node1" presStyleIdx="1" presStyleCnt="7" custLinFactY="309350" custLinFactNeighborX="28953" custLinFactNeighborY="400000"/>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atabase"/>
        </a:ext>
      </dgm:extLst>
    </dgm:pt>
    <dgm:pt modelId="{F11AEAD4-37CA-472C-8D4D-40B47FEF5698}" type="pres">
      <dgm:prSet presAssocID="{9038E9FB-DC49-496E-8FB2-C21C61A03CA0}" presName="spaceRect" presStyleCnt="0"/>
      <dgm:spPr/>
    </dgm:pt>
    <dgm:pt modelId="{F7037755-0CDB-4349-B0ED-E44C98503151}" type="pres">
      <dgm:prSet presAssocID="{9038E9FB-DC49-496E-8FB2-C21C61A03CA0}" presName="textRect" presStyleLbl="revTx" presStyleIdx="1" presStyleCnt="7" custLinFactY="200000" custLinFactNeighborX="4580" custLinFactNeighborY="222218">
        <dgm:presLayoutVars>
          <dgm:chMax val="1"/>
          <dgm:chPref val="1"/>
        </dgm:presLayoutVars>
      </dgm:prSet>
      <dgm:spPr/>
    </dgm:pt>
    <dgm:pt modelId="{6DAFBFA7-724C-41EC-B87B-122B612811E1}" type="pres">
      <dgm:prSet presAssocID="{DB3BFB9F-AF3C-4E0B-ADE7-08742396AE60}" presName="sibTrans" presStyleLbl="sibTrans2D1" presStyleIdx="0" presStyleCnt="0"/>
      <dgm:spPr/>
    </dgm:pt>
    <dgm:pt modelId="{A9B14861-F53C-4A1D-A34B-0449D5DC09B5}" type="pres">
      <dgm:prSet presAssocID="{370DF63D-1ED4-41BC-8DF9-6B7C5BEC1D52}" presName="compNode" presStyleCnt="0"/>
      <dgm:spPr/>
    </dgm:pt>
    <dgm:pt modelId="{3F9598C2-68E3-4171-97BF-A210FAD8AAE3}" type="pres">
      <dgm:prSet presAssocID="{370DF63D-1ED4-41BC-8DF9-6B7C5BEC1D52}" presName="iconBgRect" presStyleLbl="bgShp" presStyleIdx="2" presStyleCnt="7" custLinFactY="200000" custLinFactNeighborX="2399" custLinFactNeighborY="207825"/>
      <dgm:spPr/>
    </dgm:pt>
    <dgm:pt modelId="{0E19E301-87E8-4EB6-8388-08F14616EE6D}" type="pres">
      <dgm:prSet presAssocID="{370DF63D-1ED4-41BC-8DF9-6B7C5BEC1D52}" presName="iconRect" presStyleLbl="node1" presStyleIdx="2" presStyleCnt="7" custLinFactY="303146" custLinFactNeighborX="8272" custLinFactNeighborY="400000"/>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Maze"/>
        </a:ext>
      </dgm:extLst>
    </dgm:pt>
    <dgm:pt modelId="{21F0A75C-61CC-4D1B-B776-B7061F85FBD1}" type="pres">
      <dgm:prSet presAssocID="{370DF63D-1ED4-41BC-8DF9-6B7C5BEC1D52}" presName="spaceRect" presStyleCnt="0"/>
      <dgm:spPr/>
    </dgm:pt>
    <dgm:pt modelId="{FDB3B4F8-3BC9-441B-90AC-4436132CAE1F}" type="pres">
      <dgm:prSet presAssocID="{370DF63D-1ED4-41BC-8DF9-6B7C5BEC1D52}" presName="textRect" presStyleLbl="revTx" presStyleIdx="2" presStyleCnt="7" custLinFactY="200000" custLinFactNeighborX="-1527" custLinFactNeighborY="216221">
        <dgm:presLayoutVars>
          <dgm:chMax val="1"/>
          <dgm:chPref val="1"/>
        </dgm:presLayoutVars>
      </dgm:prSet>
      <dgm:spPr/>
    </dgm:pt>
    <dgm:pt modelId="{55DC5460-6EAD-45F7-8F2A-9DF453F1D2F6}" type="pres">
      <dgm:prSet presAssocID="{F6D5B5D5-89A5-4476-A38F-10D0A9406EBF}" presName="sibTrans" presStyleLbl="sibTrans2D1" presStyleIdx="0" presStyleCnt="0"/>
      <dgm:spPr/>
    </dgm:pt>
    <dgm:pt modelId="{BCA6D7C8-794E-4644-AB89-504374583F33}" type="pres">
      <dgm:prSet presAssocID="{A8377D7B-743C-4DA2-B890-C872798DCD0E}" presName="compNode" presStyleCnt="0"/>
      <dgm:spPr/>
    </dgm:pt>
    <dgm:pt modelId="{12CC5254-0E03-48EB-BB0C-DF98FA2BD215}" type="pres">
      <dgm:prSet presAssocID="{A8377D7B-743C-4DA2-B890-C872798DCD0E}" presName="iconBgRect" presStyleLbl="bgShp" presStyleIdx="3" presStyleCnt="7"/>
      <dgm:spPr/>
    </dgm:pt>
    <dgm:pt modelId="{3EBC5BB7-760B-4CEC-90CD-DAA1F2744DD9}" type="pres">
      <dgm:prSet presAssocID="{A8377D7B-743C-4DA2-B890-C872798DCD0E}" presName="iconRect" presStyleLbl="node1" presStyleIdx="3" presStyleCnt="7"/>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Statistics"/>
        </a:ext>
      </dgm:extLst>
    </dgm:pt>
    <dgm:pt modelId="{C8B90D3D-ACA6-45F3-809B-6BE085C8A8F8}" type="pres">
      <dgm:prSet presAssocID="{A8377D7B-743C-4DA2-B890-C872798DCD0E}" presName="spaceRect" presStyleCnt="0"/>
      <dgm:spPr/>
    </dgm:pt>
    <dgm:pt modelId="{870B6BE3-5EF9-475F-BA78-E86B9D65B2D1}" type="pres">
      <dgm:prSet presAssocID="{A8377D7B-743C-4DA2-B890-C872798DCD0E}" presName="textRect" presStyleLbl="revTx" presStyleIdx="3" presStyleCnt="7" custLinFactNeighborX="-1018" custLinFactNeighborY="-25189">
        <dgm:presLayoutVars>
          <dgm:chMax val="1"/>
          <dgm:chPref val="1"/>
        </dgm:presLayoutVars>
      </dgm:prSet>
      <dgm:spPr/>
    </dgm:pt>
    <dgm:pt modelId="{ABFA633F-EEC9-4B44-BD04-1BEF1BB6C708}" type="pres">
      <dgm:prSet presAssocID="{B17A9FD8-38B5-427D-AF72-BFA1281E3D36}" presName="sibTrans" presStyleLbl="sibTrans2D1" presStyleIdx="0" presStyleCnt="0"/>
      <dgm:spPr/>
    </dgm:pt>
    <dgm:pt modelId="{AFACE4D2-1F58-46C6-954C-BACD842F580C}" type="pres">
      <dgm:prSet presAssocID="{2192A192-2FB3-4C23-AD74-AF8CCDBC3439}" presName="compNode" presStyleCnt="0"/>
      <dgm:spPr/>
    </dgm:pt>
    <dgm:pt modelId="{B3C610ED-EB16-4E75-BCF9-33AAC9908642}" type="pres">
      <dgm:prSet presAssocID="{2192A192-2FB3-4C23-AD74-AF8CCDBC3439}" presName="iconBgRect" presStyleLbl="bgShp" presStyleIdx="4" presStyleCnt="7"/>
      <dgm:spPr/>
    </dgm:pt>
    <dgm:pt modelId="{2FBA57E8-DD63-473C-9B04-0512C6AE1C67}" type="pres">
      <dgm:prSet presAssocID="{2192A192-2FB3-4C23-AD74-AF8CCDBC3439}" presName="iconRect" presStyleLbl="node1" presStyleIdx="4" presStyleCnt="7"/>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Diploma Roll"/>
        </a:ext>
      </dgm:extLst>
    </dgm:pt>
    <dgm:pt modelId="{ECE23E00-E4AF-4410-8789-0769A5848FD3}" type="pres">
      <dgm:prSet presAssocID="{2192A192-2FB3-4C23-AD74-AF8CCDBC3439}" presName="spaceRect" presStyleCnt="0"/>
      <dgm:spPr/>
    </dgm:pt>
    <dgm:pt modelId="{863CC52F-7AF0-40EA-9ADD-3CBA0613A617}" type="pres">
      <dgm:prSet presAssocID="{2192A192-2FB3-4C23-AD74-AF8CCDBC3439}" presName="textRect" presStyleLbl="revTx" presStyleIdx="4" presStyleCnt="7">
        <dgm:presLayoutVars>
          <dgm:chMax val="1"/>
          <dgm:chPref val="1"/>
        </dgm:presLayoutVars>
      </dgm:prSet>
      <dgm:spPr/>
    </dgm:pt>
    <dgm:pt modelId="{3AEED605-31D4-48F9-AC7A-867B09537F4D}" type="pres">
      <dgm:prSet presAssocID="{1E277884-00FB-426A-AFBA-1DFEBBF9B21A}" presName="sibTrans" presStyleLbl="sibTrans2D1" presStyleIdx="0" presStyleCnt="0"/>
      <dgm:spPr/>
    </dgm:pt>
    <dgm:pt modelId="{3DDA7E1A-9E43-4D6F-9584-CD1CADA38438}" type="pres">
      <dgm:prSet presAssocID="{3CB5B9F4-1D98-418B-A749-DE27144D1C62}" presName="compNode" presStyleCnt="0"/>
      <dgm:spPr/>
    </dgm:pt>
    <dgm:pt modelId="{9397A070-E372-4A6F-AE12-B47DD50F6F81}" type="pres">
      <dgm:prSet presAssocID="{3CB5B9F4-1D98-418B-A749-DE27144D1C62}" presName="iconBgRect" presStyleLbl="bgShp" presStyleIdx="5" presStyleCnt="7"/>
      <dgm:spPr/>
    </dgm:pt>
    <dgm:pt modelId="{7454DFBA-87AE-43EA-8727-B15D26D03718}" type="pres">
      <dgm:prSet presAssocID="{3CB5B9F4-1D98-418B-A749-DE27144D1C62}" presName="iconRect" presStyleLbl="node1" presStyleIdx="5" presStyleCnt="7"/>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Books"/>
        </a:ext>
      </dgm:extLst>
    </dgm:pt>
    <dgm:pt modelId="{D042028C-023A-469F-BE60-CE107EBB3EE3}" type="pres">
      <dgm:prSet presAssocID="{3CB5B9F4-1D98-418B-A749-DE27144D1C62}" presName="spaceRect" presStyleCnt="0"/>
      <dgm:spPr/>
    </dgm:pt>
    <dgm:pt modelId="{2589F530-2359-46D0-8DB9-4161BDDF2C6C}" type="pres">
      <dgm:prSet presAssocID="{3CB5B9F4-1D98-418B-A749-DE27144D1C62}" presName="textRect" presStyleLbl="revTx" presStyleIdx="5" presStyleCnt="7">
        <dgm:presLayoutVars>
          <dgm:chMax val="1"/>
          <dgm:chPref val="1"/>
        </dgm:presLayoutVars>
      </dgm:prSet>
      <dgm:spPr/>
    </dgm:pt>
    <dgm:pt modelId="{CFCF9D26-5F18-4795-9310-B0552B6D3F6C}" type="pres">
      <dgm:prSet presAssocID="{AD795CE4-E8CD-497A-95D4-7216581EF214}" presName="sibTrans" presStyleLbl="sibTrans2D1" presStyleIdx="0" presStyleCnt="0"/>
      <dgm:spPr/>
    </dgm:pt>
    <dgm:pt modelId="{2B709308-BEBB-496D-A792-153F897CF140}" type="pres">
      <dgm:prSet presAssocID="{C3EAD8DA-2BB0-48CD-B77E-5D6E6B92BCA5}" presName="compNode" presStyleCnt="0"/>
      <dgm:spPr/>
    </dgm:pt>
    <dgm:pt modelId="{A9C3C99B-5697-48DF-8F95-C7E17706821F}" type="pres">
      <dgm:prSet presAssocID="{C3EAD8DA-2BB0-48CD-B77E-5D6E6B92BCA5}" presName="iconBgRect" presStyleLbl="bgShp" presStyleIdx="6" presStyleCnt="7"/>
      <dgm:spPr/>
    </dgm:pt>
    <dgm:pt modelId="{9E835CD9-124E-4333-98A8-FD0D7CDD7FA7}" type="pres">
      <dgm:prSet presAssocID="{C3EAD8DA-2BB0-48CD-B77E-5D6E6B92BCA5}" presName="iconRect" presStyleLbl="node1" presStyleIdx="6" presStyleCnt="7"/>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dgm:spPr>
      <dgm:extLst>
        <a:ext uri="{E40237B7-FDA0-4F09-8148-C483321AD2D9}">
          <dgm14:cNvPr xmlns:dgm14="http://schemas.microsoft.com/office/drawing/2010/diagram" id="0" name="" descr="Processor"/>
        </a:ext>
      </dgm:extLst>
    </dgm:pt>
    <dgm:pt modelId="{83117893-A6FF-46A7-B700-44C8821B2464}" type="pres">
      <dgm:prSet presAssocID="{C3EAD8DA-2BB0-48CD-B77E-5D6E6B92BCA5}" presName="spaceRect" presStyleCnt="0"/>
      <dgm:spPr/>
    </dgm:pt>
    <dgm:pt modelId="{DDF9FD94-CDFE-45DF-985C-0AB220EFFC40}" type="pres">
      <dgm:prSet presAssocID="{C3EAD8DA-2BB0-48CD-B77E-5D6E6B92BCA5}" presName="textRect" presStyleLbl="revTx" presStyleIdx="6" presStyleCnt="7">
        <dgm:presLayoutVars>
          <dgm:chMax val="1"/>
          <dgm:chPref val="1"/>
        </dgm:presLayoutVars>
      </dgm:prSet>
      <dgm:spPr/>
    </dgm:pt>
  </dgm:ptLst>
  <dgm:cxnLst>
    <dgm:cxn modelId="{6C08590E-33B1-49E6-8673-F64E23E94D56}" srcId="{E8722FDA-C1B4-4D1D-8E4A-3B505B1F1938}" destId="{7A24C940-EF37-46C2-AD31-86B148741735}" srcOrd="0" destOrd="0" parTransId="{09CB604B-35C7-4D9B-8F19-813E54761F6B}" sibTransId="{75B9DED6-B31F-4AB6-ABD6-D63792073E86}"/>
    <dgm:cxn modelId="{971D7811-243E-4A6F-8D0D-024B4E8959DA}" type="presOf" srcId="{C3EAD8DA-2BB0-48CD-B77E-5D6E6B92BCA5}" destId="{DDF9FD94-CDFE-45DF-985C-0AB220EFFC40}" srcOrd="0" destOrd="0" presId="urn:microsoft.com/office/officeart/2018/2/layout/IconCircleList"/>
    <dgm:cxn modelId="{B2959C1B-4F31-455A-ACBE-C78091E2FA5F}" type="presOf" srcId="{3CB5B9F4-1D98-418B-A749-DE27144D1C62}" destId="{2589F530-2359-46D0-8DB9-4161BDDF2C6C}" srcOrd="0" destOrd="0" presId="urn:microsoft.com/office/officeart/2018/2/layout/IconCircleList"/>
    <dgm:cxn modelId="{9E1F2A21-5E92-4EE5-9B1A-0DFE0A1550ED}" srcId="{E8722FDA-C1B4-4D1D-8E4A-3B505B1F1938}" destId="{A8377D7B-743C-4DA2-B890-C872798DCD0E}" srcOrd="3" destOrd="0" parTransId="{763E65CD-F6C5-4764-A73A-87E7002EB221}" sibTransId="{B17A9FD8-38B5-427D-AF72-BFA1281E3D36}"/>
    <dgm:cxn modelId="{C5FF123C-E8D5-4948-8EA6-D8F3F9CA2731}" srcId="{E8722FDA-C1B4-4D1D-8E4A-3B505B1F1938}" destId="{3CB5B9F4-1D98-418B-A749-DE27144D1C62}" srcOrd="5" destOrd="0" parTransId="{CCFC2C5B-DE3F-4E3C-A208-CEAD5AF6B596}" sibTransId="{AD795CE4-E8CD-497A-95D4-7216581EF214}"/>
    <dgm:cxn modelId="{0A54263E-DC9F-4B7C-8F68-AD357ADFFBB0}" type="presOf" srcId="{7A24C940-EF37-46C2-AD31-86B148741735}" destId="{DF160CFB-36FE-4222-8CFF-B42A01F093DE}" srcOrd="0" destOrd="0" presId="urn:microsoft.com/office/officeart/2018/2/layout/IconCircleList"/>
    <dgm:cxn modelId="{7A602661-7659-424D-8AF0-5E0608BAA743}" type="presOf" srcId="{2192A192-2FB3-4C23-AD74-AF8CCDBC3439}" destId="{863CC52F-7AF0-40EA-9ADD-3CBA0613A617}" srcOrd="0" destOrd="0" presId="urn:microsoft.com/office/officeart/2018/2/layout/IconCircleList"/>
    <dgm:cxn modelId="{ABCF6C43-A2D3-4E35-B358-AC76C630C37D}" type="presOf" srcId="{1E277884-00FB-426A-AFBA-1DFEBBF9B21A}" destId="{3AEED605-31D4-48F9-AC7A-867B09537F4D}" srcOrd="0" destOrd="0" presId="urn:microsoft.com/office/officeart/2018/2/layout/IconCircleList"/>
    <dgm:cxn modelId="{42A5E749-C588-4F0D-879C-22D17DA25711}" type="presOf" srcId="{B17A9FD8-38B5-427D-AF72-BFA1281E3D36}" destId="{ABFA633F-EEC9-4B44-BD04-1BEF1BB6C708}" srcOrd="0" destOrd="0" presId="urn:microsoft.com/office/officeart/2018/2/layout/IconCircleList"/>
    <dgm:cxn modelId="{14167958-19CD-46DF-A454-D2CA6C88F155}" srcId="{E8722FDA-C1B4-4D1D-8E4A-3B505B1F1938}" destId="{2192A192-2FB3-4C23-AD74-AF8CCDBC3439}" srcOrd="4" destOrd="0" parTransId="{4F0D8D74-E857-416E-A7D3-402B23FC06BB}" sibTransId="{1E277884-00FB-426A-AFBA-1DFEBBF9B21A}"/>
    <dgm:cxn modelId="{95BD9280-B29A-48B2-B913-BD95BCE2879C}" type="presOf" srcId="{F6D5B5D5-89A5-4476-A38F-10D0A9406EBF}" destId="{55DC5460-6EAD-45F7-8F2A-9DF453F1D2F6}" srcOrd="0" destOrd="0" presId="urn:microsoft.com/office/officeart/2018/2/layout/IconCircleList"/>
    <dgm:cxn modelId="{7E7E7C8D-9CB5-467C-9CBC-824C57186878}" type="presOf" srcId="{AD795CE4-E8CD-497A-95D4-7216581EF214}" destId="{CFCF9D26-5F18-4795-9310-B0552B6D3F6C}" srcOrd="0" destOrd="0" presId="urn:microsoft.com/office/officeart/2018/2/layout/IconCircleList"/>
    <dgm:cxn modelId="{583B7A99-9C77-4B8C-93CE-B0C90202AAA9}" type="presOf" srcId="{A8377D7B-743C-4DA2-B890-C872798DCD0E}" destId="{870B6BE3-5EF9-475F-BA78-E86B9D65B2D1}" srcOrd="0" destOrd="0" presId="urn:microsoft.com/office/officeart/2018/2/layout/IconCircleList"/>
    <dgm:cxn modelId="{C7487DA9-563D-448B-AA39-F1ABA3A8BC58}" type="presOf" srcId="{DB3BFB9F-AF3C-4E0B-ADE7-08742396AE60}" destId="{6DAFBFA7-724C-41EC-B87B-122B612811E1}" srcOrd="0" destOrd="0" presId="urn:microsoft.com/office/officeart/2018/2/layout/IconCircleList"/>
    <dgm:cxn modelId="{E23D4FAB-321B-451C-B2F2-B3533EB65F93}" srcId="{E8722FDA-C1B4-4D1D-8E4A-3B505B1F1938}" destId="{C3EAD8DA-2BB0-48CD-B77E-5D6E6B92BCA5}" srcOrd="6" destOrd="0" parTransId="{867652A3-0C7C-4D07-BF15-1C3BD0DFC6E8}" sibTransId="{80187C77-6949-4C30-8AAC-41D499C27DDE}"/>
    <dgm:cxn modelId="{E94C5FB0-F848-4CF9-9539-C8469F9B186B}" srcId="{E8722FDA-C1B4-4D1D-8E4A-3B505B1F1938}" destId="{370DF63D-1ED4-41BC-8DF9-6B7C5BEC1D52}" srcOrd="2" destOrd="0" parTransId="{EDBB26C8-595A-4C8E-A00F-0F8994A76936}" sibTransId="{F6D5B5D5-89A5-4476-A38F-10D0A9406EBF}"/>
    <dgm:cxn modelId="{98A54DB9-BC3E-41C0-A7B7-C84C01C20BD6}" type="presOf" srcId="{E8722FDA-C1B4-4D1D-8E4A-3B505B1F1938}" destId="{51308634-45BA-4F9F-97B1-DA2E08249862}" srcOrd="0" destOrd="0" presId="urn:microsoft.com/office/officeart/2018/2/layout/IconCircleList"/>
    <dgm:cxn modelId="{3F5B60EE-3F69-4B82-AB07-EED1DFCA4381}" srcId="{E8722FDA-C1B4-4D1D-8E4A-3B505B1F1938}" destId="{9038E9FB-DC49-496E-8FB2-C21C61A03CA0}" srcOrd="1" destOrd="0" parTransId="{2EDFF200-953D-4B60-9578-6888DE150A7B}" sibTransId="{DB3BFB9F-AF3C-4E0B-ADE7-08742396AE60}"/>
    <dgm:cxn modelId="{37B88DF0-1ED4-4EF9-A47F-24006F4462F4}" type="presOf" srcId="{9038E9FB-DC49-496E-8FB2-C21C61A03CA0}" destId="{F7037755-0CDB-4349-B0ED-E44C98503151}" srcOrd="0" destOrd="0" presId="urn:microsoft.com/office/officeart/2018/2/layout/IconCircleList"/>
    <dgm:cxn modelId="{314480F5-1619-4F1E-AEF5-CD850855741E}" type="presOf" srcId="{370DF63D-1ED4-41BC-8DF9-6B7C5BEC1D52}" destId="{FDB3B4F8-3BC9-441B-90AC-4436132CAE1F}" srcOrd="0" destOrd="0" presId="urn:microsoft.com/office/officeart/2018/2/layout/IconCircleList"/>
    <dgm:cxn modelId="{796B75FE-C1A8-46C8-9D7C-A982B5D34EB4}" type="presOf" srcId="{75B9DED6-B31F-4AB6-ABD6-D63792073E86}" destId="{6C257A0D-28E8-43AA-902A-2D60056AFA8B}" srcOrd="0" destOrd="0" presId="urn:microsoft.com/office/officeart/2018/2/layout/IconCircleList"/>
    <dgm:cxn modelId="{97E1EDF8-C877-498F-AB76-224201DE4305}" type="presParOf" srcId="{51308634-45BA-4F9F-97B1-DA2E08249862}" destId="{EFECA1F4-F148-4C07-B74E-4C899DAD8525}" srcOrd="0" destOrd="0" presId="urn:microsoft.com/office/officeart/2018/2/layout/IconCircleList"/>
    <dgm:cxn modelId="{ECD4072E-4C6B-47A4-A598-639D28F602AB}" type="presParOf" srcId="{EFECA1F4-F148-4C07-B74E-4C899DAD8525}" destId="{120CA3D2-E321-4677-A9CF-6D2DFD08368A}" srcOrd="0" destOrd="0" presId="urn:microsoft.com/office/officeart/2018/2/layout/IconCircleList"/>
    <dgm:cxn modelId="{6E2622D6-080A-49F9-84A9-1709B2DB4601}" type="presParOf" srcId="{120CA3D2-E321-4677-A9CF-6D2DFD08368A}" destId="{19A3176D-9D06-4B67-A61A-31765E6A260C}" srcOrd="0" destOrd="0" presId="urn:microsoft.com/office/officeart/2018/2/layout/IconCircleList"/>
    <dgm:cxn modelId="{7B911666-9314-4F47-94A7-EB4A7529E688}" type="presParOf" srcId="{120CA3D2-E321-4677-A9CF-6D2DFD08368A}" destId="{AE86C6BA-1948-4A5A-A2EE-DAB7A12CD1CE}" srcOrd="1" destOrd="0" presId="urn:microsoft.com/office/officeart/2018/2/layout/IconCircleList"/>
    <dgm:cxn modelId="{A2DF295D-C785-4D14-8B8B-26D2A1BEBFEB}" type="presParOf" srcId="{120CA3D2-E321-4677-A9CF-6D2DFD08368A}" destId="{5C9CDFB2-A255-4AE7-858F-5837DFBF1757}" srcOrd="2" destOrd="0" presId="urn:microsoft.com/office/officeart/2018/2/layout/IconCircleList"/>
    <dgm:cxn modelId="{7E637AD4-5951-4D39-A881-71894BCADB63}" type="presParOf" srcId="{120CA3D2-E321-4677-A9CF-6D2DFD08368A}" destId="{DF160CFB-36FE-4222-8CFF-B42A01F093DE}" srcOrd="3" destOrd="0" presId="urn:microsoft.com/office/officeart/2018/2/layout/IconCircleList"/>
    <dgm:cxn modelId="{99DCD4BF-A12D-4CCC-88D6-D0A81A157C10}" type="presParOf" srcId="{EFECA1F4-F148-4C07-B74E-4C899DAD8525}" destId="{6C257A0D-28E8-43AA-902A-2D60056AFA8B}" srcOrd="1" destOrd="0" presId="urn:microsoft.com/office/officeart/2018/2/layout/IconCircleList"/>
    <dgm:cxn modelId="{DAAEB002-BEE0-4212-8C2D-AFCABEDEAF25}" type="presParOf" srcId="{EFECA1F4-F148-4C07-B74E-4C899DAD8525}" destId="{0716B90D-A77F-4359-912E-BAA89785E0AB}" srcOrd="2" destOrd="0" presId="urn:microsoft.com/office/officeart/2018/2/layout/IconCircleList"/>
    <dgm:cxn modelId="{EC25E4B5-3F79-47B0-9270-A44D4BC788C8}" type="presParOf" srcId="{0716B90D-A77F-4359-912E-BAA89785E0AB}" destId="{12C3CAE8-BF37-4CB9-9EFF-7A2FF84BA098}" srcOrd="0" destOrd="0" presId="urn:microsoft.com/office/officeart/2018/2/layout/IconCircleList"/>
    <dgm:cxn modelId="{FEB8A068-5B3A-432E-B98F-83EE92E2380D}" type="presParOf" srcId="{0716B90D-A77F-4359-912E-BAA89785E0AB}" destId="{794AAC47-9417-4FC8-BBB8-6BE59021AFBA}" srcOrd="1" destOrd="0" presId="urn:microsoft.com/office/officeart/2018/2/layout/IconCircleList"/>
    <dgm:cxn modelId="{769DE106-F4B9-4F99-8514-024A7AAD138B}" type="presParOf" srcId="{0716B90D-A77F-4359-912E-BAA89785E0AB}" destId="{F11AEAD4-37CA-472C-8D4D-40B47FEF5698}" srcOrd="2" destOrd="0" presId="urn:microsoft.com/office/officeart/2018/2/layout/IconCircleList"/>
    <dgm:cxn modelId="{039F35B6-70AF-49DA-AC72-DD87A4227195}" type="presParOf" srcId="{0716B90D-A77F-4359-912E-BAA89785E0AB}" destId="{F7037755-0CDB-4349-B0ED-E44C98503151}" srcOrd="3" destOrd="0" presId="urn:microsoft.com/office/officeart/2018/2/layout/IconCircleList"/>
    <dgm:cxn modelId="{F20E1E32-AED6-443B-A619-15818D4960DB}" type="presParOf" srcId="{EFECA1F4-F148-4C07-B74E-4C899DAD8525}" destId="{6DAFBFA7-724C-41EC-B87B-122B612811E1}" srcOrd="3" destOrd="0" presId="urn:microsoft.com/office/officeart/2018/2/layout/IconCircleList"/>
    <dgm:cxn modelId="{57315CBE-1732-4B1A-A192-09BCA45E2FA1}" type="presParOf" srcId="{EFECA1F4-F148-4C07-B74E-4C899DAD8525}" destId="{A9B14861-F53C-4A1D-A34B-0449D5DC09B5}" srcOrd="4" destOrd="0" presId="urn:microsoft.com/office/officeart/2018/2/layout/IconCircleList"/>
    <dgm:cxn modelId="{C31E1B99-0431-4DDE-9C59-58E683058B7F}" type="presParOf" srcId="{A9B14861-F53C-4A1D-A34B-0449D5DC09B5}" destId="{3F9598C2-68E3-4171-97BF-A210FAD8AAE3}" srcOrd="0" destOrd="0" presId="urn:microsoft.com/office/officeart/2018/2/layout/IconCircleList"/>
    <dgm:cxn modelId="{D25A7FC3-648B-474E-9AA3-4EA21DC708EF}" type="presParOf" srcId="{A9B14861-F53C-4A1D-A34B-0449D5DC09B5}" destId="{0E19E301-87E8-4EB6-8388-08F14616EE6D}" srcOrd="1" destOrd="0" presId="urn:microsoft.com/office/officeart/2018/2/layout/IconCircleList"/>
    <dgm:cxn modelId="{816ADEE5-D95E-40CF-8C92-F85E85BD888C}" type="presParOf" srcId="{A9B14861-F53C-4A1D-A34B-0449D5DC09B5}" destId="{21F0A75C-61CC-4D1B-B776-B7061F85FBD1}" srcOrd="2" destOrd="0" presId="urn:microsoft.com/office/officeart/2018/2/layout/IconCircleList"/>
    <dgm:cxn modelId="{B5F6FE10-C455-4A65-BA59-717D64A6C28F}" type="presParOf" srcId="{A9B14861-F53C-4A1D-A34B-0449D5DC09B5}" destId="{FDB3B4F8-3BC9-441B-90AC-4436132CAE1F}" srcOrd="3" destOrd="0" presId="urn:microsoft.com/office/officeart/2018/2/layout/IconCircleList"/>
    <dgm:cxn modelId="{B7015522-4CC1-4733-98F7-6318F28D9461}" type="presParOf" srcId="{EFECA1F4-F148-4C07-B74E-4C899DAD8525}" destId="{55DC5460-6EAD-45F7-8F2A-9DF453F1D2F6}" srcOrd="5" destOrd="0" presId="urn:microsoft.com/office/officeart/2018/2/layout/IconCircleList"/>
    <dgm:cxn modelId="{E4C6412E-3393-408D-A471-BA96D5D78F13}" type="presParOf" srcId="{EFECA1F4-F148-4C07-B74E-4C899DAD8525}" destId="{BCA6D7C8-794E-4644-AB89-504374583F33}" srcOrd="6" destOrd="0" presId="urn:microsoft.com/office/officeart/2018/2/layout/IconCircleList"/>
    <dgm:cxn modelId="{C6564C8E-1ABB-4F68-A9E3-E6ECF27EB38B}" type="presParOf" srcId="{BCA6D7C8-794E-4644-AB89-504374583F33}" destId="{12CC5254-0E03-48EB-BB0C-DF98FA2BD215}" srcOrd="0" destOrd="0" presId="urn:microsoft.com/office/officeart/2018/2/layout/IconCircleList"/>
    <dgm:cxn modelId="{541EBE7A-BCC4-4D3D-985E-BF7DEDB26452}" type="presParOf" srcId="{BCA6D7C8-794E-4644-AB89-504374583F33}" destId="{3EBC5BB7-760B-4CEC-90CD-DAA1F2744DD9}" srcOrd="1" destOrd="0" presId="urn:microsoft.com/office/officeart/2018/2/layout/IconCircleList"/>
    <dgm:cxn modelId="{9C09606E-6AB0-4EA2-B04B-5D2DD0EF82A1}" type="presParOf" srcId="{BCA6D7C8-794E-4644-AB89-504374583F33}" destId="{C8B90D3D-ACA6-45F3-809B-6BE085C8A8F8}" srcOrd="2" destOrd="0" presId="urn:microsoft.com/office/officeart/2018/2/layout/IconCircleList"/>
    <dgm:cxn modelId="{1E819A72-8D68-46DA-9A71-25F955423DF0}" type="presParOf" srcId="{BCA6D7C8-794E-4644-AB89-504374583F33}" destId="{870B6BE3-5EF9-475F-BA78-E86B9D65B2D1}" srcOrd="3" destOrd="0" presId="urn:microsoft.com/office/officeart/2018/2/layout/IconCircleList"/>
    <dgm:cxn modelId="{4228260D-F703-4796-A001-C303B4807066}" type="presParOf" srcId="{EFECA1F4-F148-4C07-B74E-4C899DAD8525}" destId="{ABFA633F-EEC9-4B44-BD04-1BEF1BB6C708}" srcOrd="7" destOrd="0" presId="urn:microsoft.com/office/officeart/2018/2/layout/IconCircleList"/>
    <dgm:cxn modelId="{ACFBAFAA-D03E-4065-8739-E7DB2AB7D3B8}" type="presParOf" srcId="{EFECA1F4-F148-4C07-B74E-4C899DAD8525}" destId="{AFACE4D2-1F58-46C6-954C-BACD842F580C}" srcOrd="8" destOrd="0" presId="urn:microsoft.com/office/officeart/2018/2/layout/IconCircleList"/>
    <dgm:cxn modelId="{FF630010-5F3E-4051-969E-C8FAF06D6800}" type="presParOf" srcId="{AFACE4D2-1F58-46C6-954C-BACD842F580C}" destId="{B3C610ED-EB16-4E75-BCF9-33AAC9908642}" srcOrd="0" destOrd="0" presId="urn:microsoft.com/office/officeart/2018/2/layout/IconCircleList"/>
    <dgm:cxn modelId="{B8BAE395-0E87-4CC2-9824-31863563C073}" type="presParOf" srcId="{AFACE4D2-1F58-46C6-954C-BACD842F580C}" destId="{2FBA57E8-DD63-473C-9B04-0512C6AE1C67}" srcOrd="1" destOrd="0" presId="urn:microsoft.com/office/officeart/2018/2/layout/IconCircleList"/>
    <dgm:cxn modelId="{ED8CDBDB-ED16-411F-A4B3-3F5712B42505}" type="presParOf" srcId="{AFACE4D2-1F58-46C6-954C-BACD842F580C}" destId="{ECE23E00-E4AF-4410-8789-0769A5848FD3}" srcOrd="2" destOrd="0" presId="urn:microsoft.com/office/officeart/2018/2/layout/IconCircleList"/>
    <dgm:cxn modelId="{A6CFA6F2-297E-4B69-9653-BA1424E304CB}" type="presParOf" srcId="{AFACE4D2-1F58-46C6-954C-BACD842F580C}" destId="{863CC52F-7AF0-40EA-9ADD-3CBA0613A617}" srcOrd="3" destOrd="0" presId="urn:microsoft.com/office/officeart/2018/2/layout/IconCircleList"/>
    <dgm:cxn modelId="{190AAE47-AFF7-41EA-ADBA-8B29278E1A53}" type="presParOf" srcId="{EFECA1F4-F148-4C07-B74E-4C899DAD8525}" destId="{3AEED605-31D4-48F9-AC7A-867B09537F4D}" srcOrd="9" destOrd="0" presId="urn:microsoft.com/office/officeart/2018/2/layout/IconCircleList"/>
    <dgm:cxn modelId="{0A5B92D9-F840-4DFF-8B2C-79B5D0CF105B}" type="presParOf" srcId="{EFECA1F4-F148-4C07-B74E-4C899DAD8525}" destId="{3DDA7E1A-9E43-4D6F-9584-CD1CADA38438}" srcOrd="10" destOrd="0" presId="urn:microsoft.com/office/officeart/2018/2/layout/IconCircleList"/>
    <dgm:cxn modelId="{F0193424-57DB-461D-97FA-09D676AAA059}" type="presParOf" srcId="{3DDA7E1A-9E43-4D6F-9584-CD1CADA38438}" destId="{9397A070-E372-4A6F-AE12-B47DD50F6F81}" srcOrd="0" destOrd="0" presId="urn:microsoft.com/office/officeart/2018/2/layout/IconCircleList"/>
    <dgm:cxn modelId="{6BAEF754-88C4-473B-AB04-0913D688D551}" type="presParOf" srcId="{3DDA7E1A-9E43-4D6F-9584-CD1CADA38438}" destId="{7454DFBA-87AE-43EA-8727-B15D26D03718}" srcOrd="1" destOrd="0" presId="urn:microsoft.com/office/officeart/2018/2/layout/IconCircleList"/>
    <dgm:cxn modelId="{6B1CEC89-B0E2-442D-B065-F4C9B9C05987}" type="presParOf" srcId="{3DDA7E1A-9E43-4D6F-9584-CD1CADA38438}" destId="{D042028C-023A-469F-BE60-CE107EBB3EE3}" srcOrd="2" destOrd="0" presId="urn:microsoft.com/office/officeart/2018/2/layout/IconCircleList"/>
    <dgm:cxn modelId="{701762CF-C464-4140-BACF-E42437066785}" type="presParOf" srcId="{3DDA7E1A-9E43-4D6F-9584-CD1CADA38438}" destId="{2589F530-2359-46D0-8DB9-4161BDDF2C6C}" srcOrd="3" destOrd="0" presId="urn:microsoft.com/office/officeart/2018/2/layout/IconCircleList"/>
    <dgm:cxn modelId="{A95E241F-8971-4545-B249-A18DF494A6B7}" type="presParOf" srcId="{EFECA1F4-F148-4C07-B74E-4C899DAD8525}" destId="{CFCF9D26-5F18-4795-9310-B0552B6D3F6C}" srcOrd="11" destOrd="0" presId="urn:microsoft.com/office/officeart/2018/2/layout/IconCircleList"/>
    <dgm:cxn modelId="{5F707699-4699-40FF-881F-83BEE7ED3390}" type="presParOf" srcId="{EFECA1F4-F148-4C07-B74E-4C899DAD8525}" destId="{2B709308-BEBB-496D-A792-153F897CF140}" srcOrd="12" destOrd="0" presId="urn:microsoft.com/office/officeart/2018/2/layout/IconCircleList"/>
    <dgm:cxn modelId="{FA6F2E7B-4B1E-4D58-A81E-F2CB68F57364}" type="presParOf" srcId="{2B709308-BEBB-496D-A792-153F897CF140}" destId="{A9C3C99B-5697-48DF-8F95-C7E17706821F}" srcOrd="0" destOrd="0" presId="urn:microsoft.com/office/officeart/2018/2/layout/IconCircleList"/>
    <dgm:cxn modelId="{27791348-5213-4826-885F-E5DA9E36EE3D}" type="presParOf" srcId="{2B709308-BEBB-496D-A792-153F897CF140}" destId="{9E835CD9-124E-4333-98A8-FD0D7CDD7FA7}" srcOrd="1" destOrd="0" presId="urn:microsoft.com/office/officeart/2018/2/layout/IconCircleList"/>
    <dgm:cxn modelId="{9E5F9131-1577-4029-B2AB-078C538A530E}" type="presParOf" srcId="{2B709308-BEBB-496D-A792-153F897CF140}" destId="{83117893-A6FF-46A7-B700-44C8821B2464}" srcOrd="2" destOrd="0" presId="urn:microsoft.com/office/officeart/2018/2/layout/IconCircleList"/>
    <dgm:cxn modelId="{8A631299-256F-4D14-B65E-4DE4BC398D5F}" type="presParOf" srcId="{2B709308-BEBB-496D-A792-153F897CF140}" destId="{DDF9FD94-CDFE-45DF-985C-0AB220EFFC40}"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F693B2A-3946-4F85-BB5D-13503F4BAADD}"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C3C4CAB4-DCD4-4EB6-95C5-EF9AAA8107A8}">
      <dgm:prSet custT="1"/>
      <dgm:spPr/>
      <dgm:t>
        <a:bodyPr/>
        <a:lstStyle/>
        <a:p>
          <a:pPr>
            <a:lnSpc>
              <a:spcPct val="100000"/>
            </a:lnSpc>
          </a:pPr>
          <a:r>
            <a:rPr lang="en-US" sz="2200" b="1" dirty="0">
              <a:latin typeface="Times New Roman" panose="02020603050405020304" pitchFamily="18" charset="0"/>
              <a:cs typeface="Times New Roman" panose="02020603050405020304" pitchFamily="18" charset="0"/>
            </a:rPr>
            <a:t>Data Collection</a:t>
          </a:r>
          <a:r>
            <a:rPr lang="en-US" sz="2200" dirty="0">
              <a:latin typeface="Times New Roman" panose="02020603050405020304" pitchFamily="18" charset="0"/>
              <a:cs typeface="Times New Roman" panose="02020603050405020304" pitchFamily="18" charset="0"/>
            </a:rPr>
            <a:t>: Reviews are gathered, stored in CSV format, and imported for analysis.</a:t>
          </a:r>
        </a:p>
      </dgm:t>
    </dgm:pt>
    <dgm:pt modelId="{9E530E59-FFB0-4C76-8016-90D4A78C10B5}" type="parTrans" cxnId="{3F323CF3-F4C1-4C5E-BD54-E6299CF531A7}">
      <dgm:prSet/>
      <dgm:spPr/>
      <dgm:t>
        <a:bodyPr/>
        <a:lstStyle/>
        <a:p>
          <a:endParaRPr lang="en-US"/>
        </a:p>
      </dgm:t>
    </dgm:pt>
    <dgm:pt modelId="{82EDFD8D-6D92-4B0E-83D1-A60048D7A053}" type="sibTrans" cxnId="{3F323CF3-F4C1-4C5E-BD54-E6299CF531A7}">
      <dgm:prSet/>
      <dgm:spPr/>
      <dgm:t>
        <a:bodyPr/>
        <a:lstStyle/>
        <a:p>
          <a:endParaRPr lang="en-US"/>
        </a:p>
      </dgm:t>
    </dgm:pt>
    <dgm:pt modelId="{91769E56-7D43-4EE9-BD76-D34D7DEEDBE2}">
      <dgm:prSet custT="1"/>
      <dgm:spPr/>
      <dgm:t>
        <a:bodyPr/>
        <a:lstStyle/>
        <a:p>
          <a:pPr>
            <a:lnSpc>
              <a:spcPct val="100000"/>
            </a:lnSpc>
          </a:pPr>
          <a:r>
            <a:rPr lang="en-US" sz="2200" b="1" dirty="0">
              <a:latin typeface="Times New Roman" panose="02020603050405020304" pitchFamily="18" charset="0"/>
              <a:cs typeface="Times New Roman" panose="02020603050405020304" pitchFamily="18" charset="0"/>
            </a:rPr>
            <a:t>Exploratory Data Analysis (EDA)</a:t>
          </a:r>
          <a:r>
            <a:rPr lang="en-US" sz="2200" dirty="0">
              <a:latin typeface="Times New Roman" panose="02020603050405020304" pitchFamily="18" charset="0"/>
              <a:cs typeface="Times New Roman" panose="02020603050405020304" pitchFamily="18" charset="0"/>
            </a:rPr>
            <a:t>: Patterns in data, such as star rating distributions, are analyzed for insights.</a:t>
          </a:r>
        </a:p>
      </dgm:t>
    </dgm:pt>
    <dgm:pt modelId="{6CF94138-E8B3-4616-A485-764C4CAD846B}" type="parTrans" cxnId="{70309D25-5721-45CA-AB92-44AF10830C2B}">
      <dgm:prSet/>
      <dgm:spPr/>
      <dgm:t>
        <a:bodyPr/>
        <a:lstStyle/>
        <a:p>
          <a:endParaRPr lang="en-US"/>
        </a:p>
      </dgm:t>
    </dgm:pt>
    <dgm:pt modelId="{7C622F13-4EAD-4642-A2B8-D63840B50703}" type="sibTrans" cxnId="{70309D25-5721-45CA-AB92-44AF10830C2B}">
      <dgm:prSet/>
      <dgm:spPr/>
      <dgm:t>
        <a:bodyPr/>
        <a:lstStyle/>
        <a:p>
          <a:endParaRPr lang="en-US"/>
        </a:p>
      </dgm:t>
    </dgm:pt>
    <dgm:pt modelId="{2BA84553-693C-4B15-8D21-22D0056A91A4}">
      <dgm:prSet custT="1"/>
      <dgm:spPr/>
      <dgm:t>
        <a:bodyPr/>
        <a:lstStyle/>
        <a:p>
          <a:pPr>
            <a:lnSpc>
              <a:spcPct val="100000"/>
            </a:lnSpc>
          </a:pPr>
          <a:r>
            <a:rPr lang="en-US" sz="2200" b="1" dirty="0">
              <a:latin typeface="Times New Roman" panose="02020603050405020304" pitchFamily="18" charset="0"/>
              <a:cs typeface="Times New Roman" panose="02020603050405020304" pitchFamily="18" charset="0"/>
            </a:rPr>
            <a:t>Data Preprocessing</a:t>
          </a:r>
          <a:r>
            <a:rPr lang="en-US" sz="2200" dirty="0">
              <a:latin typeface="Times New Roman" panose="02020603050405020304" pitchFamily="18" charset="0"/>
              <a:cs typeface="Times New Roman" panose="02020603050405020304" pitchFamily="18" charset="0"/>
            </a:rPr>
            <a:t>: Cleaning and transforming text for feature extraction and modeling</a:t>
          </a:r>
          <a:r>
            <a:rPr lang="en-US" sz="1900" dirty="0"/>
            <a:t>.</a:t>
          </a:r>
        </a:p>
      </dgm:t>
    </dgm:pt>
    <dgm:pt modelId="{EB305190-C883-4E94-8F01-C799A7E21146}" type="parTrans" cxnId="{0CCFDD4B-E536-4D1F-ABF4-5706B8E5E44C}">
      <dgm:prSet/>
      <dgm:spPr/>
      <dgm:t>
        <a:bodyPr/>
        <a:lstStyle/>
        <a:p>
          <a:endParaRPr lang="en-US"/>
        </a:p>
      </dgm:t>
    </dgm:pt>
    <dgm:pt modelId="{93693CD9-5EBF-4F1D-8A24-AB97B28AB66B}" type="sibTrans" cxnId="{0CCFDD4B-E536-4D1F-ABF4-5706B8E5E44C}">
      <dgm:prSet/>
      <dgm:spPr/>
      <dgm:t>
        <a:bodyPr/>
        <a:lstStyle/>
        <a:p>
          <a:endParaRPr lang="en-US"/>
        </a:p>
      </dgm:t>
    </dgm:pt>
    <dgm:pt modelId="{5E07F9B8-AB05-4D92-998E-E06A6A2F45E9}">
      <dgm:prSet custT="1"/>
      <dgm:spPr/>
      <dgm:t>
        <a:bodyPr/>
        <a:lstStyle/>
        <a:p>
          <a:pPr>
            <a:lnSpc>
              <a:spcPct val="100000"/>
            </a:lnSpc>
          </a:pPr>
          <a:r>
            <a:rPr lang="en-US" sz="2200" b="1" dirty="0">
              <a:latin typeface="Times New Roman" panose="02020603050405020304" pitchFamily="18" charset="0"/>
              <a:cs typeface="Times New Roman" panose="02020603050405020304" pitchFamily="18" charset="0"/>
            </a:rPr>
            <a:t>Feature Extraction</a:t>
          </a:r>
          <a:r>
            <a:rPr lang="en-US" sz="2200" dirty="0">
              <a:latin typeface="Times New Roman" panose="02020603050405020304" pitchFamily="18" charset="0"/>
              <a:cs typeface="Times New Roman" panose="02020603050405020304" pitchFamily="18" charset="0"/>
            </a:rPr>
            <a:t>: Using TF-IDF and </a:t>
          </a:r>
          <a:r>
            <a:rPr lang="en-US" sz="2200" dirty="0" err="1">
              <a:latin typeface="Times New Roman" panose="02020603050405020304" pitchFamily="18" charset="0"/>
              <a:cs typeface="Times New Roman" panose="02020603050405020304" pitchFamily="18" charset="0"/>
            </a:rPr>
            <a:t>GloVe</a:t>
          </a:r>
          <a:r>
            <a:rPr lang="en-US" sz="2200" dirty="0">
              <a:latin typeface="Times New Roman" panose="02020603050405020304" pitchFamily="18" charset="0"/>
              <a:cs typeface="Times New Roman" panose="02020603050405020304" pitchFamily="18" charset="0"/>
            </a:rPr>
            <a:t> for converting textual data into numerical vectors suitable for the classifier.</a:t>
          </a:r>
        </a:p>
      </dgm:t>
    </dgm:pt>
    <dgm:pt modelId="{762BC454-65A3-42C0-811B-730877DDE004}" type="parTrans" cxnId="{B5C1FB6A-700C-4290-BB46-E745582FAEC2}">
      <dgm:prSet/>
      <dgm:spPr/>
      <dgm:t>
        <a:bodyPr/>
        <a:lstStyle/>
        <a:p>
          <a:endParaRPr lang="en-US"/>
        </a:p>
      </dgm:t>
    </dgm:pt>
    <dgm:pt modelId="{473C04FC-5CC3-4F54-B829-5858016DFE14}" type="sibTrans" cxnId="{B5C1FB6A-700C-4290-BB46-E745582FAEC2}">
      <dgm:prSet/>
      <dgm:spPr/>
      <dgm:t>
        <a:bodyPr/>
        <a:lstStyle/>
        <a:p>
          <a:endParaRPr lang="en-US"/>
        </a:p>
      </dgm:t>
    </dgm:pt>
    <dgm:pt modelId="{B8111266-EB85-45B3-922C-9CDFE5782447}">
      <dgm:prSet custT="1"/>
      <dgm:spPr/>
      <dgm:t>
        <a:bodyPr/>
        <a:lstStyle/>
        <a:p>
          <a:pPr>
            <a:lnSpc>
              <a:spcPct val="100000"/>
            </a:lnSpc>
          </a:pPr>
          <a:r>
            <a:rPr lang="en-US" sz="2200" b="1" dirty="0">
              <a:latin typeface="Times New Roman" panose="02020603050405020304" pitchFamily="18" charset="0"/>
              <a:cs typeface="Times New Roman" panose="02020603050405020304" pitchFamily="18" charset="0"/>
            </a:rPr>
            <a:t>Model Training and Testing</a:t>
          </a:r>
          <a:r>
            <a:rPr lang="en-US" sz="2200" dirty="0">
              <a:latin typeface="Times New Roman" panose="02020603050405020304" pitchFamily="18" charset="0"/>
              <a:cs typeface="Times New Roman" panose="02020603050405020304" pitchFamily="18" charset="0"/>
            </a:rPr>
            <a:t>:</a:t>
          </a:r>
        </a:p>
      </dgm:t>
    </dgm:pt>
    <dgm:pt modelId="{13868405-569B-43FF-8F5F-3F8D7A26F13C}" type="parTrans" cxnId="{8A4F22FA-FE36-48AB-9A7E-E6E8B3962D5F}">
      <dgm:prSet/>
      <dgm:spPr/>
      <dgm:t>
        <a:bodyPr/>
        <a:lstStyle/>
        <a:p>
          <a:endParaRPr lang="en-US"/>
        </a:p>
      </dgm:t>
    </dgm:pt>
    <dgm:pt modelId="{619DB938-4266-4281-BD8B-CB6FDBB202A3}" type="sibTrans" cxnId="{8A4F22FA-FE36-48AB-9A7E-E6E8B3962D5F}">
      <dgm:prSet/>
      <dgm:spPr/>
      <dgm:t>
        <a:bodyPr/>
        <a:lstStyle/>
        <a:p>
          <a:endParaRPr lang="en-US"/>
        </a:p>
      </dgm:t>
    </dgm:pt>
    <dgm:pt modelId="{00D8353B-2521-4C17-A3F1-D8F32AFF0C6E}">
      <dgm:prSet custT="1"/>
      <dgm:spPr/>
      <dgm:t>
        <a:bodyPr/>
        <a:lstStyle/>
        <a:p>
          <a:pPr>
            <a:lnSpc>
              <a:spcPct val="100000"/>
            </a:lnSpc>
          </a:pPr>
          <a:r>
            <a:rPr lang="en-US" sz="2000" b="1" dirty="0">
              <a:latin typeface="Times New Roman" panose="02020603050405020304" pitchFamily="18" charset="0"/>
              <a:cs typeface="Times New Roman" panose="02020603050405020304" pitchFamily="18" charset="0"/>
            </a:rPr>
            <a:t>Training</a:t>
          </a:r>
          <a:r>
            <a:rPr lang="en-US" sz="2000" dirty="0">
              <a:latin typeface="Times New Roman" panose="02020603050405020304" pitchFamily="18" charset="0"/>
              <a:cs typeface="Times New Roman" panose="02020603050405020304" pitchFamily="18" charset="0"/>
            </a:rPr>
            <a:t>: 70–80% of the data is used for training.</a:t>
          </a:r>
        </a:p>
      </dgm:t>
    </dgm:pt>
    <dgm:pt modelId="{9B261939-D28A-40EA-BAC9-54E7FE246DF3}" type="parTrans" cxnId="{89DF2811-795B-4F17-9950-9F4021334246}">
      <dgm:prSet/>
      <dgm:spPr/>
      <dgm:t>
        <a:bodyPr/>
        <a:lstStyle/>
        <a:p>
          <a:endParaRPr lang="en-US"/>
        </a:p>
      </dgm:t>
    </dgm:pt>
    <dgm:pt modelId="{A048090A-3F6F-44F3-A2FE-724383BFFFD2}" type="sibTrans" cxnId="{89DF2811-795B-4F17-9950-9F4021334246}">
      <dgm:prSet/>
      <dgm:spPr/>
      <dgm:t>
        <a:bodyPr/>
        <a:lstStyle/>
        <a:p>
          <a:endParaRPr lang="en-US"/>
        </a:p>
      </dgm:t>
    </dgm:pt>
    <dgm:pt modelId="{1A42DA31-4C0C-442B-84EC-551CBE97744A}">
      <dgm:prSet custT="1"/>
      <dgm:spPr/>
      <dgm:t>
        <a:bodyPr/>
        <a:lstStyle/>
        <a:p>
          <a:pPr>
            <a:lnSpc>
              <a:spcPct val="100000"/>
            </a:lnSpc>
          </a:pPr>
          <a:r>
            <a:rPr lang="en-US" sz="2000" b="1" dirty="0">
              <a:latin typeface="Times New Roman" panose="02020603050405020304" pitchFamily="18" charset="0"/>
              <a:cs typeface="Times New Roman" panose="02020603050405020304" pitchFamily="18" charset="0"/>
            </a:rPr>
            <a:t>Testing</a:t>
          </a:r>
          <a:r>
            <a:rPr lang="en-US" sz="2000" dirty="0">
              <a:latin typeface="Times New Roman" panose="02020603050405020304" pitchFamily="18" charset="0"/>
              <a:cs typeface="Times New Roman" panose="02020603050405020304" pitchFamily="18" charset="0"/>
            </a:rPr>
            <a:t>: 20–30% is used for validation and performance evaluation.</a:t>
          </a:r>
        </a:p>
      </dgm:t>
    </dgm:pt>
    <dgm:pt modelId="{5BDA4250-CD3B-47F1-9B28-16958F42CCB5}" type="parTrans" cxnId="{6DFA42BC-AD3B-4D5D-B916-2FFA271F321E}">
      <dgm:prSet/>
      <dgm:spPr/>
      <dgm:t>
        <a:bodyPr/>
        <a:lstStyle/>
        <a:p>
          <a:endParaRPr lang="en-US"/>
        </a:p>
      </dgm:t>
    </dgm:pt>
    <dgm:pt modelId="{777CB6E9-9849-492D-B675-BE7248FD7766}" type="sibTrans" cxnId="{6DFA42BC-AD3B-4D5D-B916-2FFA271F321E}">
      <dgm:prSet/>
      <dgm:spPr/>
      <dgm:t>
        <a:bodyPr/>
        <a:lstStyle/>
        <a:p>
          <a:endParaRPr lang="en-US"/>
        </a:p>
      </dgm:t>
    </dgm:pt>
    <dgm:pt modelId="{FCB01740-AE8C-4ED5-B849-2B40BFAEAA25}" type="pres">
      <dgm:prSet presAssocID="{6F693B2A-3946-4F85-BB5D-13503F4BAADD}" presName="root" presStyleCnt="0">
        <dgm:presLayoutVars>
          <dgm:dir/>
          <dgm:resizeHandles val="exact"/>
        </dgm:presLayoutVars>
      </dgm:prSet>
      <dgm:spPr/>
    </dgm:pt>
    <dgm:pt modelId="{71ED2E80-95E2-4DB7-BBE2-8A286DAAB2D3}" type="pres">
      <dgm:prSet presAssocID="{C3C4CAB4-DCD4-4EB6-95C5-EF9AAA8107A8}" presName="compNode" presStyleCnt="0"/>
      <dgm:spPr/>
    </dgm:pt>
    <dgm:pt modelId="{23A933C7-0A19-4C62-A90F-A00C7FECFD0A}" type="pres">
      <dgm:prSet presAssocID="{C3C4CAB4-DCD4-4EB6-95C5-EF9AAA8107A8}" presName="bgRect" presStyleLbl="bgShp" presStyleIdx="0" presStyleCnt="5"/>
      <dgm:spPr/>
    </dgm:pt>
    <dgm:pt modelId="{602284EF-CAB3-42F6-BD6E-CC40B2123B91}" type="pres">
      <dgm:prSet presAssocID="{C3C4CAB4-DCD4-4EB6-95C5-EF9AAA8107A8}"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Flowchart"/>
        </a:ext>
      </dgm:extLst>
    </dgm:pt>
    <dgm:pt modelId="{AA8C6A89-63EA-4A87-972A-60D474079C44}" type="pres">
      <dgm:prSet presAssocID="{C3C4CAB4-DCD4-4EB6-95C5-EF9AAA8107A8}" presName="spaceRect" presStyleCnt="0"/>
      <dgm:spPr/>
    </dgm:pt>
    <dgm:pt modelId="{4CE235E3-272F-49CD-A653-285065BBEE79}" type="pres">
      <dgm:prSet presAssocID="{C3C4CAB4-DCD4-4EB6-95C5-EF9AAA8107A8}" presName="parTx" presStyleLbl="revTx" presStyleIdx="0" presStyleCnt="6">
        <dgm:presLayoutVars>
          <dgm:chMax val="0"/>
          <dgm:chPref val="0"/>
        </dgm:presLayoutVars>
      </dgm:prSet>
      <dgm:spPr/>
    </dgm:pt>
    <dgm:pt modelId="{3AFDBC5C-4D74-43E7-A73D-72590F98D4AF}" type="pres">
      <dgm:prSet presAssocID="{82EDFD8D-6D92-4B0E-83D1-A60048D7A053}" presName="sibTrans" presStyleCnt="0"/>
      <dgm:spPr/>
    </dgm:pt>
    <dgm:pt modelId="{4FA46B3A-9A1E-495C-8CC4-88E09428FD63}" type="pres">
      <dgm:prSet presAssocID="{91769E56-7D43-4EE9-BD76-D34D7DEEDBE2}" presName="compNode" presStyleCnt="0"/>
      <dgm:spPr/>
    </dgm:pt>
    <dgm:pt modelId="{23590192-68F3-49B3-83BB-E080E6EF2AEF}" type="pres">
      <dgm:prSet presAssocID="{91769E56-7D43-4EE9-BD76-D34D7DEEDBE2}" presName="bgRect" presStyleLbl="bgShp" presStyleIdx="1" presStyleCnt="5"/>
      <dgm:spPr/>
    </dgm:pt>
    <dgm:pt modelId="{743FAE93-D9B5-4CF0-9ACC-FE549618CF4E}" type="pres">
      <dgm:prSet presAssocID="{91769E56-7D43-4EE9-BD76-D34D7DEEDBE2}"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tar"/>
        </a:ext>
      </dgm:extLst>
    </dgm:pt>
    <dgm:pt modelId="{53DF40A3-5202-40C1-92F8-D09A601C91FC}" type="pres">
      <dgm:prSet presAssocID="{91769E56-7D43-4EE9-BD76-D34D7DEEDBE2}" presName="spaceRect" presStyleCnt="0"/>
      <dgm:spPr/>
    </dgm:pt>
    <dgm:pt modelId="{88FD8F46-F497-4321-925F-339F1AFC2A70}" type="pres">
      <dgm:prSet presAssocID="{91769E56-7D43-4EE9-BD76-D34D7DEEDBE2}" presName="parTx" presStyleLbl="revTx" presStyleIdx="1" presStyleCnt="6">
        <dgm:presLayoutVars>
          <dgm:chMax val="0"/>
          <dgm:chPref val="0"/>
        </dgm:presLayoutVars>
      </dgm:prSet>
      <dgm:spPr/>
    </dgm:pt>
    <dgm:pt modelId="{6F7C11BA-0926-40ED-9950-95A5B13C6B7F}" type="pres">
      <dgm:prSet presAssocID="{7C622F13-4EAD-4642-A2B8-D63840B50703}" presName="sibTrans" presStyleCnt="0"/>
      <dgm:spPr/>
    </dgm:pt>
    <dgm:pt modelId="{24BCAEBF-40DD-4618-8080-E2B788C9F40E}" type="pres">
      <dgm:prSet presAssocID="{2BA84553-693C-4B15-8D21-22D0056A91A4}" presName="compNode" presStyleCnt="0"/>
      <dgm:spPr/>
    </dgm:pt>
    <dgm:pt modelId="{8E933D45-6FE1-411B-83CD-183BC85B0DC5}" type="pres">
      <dgm:prSet presAssocID="{2BA84553-693C-4B15-8D21-22D0056A91A4}" presName="bgRect" presStyleLbl="bgShp" presStyleIdx="2" presStyleCnt="5"/>
      <dgm:spPr/>
    </dgm:pt>
    <dgm:pt modelId="{A953BBCA-92D8-4182-A21A-BD38B09AAA0E}" type="pres">
      <dgm:prSet presAssocID="{2BA84553-693C-4B15-8D21-22D0056A91A4}"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Statistics"/>
        </a:ext>
      </dgm:extLst>
    </dgm:pt>
    <dgm:pt modelId="{A8F6999D-C5C3-4057-BE4E-D5F017A521F2}" type="pres">
      <dgm:prSet presAssocID="{2BA84553-693C-4B15-8D21-22D0056A91A4}" presName="spaceRect" presStyleCnt="0"/>
      <dgm:spPr/>
    </dgm:pt>
    <dgm:pt modelId="{EFD6D684-48E7-40EF-BC97-DE29C0DB1999}" type="pres">
      <dgm:prSet presAssocID="{2BA84553-693C-4B15-8D21-22D0056A91A4}" presName="parTx" presStyleLbl="revTx" presStyleIdx="2" presStyleCnt="6">
        <dgm:presLayoutVars>
          <dgm:chMax val="0"/>
          <dgm:chPref val="0"/>
        </dgm:presLayoutVars>
      </dgm:prSet>
      <dgm:spPr/>
    </dgm:pt>
    <dgm:pt modelId="{C47AB837-CB30-46A8-92F8-278DA7CC9F2A}" type="pres">
      <dgm:prSet presAssocID="{93693CD9-5EBF-4F1D-8A24-AB97B28AB66B}" presName="sibTrans" presStyleCnt="0"/>
      <dgm:spPr/>
    </dgm:pt>
    <dgm:pt modelId="{0030BCB4-D1CD-4FE3-8C04-ACFAE5E6378E}" type="pres">
      <dgm:prSet presAssocID="{5E07F9B8-AB05-4D92-998E-E06A6A2F45E9}" presName="compNode" presStyleCnt="0"/>
      <dgm:spPr/>
    </dgm:pt>
    <dgm:pt modelId="{B2056942-967F-48DE-BE4D-29BEABBA272D}" type="pres">
      <dgm:prSet presAssocID="{5E07F9B8-AB05-4D92-998E-E06A6A2F45E9}" presName="bgRect" presStyleLbl="bgShp" presStyleIdx="3" presStyleCnt="5"/>
      <dgm:spPr/>
    </dgm:pt>
    <dgm:pt modelId="{63622FA5-B7BA-49A3-AB45-05C6EE063377}" type="pres">
      <dgm:prSet presAssocID="{5E07F9B8-AB05-4D92-998E-E06A6A2F45E9}"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Programmer"/>
        </a:ext>
      </dgm:extLst>
    </dgm:pt>
    <dgm:pt modelId="{79D27A09-A7CC-4CB3-A528-FC9F064A3E70}" type="pres">
      <dgm:prSet presAssocID="{5E07F9B8-AB05-4D92-998E-E06A6A2F45E9}" presName="spaceRect" presStyleCnt="0"/>
      <dgm:spPr/>
    </dgm:pt>
    <dgm:pt modelId="{D122B901-2662-4E6F-89FE-C72CA8821AA5}" type="pres">
      <dgm:prSet presAssocID="{5E07F9B8-AB05-4D92-998E-E06A6A2F45E9}" presName="parTx" presStyleLbl="revTx" presStyleIdx="3" presStyleCnt="6">
        <dgm:presLayoutVars>
          <dgm:chMax val="0"/>
          <dgm:chPref val="0"/>
        </dgm:presLayoutVars>
      </dgm:prSet>
      <dgm:spPr/>
    </dgm:pt>
    <dgm:pt modelId="{C5A8A62B-BAE6-4EE0-A7E6-BCC177402715}" type="pres">
      <dgm:prSet presAssocID="{473C04FC-5CC3-4F54-B829-5858016DFE14}" presName="sibTrans" presStyleCnt="0"/>
      <dgm:spPr/>
    </dgm:pt>
    <dgm:pt modelId="{490FA378-846E-40BD-BE90-A1046897F3EC}" type="pres">
      <dgm:prSet presAssocID="{B8111266-EB85-45B3-922C-9CDFE5782447}" presName="compNode" presStyleCnt="0"/>
      <dgm:spPr/>
    </dgm:pt>
    <dgm:pt modelId="{3FCF235E-69C6-437A-B15F-341622C4DF4E}" type="pres">
      <dgm:prSet presAssocID="{B8111266-EB85-45B3-922C-9CDFE5782447}" presName="bgRect" presStyleLbl="bgShp" presStyleIdx="4" presStyleCnt="5"/>
      <dgm:spPr/>
    </dgm:pt>
    <dgm:pt modelId="{EBDE9BAD-CA74-4976-8CE2-9CA6713EF28D}" type="pres">
      <dgm:prSet presAssocID="{B8111266-EB85-45B3-922C-9CDFE5782447}"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Test tubes"/>
        </a:ext>
      </dgm:extLst>
    </dgm:pt>
    <dgm:pt modelId="{B07DD03C-E40D-4E6E-87F1-AEB84E19E5FE}" type="pres">
      <dgm:prSet presAssocID="{B8111266-EB85-45B3-922C-9CDFE5782447}" presName="spaceRect" presStyleCnt="0"/>
      <dgm:spPr/>
    </dgm:pt>
    <dgm:pt modelId="{3732F6EF-7EE9-41FD-B308-96C00C791752}" type="pres">
      <dgm:prSet presAssocID="{B8111266-EB85-45B3-922C-9CDFE5782447}" presName="parTx" presStyleLbl="revTx" presStyleIdx="4" presStyleCnt="6">
        <dgm:presLayoutVars>
          <dgm:chMax val="0"/>
          <dgm:chPref val="0"/>
        </dgm:presLayoutVars>
      </dgm:prSet>
      <dgm:spPr/>
    </dgm:pt>
    <dgm:pt modelId="{CE88AFE9-87AC-4FE4-9BBA-1984F9308785}" type="pres">
      <dgm:prSet presAssocID="{B8111266-EB85-45B3-922C-9CDFE5782447}" presName="desTx" presStyleLbl="revTx" presStyleIdx="5" presStyleCnt="6" custScaleX="168123">
        <dgm:presLayoutVars/>
      </dgm:prSet>
      <dgm:spPr/>
    </dgm:pt>
  </dgm:ptLst>
  <dgm:cxnLst>
    <dgm:cxn modelId="{89DF2811-795B-4F17-9950-9F4021334246}" srcId="{B8111266-EB85-45B3-922C-9CDFE5782447}" destId="{00D8353B-2521-4C17-A3F1-D8F32AFF0C6E}" srcOrd="0" destOrd="0" parTransId="{9B261939-D28A-40EA-BAC9-54E7FE246DF3}" sibTransId="{A048090A-3F6F-44F3-A2FE-724383BFFFD2}"/>
    <dgm:cxn modelId="{70309D25-5721-45CA-AB92-44AF10830C2B}" srcId="{6F693B2A-3946-4F85-BB5D-13503F4BAADD}" destId="{91769E56-7D43-4EE9-BD76-D34D7DEEDBE2}" srcOrd="1" destOrd="0" parTransId="{6CF94138-E8B3-4616-A485-764C4CAD846B}" sibTransId="{7C622F13-4EAD-4642-A2B8-D63840B50703}"/>
    <dgm:cxn modelId="{64D66634-55BC-4ABE-9F52-01F38A641A0F}" type="presOf" srcId="{1A42DA31-4C0C-442B-84EC-551CBE97744A}" destId="{CE88AFE9-87AC-4FE4-9BBA-1984F9308785}" srcOrd="0" destOrd="1" presId="urn:microsoft.com/office/officeart/2018/2/layout/IconVerticalSolidList"/>
    <dgm:cxn modelId="{2D82BD42-AA7D-4E52-92FC-A2CD704AB410}" type="presOf" srcId="{2BA84553-693C-4B15-8D21-22D0056A91A4}" destId="{EFD6D684-48E7-40EF-BC97-DE29C0DB1999}" srcOrd="0" destOrd="0" presId="urn:microsoft.com/office/officeart/2018/2/layout/IconVerticalSolidList"/>
    <dgm:cxn modelId="{B5C1FB6A-700C-4290-BB46-E745582FAEC2}" srcId="{6F693B2A-3946-4F85-BB5D-13503F4BAADD}" destId="{5E07F9B8-AB05-4D92-998E-E06A6A2F45E9}" srcOrd="3" destOrd="0" parTransId="{762BC454-65A3-42C0-811B-730877DDE004}" sibTransId="{473C04FC-5CC3-4F54-B829-5858016DFE14}"/>
    <dgm:cxn modelId="{0CCFDD4B-E536-4D1F-ABF4-5706B8E5E44C}" srcId="{6F693B2A-3946-4F85-BB5D-13503F4BAADD}" destId="{2BA84553-693C-4B15-8D21-22D0056A91A4}" srcOrd="2" destOrd="0" parTransId="{EB305190-C883-4E94-8F01-C799A7E21146}" sibTransId="{93693CD9-5EBF-4F1D-8A24-AB97B28AB66B}"/>
    <dgm:cxn modelId="{6599968F-8391-42F5-B111-2F1DC265BD09}" type="presOf" srcId="{00D8353B-2521-4C17-A3F1-D8F32AFF0C6E}" destId="{CE88AFE9-87AC-4FE4-9BBA-1984F9308785}" srcOrd="0" destOrd="0" presId="urn:microsoft.com/office/officeart/2018/2/layout/IconVerticalSolidList"/>
    <dgm:cxn modelId="{095597B3-5361-4BB1-B49F-FA1BD7E34C31}" type="presOf" srcId="{6F693B2A-3946-4F85-BB5D-13503F4BAADD}" destId="{FCB01740-AE8C-4ED5-B849-2B40BFAEAA25}" srcOrd="0" destOrd="0" presId="urn:microsoft.com/office/officeart/2018/2/layout/IconVerticalSolidList"/>
    <dgm:cxn modelId="{6DFA42BC-AD3B-4D5D-B916-2FFA271F321E}" srcId="{B8111266-EB85-45B3-922C-9CDFE5782447}" destId="{1A42DA31-4C0C-442B-84EC-551CBE97744A}" srcOrd="1" destOrd="0" parTransId="{5BDA4250-CD3B-47F1-9B28-16958F42CCB5}" sibTransId="{777CB6E9-9849-492D-B675-BE7248FD7766}"/>
    <dgm:cxn modelId="{DD22B0BD-905D-446C-B9F2-161A2E4B07DC}" type="presOf" srcId="{C3C4CAB4-DCD4-4EB6-95C5-EF9AAA8107A8}" destId="{4CE235E3-272F-49CD-A653-285065BBEE79}" srcOrd="0" destOrd="0" presId="urn:microsoft.com/office/officeart/2018/2/layout/IconVerticalSolidList"/>
    <dgm:cxn modelId="{1CDDE2CD-06C8-48A4-846F-64020C08ABDA}" type="presOf" srcId="{B8111266-EB85-45B3-922C-9CDFE5782447}" destId="{3732F6EF-7EE9-41FD-B308-96C00C791752}" srcOrd="0" destOrd="0" presId="urn:microsoft.com/office/officeart/2018/2/layout/IconVerticalSolidList"/>
    <dgm:cxn modelId="{87E346E0-2C88-410A-8C4A-F823A9C97566}" type="presOf" srcId="{91769E56-7D43-4EE9-BD76-D34D7DEEDBE2}" destId="{88FD8F46-F497-4321-925F-339F1AFC2A70}" srcOrd="0" destOrd="0" presId="urn:microsoft.com/office/officeart/2018/2/layout/IconVerticalSolidList"/>
    <dgm:cxn modelId="{F0D8ECF2-F09E-446E-A4EF-2B8B22996719}" type="presOf" srcId="{5E07F9B8-AB05-4D92-998E-E06A6A2F45E9}" destId="{D122B901-2662-4E6F-89FE-C72CA8821AA5}" srcOrd="0" destOrd="0" presId="urn:microsoft.com/office/officeart/2018/2/layout/IconVerticalSolidList"/>
    <dgm:cxn modelId="{3F323CF3-F4C1-4C5E-BD54-E6299CF531A7}" srcId="{6F693B2A-3946-4F85-BB5D-13503F4BAADD}" destId="{C3C4CAB4-DCD4-4EB6-95C5-EF9AAA8107A8}" srcOrd="0" destOrd="0" parTransId="{9E530E59-FFB0-4C76-8016-90D4A78C10B5}" sibTransId="{82EDFD8D-6D92-4B0E-83D1-A60048D7A053}"/>
    <dgm:cxn modelId="{8A4F22FA-FE36-48AB-9A7E-E6E8B3962D5F}" srcId="{6F693B2A-3946-4F85-BB5D-13503F4BAADD}" destId="{B8111266-EB85-45B3-922C-9CDFE5782447}" srcOrd="4" destOrd="0" parTransId="{13868405-569B-43FF-8F5F-3F8D7A26F13C}" sibTransId="{619DB938-4266-4281-BD8B-CB6FDBB202A3}"/>
    <dgm:cxn modelId="{F7E1A271-E746-4AC1-A821-B9DB4BFA4F2F}" type="presParOf" srcId="{FCB01740-AE8C-4ED5-B849-2B40BFAEAA25}" destId="{71ED2E80-95E2-4DB7-BBE2-8A286DAAB2D3}" srcOrd="0" destOrd="0" presId="urn:microsoft.com/office/officeart/2018/2/layout/IconVerticalSolidList"/>
    <dgm:cxn modelId="{87C8E0E5-8DDC-4059-8167-4F23E060C3C1}" type="presParOf" srcId="{71ED2E80-95E2-4DB7-BBE2-8A286DAAB2D3}" destId="{23A933C7-0A19-4C62-A90F-A00C7FECFD0A}" srcOrd="0" destOrd="0" presId="urn:microsoft.com/office/officeart/2018/2/layout/IconVerticalSolidList"/>
    <dgm:cxn modelId="{E5C94B66-78BB-4C3A-8F0E-A2A0AF04F059}" type="presParOf" srcId="{71ED2E80-95E2-4DB7-BBE2-8A286DAAB2D3}" destId="{602284EF-CAB3-42F6-BD6E-CC40B2123B91}" srcOrd="1" destOrd="0" presId="urn:microsoft.com/office/officeart/2018/2/layout/IconVerticalSolidList"/>
    <dgm:cxn modelId="{1547D9DB-11D1-4415-B5A4-7719D56D3B04}" type="presParOf" srcId="{71ED2E80-95E2-4DB7-BBE2-8A286DAAB2D3}" destId="{AA8C6A89-63EA-4A87-972A-60D474079C44}" srcOrd="2" destOrd="0" presId="urn:microsoft.com/office/officeart/2018/2/layout/IconVerticalSolidList"/>
    <dgm:cxn modelId="{7F665494-22B0-421C-845E-2BE9C47F4E74}" type="presParOf" srcId="{71ED2E80-95E2-4DB7-BBE2-8A286DAAB2D3}" destId="{4CE235E3-272F-49CD-A653-285065BBEE79}" srcOrd="3" destOrd="0" presId="urn:microsoft.com/office/officeart/2018/2/layout/IconVerticalSolidList"/>
    <dgm:cxn modelId="{6EF85735-0D50-4855-ADE5-A972E81EC496}" type="presParOf" srcId="{FCB01740-AE8C-4ED5-B849-2B40BFAEAA25}" destId="{3AFDBC5C-4D74-43E7-A73D-72590F98D4AF}" srcOrd="1" destOrd="0" presId="urn:microsoft.com/office/officeart/2018/2/layout/IconVerticalSolidList"/>
    <dgm:cxn modelId="{5A310702-4D57-481D-A004-C7614D8D2390}" type="presParOf" srcId="{FCB01740-AE8C-4ED5-B849-2B40BFAEAA25}" destId="{4FA46B3A-9A1E-495C-8CC4-88E09428FD63}" srcOrd="2" destOrd="0" presId="urn:microsoft.com/office/officeart/2018/2/layout/IconVerticalSolidList"/>
    <dgm:cxn modelId="{C2062E11-CD84-4235-B008-D8FC0557FD48}" type="presParOf" srcId="{4FA46B3A-9A1E-495C-8CC4-88E09428FD63}" destId="{23590192-68F3-49B3-83BB-E080E6EF2AEF}" srcOrd="0" destOrd="0" presId="urn:microsoft.com/office/officeart/2018/2/layout/IconVerticalSolidList"/>
    <dgm:cxn modelId="{58F8E560-1AB0-4350-B3C9-0C8EAA739028}" type="presParOf" srcId="{4FA46B3A-9A1E-495C-8CC4-88E09428FD63}" destId="{743FAE93-D9B5-4CF0-9ACC-FE549618CF4E}" srcOrd="1" destOrd="0" presId="urn:microsoft.com/office/officeart/2018/2/layout/IconVerticalSolidList"/>
    <dgm:cxn modelId="{6BB806A5-A761-4242-AB7E-840B9D7E95C8}" type="presParOf" srcId="{4FA46B3A-9A1E-495C-8CC4-88E09428FD63}" destId="{53DF40A3-5202-40C1-92F8-D09A601C91FC}" srcOrd="2" destOrd="0" presId="urn:microsoft.com/office/officeart/2018/2/layout/IconVerticalSolidList"/>
    <dgm:cxn modelId="{D90F01D7-1199-4292-A980-AC681BF72575}" type="presParOf" srcId="{4FA46B3A-9A1E-495C-8CC4-88E09428FD63}" destId="{88FD8F46-F497-4321-925F-339F1AFC2A70}" srcOrd="3" destOrd="0" presId="urn:microsoft.com/office/officeart/2018/2/layout/IconVerticalSolidList"/>
    <dgm:cxn modelId="{C35D127F-7780-479A-8739-326C04899D61}" type="presParOf" srcId="{FCB01740-AE8C-4ED5-B849-2B40BFAEAA25}" destId="{6F7C11BA-0926-40ED-9950-95A5B13C6B7F}" srcOrd="3" destOrd="0" presId="urn:microsoft.com/office/officeart/2018/2/layout/IconVerticalSolidList"/>
    <dgm:cxn modelId="{6459CDA9-4065-4FC5-BC14-E44E97C45602}" type="presParOf" srcId="{FCB01740-AE8C-4ED5-B849-2B40BFAEAA25}" destId="{24BCAEBF-40DD-4618-8080-E2B788C9F40E}" srcOrd="4" destOrd="0" presId="urn:microsoft.com/office/officeart/2018/2/layout/IconVerticalSolidList"/>
    <dgm:cxn modelId="{64B267EE-3C15-4170-B07E-2515ADDC4DF1}" type="presParOf" srcId="{24BCAEBF-40DD-4618-8080-E2B788C9F40E}" destId="{8E933D45-6FE1-411B-83CD-183BC85B0DC5}" srcOrd="0" destOrd="0" presId="urn:microsoft.com/office/officeart/2018/2/layout/IconVerticalSolidList"/>
    <dgm:cxn modelId="{77E2F347-ECF9-48EE-A1F7-78582501E626}" type="presParOf" srcId="{24BCAEBF-40DD-4618-8080-E2B788C9F40E}" destId="{A953BBCA-92D8-4182-A21A-BD38B09AAA0E}" srcOrd="1" destOrd="0" presId="urn:microsoft.com/office/officeart/2018/2/layout/IconVerticalSolidList"/>
    <dgm:cxn modelId="{E1064A95-2C13-4DF8-BAAF-8634FA22BE87}" type="presParOf" srcId="{24BCAEBF-40DD-4618-8080-E2B788C9F40E}" destId="{A8F6999D-C5C3-4057-BE4E-D5F017A521F2}" srcOrd="2" destOrd="0" presId="urn:microsoft.com/office/officeart/2018/2/layout/IconVerticalSolidList"/>
    <dgm:cxn modelId="{0CFF7C96-E9A2-476A-A4CB-713E28EECF4E}" type="presParOf" srcId="{24BCAEBF-40DD-4618-8080-E2B788C9F40E}" destId="{EFD6D684-48E7-40EF-BC97-DE29C0DB1999}" srcOrd="3" destOrd="0" presId="urn:microsoft.com/office/officeart/2018/2/layout/IconVerticalSolidList"/>
    <dgm:cxn modelId="{6DBB3F65-DFFA-4052-BFB6-3C3FB20401F6}" type="presParOf" srcId="{FCB01740-AE8C-4ED5-B849-2B40BFAEAA25}" destId="{C47AB837-CB30-46A8-92F8-278DA7CC9F2A}" srcOrd="5" destOrd="0" presId="urn:microsoft.com/office/officeart/2018/2/layout/IconVerticalSolidList"/>
    <dgm:cxn modelId="{52C76179-BA00-4108-AE42-94CB78B6DF0E}" type="presParOf" srcId="{FCB01740-AE8C-4ED5-B849-2B40BFAEAA25}" destId="{0030BCB4-D1CD-4FE3-8C04-ACFAE5E6378E}" srcOrd="6" destOrd="0" presId="urn:microsoft.com/office/officeart/2018/2/layout/IconVerticalSolidList"/>
    <dgm:cxn modelId="{72B9ED34-1918-4AB1-99A5-CDDCAB598EFF}" type="presParOf" srcId="{0030BCB4-D1CD-4FE3-8C04-ACFAE5E6378E}" destId="{B2056942-967F-48DE-BE4D-29BEABBA272D}" srcOrd="0" destOrd="0" presId="urn:microsoft.com/office/officeart/2018/2/layout/IconVerticalSolidList"/>
    <dgm:cxn modelId="{8B619B5A-8FF8-49B0-8A44-242AABE329F5}" type="presParOf" srcId="{0030BCB4-D1CD-4FE3-8C04-ACFAE5E6378E}" destId="{63622FA5-B7BA-49A3-AB45-05C6EE063377}" srcOrd="1" destOrd="0" presId="urn:microsoft.com/office/officeart/2018/2/layout/IconVerticalSolidList"/>
    <dgm:cxn modelId="{2E30F3A4-84A7-4C3A-824E-774FB22D4FC4}" type="presParOf" srcId="{0030BCB4-D1CD-4FE3-8C04-ACFAE5E6378E}" destId="{79D27A09-A7CC-4CB3-A528-FC9F064A3E70}" srcOrd="2" destOrd="0" presId="urn:microsoft.com/office/officeart/2018/2/layout/IconVerticalSolidList"/>
    <dgm:cxn modelId="{56DA2FBE-CBFB-4FF4-A854-EAEFD272E53A}" type="presParOf" srcId="{0030BCB4-D1CD-4FE3-8C04-ACFAE5E6378E}" destId="{D122B901-2662-4E6F-89FE-C72CA8821AA5}" srcOrd="3" destOrd="0" presId="urn:microsoft.com/office/officeart/2018/2/layout/IconVerticalSolidList"/>
    <dgm:cxn modelId="{53EC6C42-6226-43C1-A90B-A6499970CA5B}" type="presParOf" srcId="{FCB01740-AE8C-4ED5-B849-2B40BFAEAA25}" destId="{C5A8A62B-BAE6-4EE0-A7E6-BCC177402715}" srcOrd="7" destOrd="0" presId="urn:microsoft.com/office/officeart/2018/2/layout/IconVerticalSolidList"/>
    <dgm:cxn modelId="{A62EEF43-0724-4C3D-9B96-C4C073385689}" type="presParOf" srcId="{FCB01740-AE8C-4ED5-B849-2B40BFAEAA25}" destId="{490FA378-846E-40BD-BE90-A1046897F3EC}" srcOrd="8" destOrd="0" presId="urn:microsoft.com/office/officeart/2018/2/layout/IconVerticalSolidList"/>
    <dgm:cxn modelId="{F20DD595-5BD7-4E08-82D6-AA84E1A869D6}" type="presParOf" srcId="{490FA378-846E-40BD-BE90-A1046897F3EC}" destId="{3FCF235E-69C6-437A-B15F-341622C4DF4E}" srcOrd="0" destOrd="0" presId="urn:microsoft.com/office/officeart/2018/2/layout/IconVerticalSolidList"/>
    <dgm:cxn modelId="{684EFEE0-06D8-491B-A5BB-E04F0FB3A2D5}" type="presParOf" srcId="{490FA378-846E-40BD-BE90-A1046897F3EC}" destId="{EBDE9BAD-CA74-4976-8CE2-9CA6713EF28D}" srcOrd="1" destOrd="0" presId="urn:microsoft.com/office/officeart/2018/2/layout/IconVerticalSolidList"/>
    <dgm:cxn modelId="{5EAF8BF2-0A3E-4455-AEF9-587DDAF2F28C}" type="presParOf" srcId="{490FA378-846E-40BD-BE90-A1046897F3EC}" destId="{B07DD03C-E40D-4E6E-87F1-AEB84E19E5FE}" srcOrd="2" destOrd="0" presId="urn:microsoft.com/office/officeart/2018/2/layout/IconVerticalSolidList"/>
    <dgm:cxn modelId="{04CDDE8C-3563-40D6-A985-79FD2907B96D}" type="presParOf" srcId="{490FA378-846E-40BD-BE90-A1046897F3EC}" destId="{3732F6EF-7EE9-41FD-B308-96C00C791752}" srcOrd="3" destOrd="0" presId="urn:microsoft.com/office/officeart/2018/2/layout/IconVerticalSolidList"/>
    <dgm:cxn modelId="{47A15AF5-CF2A-40E0-B546-DF0F1D4AE1B9}" type="presParOf" srcId="{490FA378-846E-40BD-BE90-A1046897F3EC}" destId="{CE88AFE9-87AC-4FE4-9BBA-1984F9308785}" srcOrd="4"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5EFDDA-B7CE-4A9C-9B45-77650D18F9C8}">
      <dsp:nvSpPr>
        <dsp:cNvPr id="0" name=""/>
        <dsp:cNvSpPr/>
      </dsp:nvSpPr>
      <dsp:spPr>
        <a:xfrm>
          <a:off x="828914" y="1196282"/>
          <a:ext cx="810000" cy="81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551C45C-4620-42FE-84C8-5F059A6DF5EC}">
      <dsp:nvSpPr>
        <dsp:cNvPr id="0" name=""/>
        <dsp:cNvSpPr/>
      </dsp:nvSpPr>
      <dsp:spPr>
        <a:xfrm>
          <a:off x="333914" y="227652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en-IN" sz="1600" kern="1200"/>
            <a:t>Understanding Customer Sentiment</a:t>
          </a:r>
          <a:endParaRPr lang="en-US" sz="1600" kern="1200"/>
        </a:p>
      </dsp:txBody>
      <dsp:txXfrm>
        <a:off x="333914" y="2276522"/>
        <a:ext cx="1800000" cy="720000"/>
      </dsp:txXfrm>
    </dsp:sp>
    <dsp:sp modelId="{322559C9-B079-443C-AA71-0B8F202853FB}">
      <dsp:nvSpPr>
        <dsp:cNvPr id="0" name=""/>
        <dsp:cNvSpPr/>
      </dsp:nvSpPr>
      <dsp:spPr>
        <a:xfrm>
          <a:off x="2943914" y="1196282"/>
          <a:ext cx="810000" cy="81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0F37135-0077-485E-B021-5205483D5049}">
      <dsp:nvSpPr>
        <dsp:cNvPr id="0" name=""/>
        <dsp:cNvSpPr/>
      </dsp:nvSpPr>
      <dsp:spPr>
        <a:xfrm>
          <a:off x="2448914" y="227652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en-IN" sz="1600" kern="1200"/>
            <a:t>Improving Product and Service Quality </a:t>
          </a:r>
          <a:endParaRPr lang="en-US" sz="1600" kern="1200"/>
        </a:p>
      </dsp:txBody>
      <dsp:txXfrm>
        <a:off x="2448914" y="2276522"/>
        <a:ext cx="1800000" cy="720000"/>
      </dsp:txXfrm>
    </dsp:sp>
    <dsp:sp modelId="{F3C773CC-63A5-42EB-AC8E-6F8366FFCC0A}">
      <dsp:nvSpPr>
        <dsp:cNvPr id="0" name=""/>
        <dsp:cNvSpPr/>
      </dsp:nvSpPr>
      <dsp:spPr>
        <a:xfrm>
          <a:off x="5058914" y="1196282"/>
          <a:ext cx="810000" cy="81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E386400-D224-4365-A423-CEB2BFE9957A}">
      <dsp:nvSpPr>
        <dsp:cNvPr id="0" name=""/>
        <dsp:cNvSpPr/>
      </dsp:nvSpPr>
      <dsp:spPr>
        <a:xfrm>
          <a:off x="4563914" y="227652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en-IN" sz="1600" kern="1200"/>
            <a:t>Enhancing E-commerce Decision Making</a:t>
          </a:r>
          <a:endParaRPr lang="en-US" sz="1600" kern="1200"/>
        </a:p>
      </dsp:txBody>
      <dsp:txXfrm>
        <a:off x="4563914" y="2276522"/>
        <a:ext cx="1800000" cy="720000"/>
      </dsp:txXfrm>
    </dsp:sp>
    <dsp:sp modelId="{7E5BD794-413A-44F9-A68B-FB52BF969900}">
      <dsp:nvSpPr>
        <dsp:cNvPr id="0" name=""/>
        <dsp:cNvSpPr/>
      </dsp:nvSpPr>
      <dsp:spPr>
        <a:xfrm>
          <a:off x="7173914" y="1196282"/>
          <a:ext cx="810000" cy="81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9DB2050-37B6-45A8-8FEA-C7A8F1081DAA}">
      <dsp:nvSpPr>
        <dsp:cNvPr id="0" name=""/>
        <dsp:cNvSpPr/>
      </dsp:nvSpPr>
      <dsp:spPr>
        <a:xfrm>
          <a:off x="6678914" y="227652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en-IN" sz="1600" kern="1200"/>
            <a:t>Use of AI for Automation &amp; Improved efficiency</a:t>
          </a:r>
          <a:endParaRPr lang="en-US" sz="1600" kern="1200"/>
        </a:p>
      </dsp:txBody>
      <dsp:txXfrm>
        <a:off x="6678914" y="2276522"/>
        <a:ext cx="1800000" cy="720000"/>
      </dsp:txXfrm>
    </dsp:sp>
    <dsp:sp modelId="{94C52B92-A849-4B5C-B99D-214F299996B7}">
      <dsp:nvSpPr>
        <dsp:cNvPr id="0" name=""/>
        <dsp:cNvSpPr/>
      </dsp:nvSpPr>
      <dsp:spPr>
        <a:xfrm>
          <a:off x="9288914" y="1196282"/>
          <a:ext cx="810000" cy="81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50EDED3-FF75-4A37-AC1D-E76CA5A03480}">
      <dsp:nvSpPr>
        <dsp:cNvPr id="0" name=""/>
        <dsp:cNvSpPr/>
      </dsp:nvSpPr>
      <dsp:spPr>
        <a:xfrm>
          <a:off x="8793914" y="227652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en-IN" sz="1600" kern="1200"/>
            <a:t>Enhancing Business Insights</a:t>
          </a:r>
          <a:endParaRPr lang="en-US" sz="1600" kern="1200"/>
        </a:p>
      </dsp:txBody>
      <dsp:txXfrm>
        <a:off x="8793914" y="2276522"/>
        <a:ext cx="180000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10634D-19DB-4148-8B30-5C46F515C2A1}">
      <dsp:nvSpPr>
        <dsp:cNvPr id="0" name=""/>
        <dsp:cNvSpPr/>
      </dsp:nvSpPr>
      <dsp:spPr>
        <a:xfrm>
          <a:off x="0" y="531"/>
          <a:ext cx="10515600" cy="124328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488C24B-4421-4D25-AA25-3CFE6942FE86}">
      <dsp:nvSpPr>
        <dsp:cNvPr id="0" name=""/>
        <dsp:cNvSpPr/>
      </dsp:nvSpPr>
      <dsp:spPr>
        <a:xfrm>
          <a:off x="376092" y="280269"/>
          <a:ext cx="683804" cy="68380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33C34DB-C5B7-446D-A93D-70F75B98D4A4}">
      <dsp:nvSpPr>
        <dsp:cNvPr id="0" name=""/>
        <dsp:cNvSpPr/>
      </dsp:nvSpPr>
      <dsp:spPr>
        <a:xfrm>
          <a:off x="1435988" y="531"/>
          <a:ext cx="9079611" cy="1243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81" tIns="131581" rIns="131581" bIns="131581" numCol="1" spcCol="1270" anchor="ctr" anchorCtr="0">
          <a:noAutofit/>
        </a:bodyPr>
        <a:lstStyle/>
        <a:p>
          <a:pPr marL="0" lvl="0" indent="0" algn="l" defTabSz="1111250">
            <a:lnSpc>
              <a:spcPct val="100000"/>
            </a:lnSpc>
            <a:spcBef>
              <a:spcPct val="0"/>
            </a:spcBef>
            <a:spcAft>
              <a:spcPct val="35000"/>
            </a:spcAft>
            <a:buNone/>
          </a:pPr>
          <a:r>
            <a:rPr lang="en-US" sz="2500" kern="1200" dirty="0">
              <a:latin typeface="Times New Roman" panose="02020603050405020304" pitchFamily="18" charset="0"/>
              <a:cs typeface="Times New Roman" panose="02020603050405020304" pitchFamily="18" charset="0"/>
            </a:rPr>
            <a:t>The proposed system leverages a Naive Bayes Classifier for sentiment analysis of Amazon reviews. </a:t>
          </a:r>
        </a:p>
      </dsp:txBody>
      <dsp:txXfrm>
        <a:off x="1435988" y="531"/>
        <a:ext cx="9079611" cy="1243280"/>
      </dsp:txXfrm>
    </dsp:sp>
    <dsp:sp modelId="{94DBC6E7-03E1-45F4-8EEC-F2E41F9790A9}">
      <dsp:nvSpPr>
        <dsp:cNvPr id="0" name=""/>
        <dsp:cNvSpPr/>
      </dsp:nvSpPr>
      <dsp:spPr>
        <a:xfrm>
          <a:off x="0" y="1554631"/>
          <a:ext cx="10515600" cy="124328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3FDA385-33FA-4B14-8717-ACDD1F3DA264}">
      <dsp:nvSpPr>
        <dsp:cNvPr id="0" name=""/>
        <dsp:cNvSpPr/>
      </dsp:nvSpPr>
      <dsp:spPr>
        <a:xfrm>
          <a:off x="376092" y="1834369"/>
          <a:ext cx="683804" cy="68380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0BD6DFE-69C7-4372-9A7C-B6A4249E344F}">
      <dsp:nvSpPr>
        <dsp:cNvPr id="0" name=""/>
        <dsp:cNvSpPr/>
      </dsp:nvSpPr>
      <dsp:spPr>
        <a:xfrm>
          <a:off x="1435988" y="1554631"/>
          <a:ext cx="9079611" cy="1243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81" tIns="131581" rIns="131581" bIns="131581" numCol="1" spcCol="1270" anchor="ctr" anchorCtr="0">
          <a:noAutofit/>
        </a:bodyPr>
        <a:lstStyle/>
        <a:p>
          <a:pPr marL="0" lvl="0" indent="0" algn="l" defTabSz="1111250">
            <a:lnSpc>
              <a:spcPct val="100000"/>
            </a:lnSpc>
            <a:spcBef>
              <a:spcPct val="0"/>
            </a:spcBef>
            <a:spcAft>
              <a:spcPct val="35000"/>
            </a:spcAft>
            <a:buNone/>
          </a:pPr>
          <a:r>
            <a:rPr lang="en-US" sz="2500" kern="1200" dirty="0">
              <a:latin typeface="Times New Roman" panose="02020603050405020304" pitchFamily="18" charset="0"/>
              <a:cs typeface="Times New Roman" panose="02020603050405020304" pitchFamily="18" charset="0"/>
            </a:rPr>
            <a:t>The model aims to improve accuracy, scalability, and efficiency in processing large volumes of customer feedback.</a:t>
          </a:r>
        </a:p>
      </dsp:txBody>
      <dsp:txXfrm>
        <a:off x="1435988" y="1554631"/>
        <a:ext cx="9079611" cy="1243280"/>
      </dsp:txXfrm>
    </dsp:sp>
    <dsp:sp modelId="{95897EDF-CD51-418B-8515-57117D3BDADE}">
      <dsp:nvSpPr>
        <dsp:cNvPr id="0" name=""/>
        <dsp:cNvSpPr/>
      </dsp:nvSpPr>
      <dsp:spPr>
        <a:xfrm>
          <a:off x="0" y="3108732"/>
          <a:ext cx="10515600" cy="124328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B9427C5-65D9-4EA0-8772-B797B1284637}">
      <dsp:nvSpPr>
        <dsp:cNvPr id="0" name=""/>
        <dsp:cNvSpPr/>
      </dsp:nvSpPr>
      <dsp:spPr>
        <a:xfrm>
          <a:off x="376092" y="3388470"/>
          <a:ext cx="683804" cy="68380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730AB53-77BA-43A4-90CE-429570361DD8}">
      <dsp:nvSpPr>
        <dsp:cNvPr id="0" name=""/>
        <dsp:cNvSpPr/>
      </dsp:nvSpPr>
      <dsp:spPr>
        <a:xfrm>
          <a:off x="1435988" y="3108732"/>
          <a:ext cx="9079611" cy="1243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81" tIns="131581" rIns="131581" bIns="131581" numCol="1" spcCol="1270" anchor="ctr" anchorCtr="0">
          <a:noAutofit/>
        </a:bodyPr>
        <a:lstStyle/>
        <a:p>
          <a:pPr marL="0" lvl="0" indent="0" algn="l" defTabSz="1111250">
            <a:lnSpc>
              <a:spcPct val="100000"/>
            </a:lnSpc>
            <a:spcBef>
              <a:spcPct val="0"/>
            </a:spcBef>
            <a:spcAft>
              <a:spcPct val="35000"/>
            </a:spcAft>
            <a:buNone/>
          </a:pPr>
          <a:r>
            <a:rPr lang="en-US" sz="2500" kern="1200" dirty="0">
              <a:latin typeface="Times New Roman" panose="02020603050405020304" pitchFamily="18" charset="0"/>
              <a:cs typeface="Times New Roman" panose="02020603050405020304" pitchFamily="18" charset="0"/>
            </a:rPr>
            <a:t>It focuses on automating the categorization of feedback through multi-class classification.</a:t>
          </a:r>
        </a:p>
      </dsp:txBody>
      <dsp:txXfrm>
        <a:off x="1435988" y="3108732"/>
        <a:ext cx="9079611" cy="124328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A3176D-9D06-4B67-A61A-31765E6A260C}">
      <dsp:nvSpPr>
        <dsp:cNvPr id="0" name=""/>
        <dsp:cNvSpPr/>
      </dsp:nvSpPr>
      <dsp:spPr>
        <a:xfrm>
          <a:off x="257859" y="656503"/>
          <a:ext cx="917820" cy="91782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E86C6BA-1948-4A5A-A2EE-DAB7A12CD1CE}">
      <dsp:nvSpPr>
        <dsp:cNvPr id="0" name=""/>
        <dsp:cNvSpPr/>
      </dsp:nvSpPr>
      <dsp:spPr>
        <a:xfrm>
          <a:off x="450601" y="849245"/>
          <a:ext cx="532335" cy="53233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F160CFB-36FE-4222-8CFF-B42A01F093DE}">
      <dsp:nvSpPr>
        <dsp:cNvPr id="0" name=""/>
        <dsp:cNvSpPr/>
      </dsp:nvSpPr>
      <dsp:spPr>
        <a:xfrm>
          <a:off x="1372355" y="656503"/>
          <a:ext cx="2163432" cy="9178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244600">
            <a:lnSpc>
              <a:spcPct val="100000"/>
            </a:lnSpc>
            <a:spcBef>
              <a:spcPct val="0"/>
            </a:spcBef>
            <a:spcAft>
              <a:spcPct val="35000"/>
            </a:spcAft>
            <a:buNone/>
          </a:pPr>
          <a:r>
            <a:rPr lang="en-IN" sz="2800" b="1" kern="1200" dirty="0">
              <a:latin typeface="Times New Roman" panose="02020603050405020304" pitchFamily="18" charset="0"/>
              <a:cs typeface="Times New Roman" panose="02020603050405020304" pitchFamily="18" charset="0"/>
            </a:rPr>
            <a:t>Advantages</a:t>
          </a:r>
          <a:endParaRPr lang="en-US" sz="2800" kern="1200" dirty="0">
            <a:latin typeface="Times New Roman" panose="02020603050405020304" pitchFamily="18" charset="0"/>
            <a:cs typeface="Times New Roman" panose="02020603050405020304" pitchFamily="18" charset="0"/>
          </a:endParaRPr>
        </a:p>
      </dsp:txBody>
      <dsp:txXfrm>
        <a:off x="1372355" y="656503"/>
        <a:ext cx="2163432" cy="917820"/>
      </dsp:txXfrm>
    </dsp:sp>
    <dsp:sp modelId="{12C3CAE8-BF37-4CB9-9EFF-7A2FF84BA098}">
      <dsp:nvSpPr>
        <dsp:cNvPr id="0" name=""/>
        <dsp:cNvSpPr/>
      </dsp:nvSpPr>
      <dsp:spPr>
        <a:xfrm>
          <a:off x="4066879" y="4421621"/>
          <a:ext cx="917820" cy="91782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94AAC47-9417-4FC8-BBB8-6BE59021AFBA}">
      <dsp:nvSpPr>
        <dsp:cNvPr id="0" name=""/>
        <dsp:cNvSpPr/>
      </dsp:nvSpPr>
      <dsp:spPr>
        <a:xfrm>
          <a:off x="4259619" y="4625368"/>
          <a:ext cx="532335" cy="53233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037755-0CDB-4349-B0ED-E44C98503151}">
      <dsp:nvSpPr>
        <dsp:cNvPr id="0" name=""/>
        <dsp:cNvSpPr/>
      </dsp:nvSpPr>
      <dsp:spPr>
        <a:xfrm>
          <a:off x="5126331" y="4531704"/>
          <a:ext cx="2163432" cy="9178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IN" sz="1800" b="1" kern="1200" dirty="0">
              <a:latin typeface="Times New Roman" panose="02020603050405020304" pitchFamily="18" charset="0"/>
              <a:cs typeface="Times New Roman" panose="02020603050405020304" pitchFamily="18" charset="0"/>
            </a:rPr>
            <a:t>Improved Efficiency:</a:t>
          </a:r>
          <a:r>
            <a:rPr lang="en-IN" sz="1800" kern="1200" dirty="0">
              <a:latin typeface="Times New Roman" panose="02020603050405020304" pitchFamily="18" charset="0"/>
              <a:cs typeface="Times New Roman" panose="02020603050405020304" pitchFamily="18" charset="0"/>
            </a:rPr>
            <a:t> Automates sentiment classification, saving time.</a:t>
          </a:r>
          <a:endParaRPr lang="en-US" sz="1800" kern="1200" dirty="0">
            <a:latin typeface="Times New Roman" panose="02020603050405020304" pitchFamily="18" charset="0"/>
            <a:cs typeface="Times New Roman" panose="02020603050405020304" pitchFamily="18" charset="0"/>
          </a:endParaRPr>
        </a:p>
      </dsp:txBody>
      <dsp:txXfrm>
        <a:off x="5126331" y="4531704"/>
        <a:ext cx="2163432" cy="917820"/>
      </dsp:txXfrm>
    </dsp:sp>
    <dsp:sp modelId="{3F9598C2-68E3-4171-97BF-A210FAD8AAE3}">
      <dsp:nvSpPr>
        <dsp:cNvPr id="0" name=""/>
        <dsp:cNvSpPr/>
      </dsp:nvSpPr>
      <dsp:spPr>
        <a:xfrm>
          <a:off x="7589659" y="4399603"/>
          <a:ext cx="917820" cy="91782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E19E301-87E8-4EB6-8388-08F14616EE6D}">
      <dsp:nvSpPr>
        <dsp:cNvPr id="0" name=""/>
        <dsp:cNvSpPr/>
      </dsp:nvSpPr>
      <dsp:spPr>
        <a:xfrm>
          <a:off x="7804417" y="4592342"/>
          <a:ext cx="532335" cy="53233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DB3B4F8-3BC9-441B-90AC-4436132CAE1F}">
      <dsp:nvSpPr>
        <dsp:cNvPr id="0" name=""/>
        <dsp:cNvSpPr/>
      </dsp:nvSpPr>
      <dsp:spPr>
        <a:xfrm>
          <a:off x="8649100" y="4476663"/>
          <a:ext cx="2163432" cy="9178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IN" sz="1800" b="1" kern="1200" dirty="0">
              <a:latin typeface="Times New Roman" panose="02020603050405020304" pitchFamily="18" charset="0"/>
              <a:cs typeface="Times New Roman" panose="02020603050405020304" pitchFamily="18" charset="0"/>
            </a:rPr>
            <a:t>Cost-Effective:</a:t>
          </a:r>
          <a:r>
            <a:rPr lang="en-IN" sz="1800" kern="1200" dirty="0">
              <a:latin typeface="Times New Roman" panose="02020603050405020304" pitchFamily="18" charset="0"/>
              <a:cs typeface="Times New Roman" panose="02020603050405020304" pitchFamily="18" charset="0"/>
            </a:rPr>
            <a:t> Naïve Bayes requires lower computation than deep learning models.</a:t>
          </a:r>
          <a:endParaRPr lang="en-US" sz="1800" kern="1200" dirty="0">
            <a:latin typeface="Times New Roman" panose="02020603050405020304" pitchFamily="18" charset="0"/>
            <a:cs typeface="Times New Roman" panose="02020603050405020304" pitchFamily="18" charset="0"/>
          </a:endParaRPr>
        </a:p>
      </dsp:txBody>
      <dsp:txXfrm>
        <a:off x="8649100" y="4476663"/>
        <a:ext cx="2163432" cy="917820"/>
      </dsp:txXfrm>
    </dsp:sp>
    <dsp:sp modelId="{12CC5254-0E03-48EB-BB0C-DF98FA2BD215}">
      <dsp:nvSpPr>
        <dsp:cNvPr id="0" name=""/>
        <dsp:cNvSpPr/>
      </dsp:nvSpPr>
      <dsp:spPr>
        <a:xfrm>
          <a:off x="257859" y="2621746"/>
          <a:ext cx="917820" cy="91782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EBC5BB7-760B-4CEC-90CD-DAA1F2744DD9}">
      <dsp:nvSpPr>
        <dsp:cNvPr id="0" name=""/>
        <dsp:cNvSpPr/>
      </dsp:nvSpPr>
      <dsp:spPr>
        <a:xfrm>
          <a:off x="450601" y="2814489"/>
          <a:ext cx="532335" cy="53233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70B6BE3-5EF9-475F-BA78-E86B9D65B2D1}">
      <dsp:nvSpPr>
        <dsp:cNvPr id="0" name=""/>
        <dsp:cNvSpPr/>
      </dsp:nvSpPr>
      <dsp:spPr>
        <a:xfrm>
          <a:off x="1350331" y="2390557"/>
          <a:ext cx="2163432" cy="9178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IN" sz="1800" b="1" kern="1200" dirty="0">
              <a:latin typeface="Times New Roman" panose="02020603050405020304" pitchFamily="18" charset="0"/>
              <a:cs typeface="Times New Roman" panose="02020603050405020304" pitchFamily="18" charset="0"/>
            </a:rPr>
            <a:t>Business Insights:</a:t>
          </a:r>
          <a:r>
            <a:rPr lang="en-IN" sz="1800" kern="1200" dirty="0">
              <a:latin typeface="Times New Roman" panose="02020603050405020304" pitchFamily="18" charset="0"/>
              <a:cs typeface="Times New Roman" panose="02020603050405020304" pitchFamily="18" charset="0"/>
            </a:rPr>
            <a:t> Helps companies understand customer sentiment trends.</a:t>
          </a:r>
          <a:endParaRPr lang="en-US" sz="1800" kern="1200" dirty="0">
            <a:latin typeface="Times New Roman" panose="02020603050405020304" pitchFamily="18" charset="0"/>
            <a:cs typeface="Times New Roman" panose="02020603050405020304" pitchFamily="18" charset="0"/>
          </a:endParaRPr>
        </a:p>
      </dsp:txBody>
      <dsp:txXfrm>
        <a:off x="1350331" y="2390557"/>
        <a:ext cx="2163432" cy="917820"/>
      </dsp:txXfrm>
    </dsp:sp>
    <dsp:sp modelId="{B3C610ED-EB16-4E75-BCF9-33AAC9908642}">
      <dsp:nvSpPr>
        <dsp:cNvPr id="0" name=""/>
        <dsp:cNvSpPr/>
      </dsp:nvSpPr>
      <dsp:spPr>
        <a:xfrm>
          <a:off x="3912750" y="2621746"/>
          <a:ext cx="917820" cy="91782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FBA57E8-DD63-473C-9B04-0512C6AE1C67}">
      <dsp:nvSpPr>
        <dsp:cNvPr id="0" name=""/>
        <dsp:cNvSpPr/>
      </dsp:nvSpPr>
      <dsp:spPr>
        <a:xfrm>
          <a:off x="4105492" y="2814489"/>
          <a:ext cx="532335" cy="53233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63CC52F-7AF0-40EA-9ADD-3CBA0613A617}">
      <dsp:nvSpPr>
        <dsp:cNvPr id="0" name=""/>
        <dsp:cNvSpPr/>
      </dsp:nvSpPr>
      <dsp:spPr>
        <a:xfrm>
          <a:off x="5027245" y="2621746"/>
          <a:ext cx="2163432" cy="9178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IN" sz="1800" b="1" kern="1200">
              <a:latin typeface="Times New Roman" panose="02020603050405020304" pitchFamily="18" charset="0"/>
              <a:cs typeface="Times New Roman" panose="02020603050405020304" pitchFamily="18" charset="0"/>
            </a:rPr>
            <a:t>Suitable for Pre-Processing Techniques: </a:t>
          </a:r>
          <a:r>
            <a:rPr lang="en-US" sz="1800" kern="1200">
              <a:latin typeface="Times New Roman" panose="02020603050405020304" pitchFamily="18" charset="0"/>
              <a:cs typeface="Times New Roman" panose="02020603050405020304" pitchFamily="18" charset="0"/>
            </a:rPr>
            <a:t>Works perfectly with TF-IDF and BoW feature extraction.</a:t>
          </a:r>
        </a:p>
      </dsp:txBody>
      <dsp:txXfrm>
        <a:off x="5027245" y="2621746"/>
        <a:ext cx="2163432" cy="917820"/>
      </dsp:txXfrm>
    </dsp:sp>
    <dsp:sp modelId="{9397A070-E372-4A6F-AE12-B47DD50F6F81}">
      <dsp:nvSpPr>
        <dsp:cNvPr id="0" name=""/>
        <dsp:cNvSpPr/>
      </dsp:nvSpPr>
      <dsp:spPr>
        <a:xfrm>
          <a:off x="7567640" y="2621746"/>
          <a:ext cx="917820" cy="91782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454DFBA-87AE-43EA-8727-B15D26D03718}">
      <dsp:nvSpPr>
        <dsp:cNvPr id="0" name=""/>
        <dsp:cNvSpPr/>
      </dsp:nvSpPr>
      <dsp:spPr>
        <a:xfrm>
          <a:off x="7760382" y="2814489"/>
          <a:ext cx="532335" cy="532335"/>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589F530-2359-46D0-8DB9-4161BDDF2C6C}">
      <dsp:nvSpPr>
        <dsp:cNvPr id="0" name=""/>
        <dsp:cNvSpPr/>
      </dsp:nvSpPr>
      <dsp:spPr>
        <a:xfrm>
          <a:off x="8682136" y="2621746"/>
          <a:ext cx="2163432" cy="9178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b="1" kern="1200">
              <a:latin typeface="Times New Roman" panose="02020603050405020304" pitchFamily="18" charset="0"/>
              <a:cs typeface="Times New Roman" panose="02020603050405020304" pitchFamily="18" charset="0"/>
            </a:rPr>
            <a:t>Performs Well on Short Texts</a:t>
          </a:r>
          <a:r>
            <a:rPr lang="en-US" sz="1800" kern="1200">
              <a:latin typeface="Times New Roman" panose="02020603050405020304" pitchFamily="18" charset="0"/>
              <a:cs typeface="Times New Roman" panose="02020603050405020304" pitchFamily="18" charset="0"/>
            </a:rPr>
            <a:t>: Amazon reviews are short text data, and Naïve Bayes works best on short texts where feature independence assumptions hold.</a:t>
          </a:r>
        </a:p>
      </dsp:txBody>
      <dsp:txXfrm>
        <a:off x="8682136" y="2621746"/>
        <a:ext cx="2163432" cy="917820"/>
      </dsp:txXfrm>
    </dsp:sp>
    <dsp:sp modelId="{A9C3C99B-5697-48DF-8F95-C7E17706821F}">
      <dsp:nvSpPr>
        <dsp:cNvPr id="0" name=""/>
        <dsp:cNvSpPr/>
      </dsp:nvSpPr>
      <dsp:spPr>
        <a:xfrm>
          <a:off x="257859" y="4586990"/>
          <a:ext cx="917820" cy="91782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E835CD9-124E-4333-98A8-FD0D7CDD7FA7}">
      <dsp:nvSpPr>
        <dsp:cNvPr id="0" name=""/>
        <dsp:cNvSpPr/>
      </dsp:nvSpPr>
      <dsp:spPr>
        <a:xfrm>
          <a:off x="450601" y="4779732"/>
          <a:ext cx="532335" cy="532335"/>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DF9FD94-CDFE-45DF-985C-0AB220EFFC40}">
      <dsp:nvSpPr>
        <dsp:cNvPr id="0" name=""/>
        <dsp:cNvSpPr/>
      </dsp:nvSpPr>
      <dsp:spPr>
        <a:xfrm>
          <a:off x="1372355" y="4586990"/>
          <a:ext cx="2163432" cy="9178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b="1" kern="1200">
              <a:latin typeface="Times New Roman" panose="02020603050405020304" pitchFamily="18" charset="0"/>
              <a:cs typeface="Times New Roman" panose="02020603050405020304" pitchFamily="18" charset="0"/>
            </a:rPr>
            <a:t>Scalable &amp; interpretable:</a:t>
          </a:r>
          <a:r>
            <a:rPr lang="en-US" sz="1800" kern="1200">
              <a:latin typeface="Times New Roman" panose="02020603050405020304" pitchFamily="18" charset="0"/>
              <a:cs typeface="Times New Roman" panose="02020603050405020304" pitchFamily="18" charset="0"/>
            </a:rPr>
            <a:t> for large datasets without requiring GPUs.</a:t>
          </a:r>
        </a:p>
      </dsp:txBody>
      <dsp:txXfrm>
        <a:off x="1372355" y="4586990"/>
        <a:ext cx="2163432" cy="91782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A933C7-0A19-4C62-A90F-A00C7FECFD0A}">
      <dsp:nvSpPr>
        <dsp:cNvPr id="0" name=""/>
        <dsp:cNvSpPr/>
      </dsp:nvSpPr>
      <dsp:spPr>
        <a:xfrm>
          <a:off x="-874915" y="12902"/>
          <a:ext cx="11360799" cy="95470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02284EF-CAB3-42F6-BD6E-CC40B2123B91}">
      <dsp:nvSpPr>
        <dsp:cNvPr id="0" name=""/>
        <dsp:cNvSpPr/>
      </dsp:nvSpPr>
      <dsp:spPr>
        <a:xfrm>
          <a:off x="-586117" y="227710"/>
          <a:ext cx="525086" cy="52508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CE235E3-272F-49CD-A653-285065BBEE79}">
      <dsp:nvSpPr>
        <dsp:cNvPr id="0" name=""/>
        <dsp:cNvSpPr/>
      </dsp:nvSpPr>
      <dsp:spPr>
        <a:xfrm>
          <a:off x="227766" y="12902"/>
          <a:ext cx="10255960" cy="95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039" tIns="101039" rIns="101039" bIns="101039" numCol="1" spcCol="1270" anchor="ctr" anchorCtr="0">
          <a:noAutofit/>
        </a:bodyPr>
        <a:lstStyle/>
        <a:p>
          <a:pPr marL="0" lvl="0" indent="0" algn="l" defTabSz="977900">
            <a:lnSpc>
              <a:spcPct val="100000"/>
            </a:lnSpc>
            <a:spcBef>
              <a:spcPct val="0"/>
            </a:spcBef>
            <a:spcAft>
              <a:spcPct val="35000"/>
            </a:spcAft>
            <a:buNone/>
          </a:pPr>
          <a:r>
            <a:rPr lang="en-US" sz="2200" b="1" kern="1200" dirty="0">
              <a:latin typeface="Times New Roman" panose="02020603050405020304" pitchFamily="18" charset="0"/>
              <a:cs typeface="Times New Roman" panose="02020603050405020304" pitchFamily="18" charset="0"/>
            </a:rPr>
            <a:t>Data Collection</a:t>
          </a:r>
          <a:r>
            <a:rPr lang="en-US" sz="2200" kern="1200" dirty="0">
              <a:latin typeface="Times New Roman" panose="02020603050405020304" pitchFamily="18" charset="0"/>
              <a:cs typeface="Times New Roman" panose="02020603050405020304" pitchFamily="18" charset="0"/>
            </a:rPr>
            <a:t>: Reviews are gathered, stored in CSV format, and imported for analysis.</a:t>
          </a:r>
        </a:p>
      </dsp:txBody>
      <dsp:txXfrm>
        <a:off x="227766" y="12902"/>
        <a:ext cx="10255960" cy="954702"/>
      </dsp:txXfrm>
    </dsp:sp>
    <dsp:sp modelId="{23590192-68F3-49B3-83BB-E080E6EF2AEF}">
      <dsp:nvSpPr>
        <dsp:cNvPr id="0" name=""/>
        <dsp:cNvSpPr/>
      </dsp:nvSpPr>
      <dsp:spPr>
        <a:xfrm>
          <a:off x="-874915" y="1206281"/>
          <a:ext cx="11360799" cy="95470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43FAE93-D9B5-4CF0-9ACC-FE549618CF4E}">
      <dsp:nvSpPr>
        <dsp:cNvPr id="0" name=""/>
        <dsp:cNvSpPr/>
      </dsp:nvSpPr>
      <dsp:spPr>
        <a:xfrm>
          <a:off x="-586117" y="1421089"/>
          <a:ext cx="525086" cy="52508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8FD8F46-F497-4321-925F-339F1AFC2A70}">
      <dsp:nvSpPr>
        <dsp:cNvPr id="0" name=""/>
        <dsp:cNvSpPr/>
      </dsp:nvSpPr>
      <dsp:spPr>
        <a:xfrm>
          <a:off x="227766" y="1206281"/>
          <a:ext cx="10255960" cy="95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039" tIns="101039" rIns="101039" bIns="101039" numCol="1" spcCol="1270" anchor="ctr" anchorCtr="0">
          <a:noAutofit/>
        </a:bodyPr>
        <a:lstStyle/>
        <a:p>
          <a:pPr marL="0" lvl="0" indent="0" algn="l" defTabSz="977900">
            <a:lnSpc>
              <a:spcPct val="100000"/>
            </a:lnSpc>
            <a:spcBef>
              <a:spcPct val="0"/>
            </a:spcBef>
            <a:spcAft>
              <a:spcPct val="35000"/>
            </a:spcAft>
            <a:buNone/>
          </a:pPr>
          <a:r>
            <a:rPr lang="en-US" sz="2200" b="1" kern="1200" dirty="0">
              <a:latin typeface="Times New Roman" panose="02020603050405020304" pitchFamily="18" charset="0"/>
              <a:cs typeface="Times New Roman" panose="02020603050405020304" pitchFamily="18" charset="0"/>
            </a:rPr>
            <a:t>Exploratory Data Analysis (EDA)</a:t>
          </a:r>
          <a:r>
            <a:rPr lang="en-US" sz="2200" kern="1200" dirty="0">
              <a:latin typeface="Times New Roman" panose="02020603050405020304" pitchFamily="18" charset="0"/>
              <a:cs typeface="Times New Roman" panose="02020603050405020304" pitchFamily="18" charset="0"/>
            </a:rPr>
            <a:t>: Patterns in data, such as star rating distributions, are analyzed for insights.</a:t>
          </a:r>
        </a:p>
      </dsp:txBody>
      <dsp:txXfrm>
        <a:off x="227766" y="1206281"/>
        <a:ext cx="10255960" cy="954702"/>
      </dsp:txXfrm>
    </dsp:sp>
    <dsp:sp modelId="{8E933D45-6FE1-411B-83CD-183BC85B0DC5}">
      <dsp:nvSpPr>
        <dsp:cNvPr id="0" name=""/>
        <dsp:cNvSpPr/>
      </dsp:nvSpPr>
      <dsp:spPr>
        <a:xfrm>
          <a:off x="-874915" y="2399660"/>
          <a:ext cx="11360799" cy="95470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953BBCA-92D8-4182-A21A-BD38B09AAA0E}">
      <dsp:nvSpPr>
        <dsp:cNvPr id="0" name=""/>
        <dsp:cNvSpPr/>
      </dsp:nvSpPr>
      <dsp:spPr>
        <a:xfrm>
          <a:off x="-586117" y="2614468"/>
          <a:ext cx="525086" cy="52508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FD6D684-48E7-40EF-BC97-DE29C0DB1999}">
      <dsp:nvSpPr>
        <dsp:cNvPr id="0" name=""/>
        <dsp:cNvSpPr/>
      </dsp:nvSpPr>
      <dsp:spPr>
        <a:xfrm>
          <a:off x="227766" y="2399660"/>
          <a:ext cx="10255960" cy="95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039" tIns="101039" rIns="101039" bIns="101039" numCol="1" spcCol="1270" anchor="ctr" anchorCtr="0">
          <a:noAutofit/>
        </a:bodyPr>
        <a:lstStyle/>
        <a:p>
          <a:pPr marL="0" lvl="0" indent="0" algn="l" defTabSz="977900">
            <a:lnSpc>
              <a:spcPct val="100000"/>
            </a:lnSpc>
            <a:spcBef>
              <a:spcPct val="0"/>
            </a:spcBef>
            <a:spcAft>
              <a:spcPct val="35000"/>
            </a:spcAft>
            <a:buNone/>
          </a:pPr>
          <a:r>
            <a:rPr lang="en-US" sz="2200" b="1" kern="1200" dirty="0">
              <a:latin typeface="Times New Roman" panose="02020603050405020304" pitchFamily="18" charset="0"/>
              <a:cs typeface="Times New Roman" panose="02020603050405020304" pitchFamily="18" charset="0"/>
            </a:rPr>
            <a:t>Data Preprocessing</a:t>
          </a:r>
          <a:r>
            <a:rPr lang="en-US" sz="2200" kern="1200" dirty="0">
              <a:latin typeface="Times New Roman" panose="02020603050405020304" pitchFamily="18" charset="0"/>
              <a:cs typeface="Times New Roman" panose="02020603050405020304" pitchFamily="18" charset="0"/>
            </a:rPr>
            <a:t>: Cleaning and transforming text for feature extraction and modeling</a:t>
          </a:r>
          <a:r>
            <a:rPr lang="en-US" sz="1900" kern="1200" dirty="0"/>
            <a:t>.</a:t>
          </a:r>
        </a:p>
      </dsp:txBody>
      <dsp:txXfrm>
        <a:off x="227766" y="2399660"/>
        <a:ext cx="10255960" cy="954702"/>
      </dsp:txXfrm>
    </dsp:sp>
    <dsp:sp modelId="{B2056942-967F-48DE-BE4D-29BEABBA272D}">
      <dsp:nvSpPr>
        <dsp:cNvPr id="0" name=""/>
        <dsp:cNvSpPr/>
      </dsp:nvSpPr>
      <dsp:spPr>
        <a:xfrm>
          <a:off x="-874915" y="3593038"/>
          <a:ext cx="11360799" cy="95470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3622FA5-B7BA-49A3-AB45-05C6EE063377}">
      <dsp:nvSpPr>
        <dsp:cNvPr id="0" name=""/>
        <dsp:cNvSpPr/>
      </dsp:nvSpPr>
      <dsp:spPr>
        <a:xfrm>
          <a:off x="-586117" y="3807846"/>
          <a:ext cx="525086" cy="52508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122B901-2662-4E6F-89FE-C72CA8821AA5}">
      <dsp:nvSpPr>
        <dsp:cNvPr id="0" name=""/>
        <dsp:cNvSpPr/>
      </dsp:nvSpPr>
      <dsp:spPr>
        <a:xfrm>
          <a:off x="227766" y="3593038"/>
          <a:ext cx="10255960" cy="95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039" tIns="101039" rIns="101039" bIns="101039" numCol="1" spcCol="1270" anchor="ctr" anchorCtr="0">
          <a:noAutofit/>
        </a:bodyPr>
        <a:lstStyle/>
        <a:p>
          <a:pPr marL="0" lvl="0" indent="0" algn="l" defTabSz="977900">
            <a:lnSpc>
              <a:spcPct val="100000"/>
            </a:lnSpc>
            <a:spcBef>
              <a:spcPct val="0"/>
            </a:spcBef>
            <a:spcAft>
              <a:spcPct val="35000"/>
            </a:spcAft>
            <a:buNone/>
          </a:pPr>
          <a:r>
            <a:rPr lang="en-US" sz="2200" b="1" kern="1200" dirty="0">
              <a:latin typeface="Times New Roman" panose="02020603050405020304" pitchFamily="18" charset="0"/>
              <a:cs typeface="Times New Roman" panose="02020603050405020304" pitchFamily="18" charset="0"/>
            </a:rPr>
            <a:t>Feature Extraction</a:t>
          </a:r>
          <a:r>
            <a:rPr lang="en-US" sz="2200" kern="1200" dirty="0">
              <a:latin typeface="Times New Roman" panose="02020603050405020304" pitchFamily="18" charset="0"/>
              <a:cs typeface="Times New Roman" panose="02020603050405020304" pitchFamily="18" charset="0"/>
            </a:rPr>
            <a:t>: Using TF-IDF and </a:t>
          </a:r>
          <a:r>
            <a:rPr lang="en-US" sz="2200" kern="1200" dirty="0" err="1">
              <a:latin typeface="Times New Roman" panose="02020603050405020304" pitchFamily="18" charset="0"/>
              <a:cs typeface="Times New Roman" panose="02020603050405020304" pitchFamily="18" charset="0"/>
            </a:rPr>
            <a:t>GloVe</a:t>
          </a:r>
          <a:r>
            <a:rPr lang="en-US" sz="2200" kern="1200" dirty="0">
              <a:latin typeface="Times New Roman" panose="02020603050405020304" pitchFamily="18" charset="0"/>
              <a:cs typeface="Times New Roman" panose="02020603050405020304" pitchFamily="18" charset="0"/>
            </a:rPr>
            <a:t> for converting textual data into numerical vectors suitable for the classifier.</a:t>
          </a:r>
        </a:p>
      </dsp:txBody>
      <dsp:txXfrm>
        <a:off x="227766" y="3593038"/>
        <a:ext cx="10255960" cy="954702"/>
      </dsp:txXfrm>
    </dsp:sp>
    <dsp:sp modelId="{3FCF235E-69C6-437A-B15F-341622C4DF4E}">
      <dsp:nvSpPr>
        <dsp:cNvPr id="0" name=""/>
        <dsp:cNvSpPr/>
      </dsp:nvSpPr>
      <dsp:spPr>
        <a:xfrm>
          <a:off x="-874915" y="4786417"/>
          <a:ext cx="11360799" cy="95470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BDE9BAD-CA74-4976-8CE2-9CA6713EF28D}">
      <dsp:nvSpPr>
        <dsp:cNvPr id="0" name=""/>
        <dsp:cNvSpPr/>
      </dsp:nvSpPr>
      <dsp:spPr>
        <a:xfrm>
          <a:off x="-586117" y="5001225"/>
          <a:ext cx="525086" cy="52508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732F6EF-7EE9-41FD-B308-96C00C791752}">
      <dsp:nvSpPr>
        <dsp:cNvPr id="0" name=""/>
        <dsp:cNvSpPr/>
      </dsp:nvSpPr>
      <dsp:spPr>
        <a:xfrm>
          <a:off x="227766" y="4786417"/>
          <a:ext cx="5112359" cy="95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039" tIns="101039" rIns="101039" bIns="101039" numCol="1" spcCol="1270" anchor="ctr" anchorCtr="0">
          <a:noAutofit/>
        </a:bodyPr>
        <a:lstStyle/>
        <a:p>
          <a:pPr marL="0" lvl="0" indent="0" algn="l" defTabSz="977900">
            <a:lnSpc>
              <a:spcPct val="100000"/>
            </a:lnSpc>
            <a:spcBef>
              <a:spcPct val="0"/>
            </a:spcBef>
            <a:spcAft>
              <a:spcPct val="35000"/>
            </a:spcAft>
            <a:buNone/>
          </a:pPr>
          <a:r>
            <a:rPr lang="en-US" sz="2200" b="1" kern="1200" dirty="0">
              <a:latin typeface="Times New Roman" panose="02020603050405020304" pitchFamily="18" charset="0"/>
              <a:cs typeface="Times New Roman" panose="02020603050405020304" pitchFamily="18" charset="0"/>
            </a:rPr>
            <a:t>Model Training and Testing</a:t>
          </a:r>
          <a:r>
            <a:rPr lang="en-US" sz="2200" kern="1200" dirty="0">
              <a:latin typeface="Times New Roman" panose="02020603050405020304" pitchFamily="18" charset="0"/>
              <a:cs typeface="Times New Roman" panose="02020603050405020304" pitchFamily="18" charset="0"/>
            </a:rPr>
            <a:t>:</a:t>
          </a:r>
        </a:p>
      </dsp:txBody>
      <dsp:txXfrm>
        <a:off x="227766" y="4786417"/>
        <a:ext cx="5112359" cy="954702"/>
      </dsp:txXfrm>
    </dsp:sp>
    <dsp:sp modelId="{CE88AFE9-87AC-4FE4-9BBA-1984F9308785}">
      <dsp:nvSpPr>
        <dsp:cNvPr id="0" name=""/>
        <dsp:cNvSpPr/>
      </dsp:nvSpPr>
      <dsp:spPr>
        <a:xfrm>
          <a:off x="3588138" y="4786417"/>
          <a:ext cx="8647575" cy="95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039" tIns="101039" rIns="101039" bIns="101039" numCol="1" spcCol="1270" anchor="ctr" anchorCtr="0">
          <a:noAutofit/>
        </a:bodyPr>
        <a:lstStyle/>
        <a:p>
          <a:pPr marL="0" lvl="0" indent="0" algn="l" defTabSz="889000">
            <a:lnSpc>
              <a:spcPct val="100000"/>
            </a:lnSpc>
            <a:spcBef>
              <a:spcPct val="0"/>
            </a:spcBef>
            <a:spcAft>
              <a:spcPct val="35000"/>
            </a:spcAft>
            <a:buNone/>
          </a:pPr>
          <a:r>
            <a:rPr lang="en-US" sz="2000" b="1" kern="1200" dirty="0">
              <a:latin typeface="Times New Roman" panose="02020603050405020304" pitchFamily="18" charset="0"/>
              <a:cs typeface="Times New Roman" panose="02020603050405020304" pitchFamily="18" charset="0"/>
            </a:rPr>
            <a:t>Training</a:t>
          </a:r>
          <a:r>
            <a:rPr lang="en-US" sz="2000" kern="1200" dirty="0">
              <a:latin typeface="Times New Roman" panose="02020603050405020304" pitchFamily="18" charset="0"/>
              <a:cs typeface="Times New Roman" panose="02020603050405020304" pitchFamily="18" charset="0"/>
            </a:rPr>
            <a:t>: 70–80% of the data is used for training.</a:t>
          </a:r>
        </a:p>
        <a:p>
          <a:pPr marL="0" lvl="0" indent="0" algn="l" defTabSz="889000">
            <a:lnSpc>
              <a:spcPct val="100000"/>
            </a:lnSpc>
            <a:spcBef>
              <a:spcPct val="0"/>
            </a:spcBef>
            <a:spcAft>
              <a:spcPct val="35000"/>
            </a:spcAft>
            <a:buNone/>
          </a:pPr>
          <a:r>
            <a:rPr lang="en-US" sz="2000" b="1" kern="1200" dirty="0">
              <a:latin typeface="Times New Roman" panose="02020603050405020304" pitchFamily="18" charset="0"/>
              <a:cs typeface="Times New Roman" panose="02020603050405020304" pitchFamily="18" charset="0"/>
            </a:rPr>
            <a:t>Testing</a:t>
          </a:r>
          <a:r>
            <a:rPr lang="en-US" sz="2000" kern="1200" dirty="0">
              <a:latin typeface="Times New Roman" panose="02020603050405020304" pitchFamily="18" charset="0"/>
              <a:cs typeface="Times New Roman" panose="02020603050405020304" pitchFamily="18" charset="0"/>
            </a:rPr>
            <a:t>: 20–30% is used for validation and performance evaluation.</a:t>
          </a:r>
        </a:p>
      </dsp:txBody>
      <dsp:txXfrm>
        <a:off x="3588138" y="4786417"/>
        <a:ext cx="8647575" cy="954702"/>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EACC1D-2E75-4F8C-B53E-7A6B99835A36}" type="datetimeFigureOut">
              <a:rPr lang="en-IN" smtClean="0"/>
              <a:t>23-04-2025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FA7442-2A79-4F97-B2C1-7EDD4C68ED6D}" type="slidenum">
              <a:rPr lang="en-IN" smtClean="0"/>
              <a:t>‹#›</a:t>
            </a:fld>
            <a:endParaRPr lang="en-IN"/>
          </a:p>
        </p:txBody>
      </p:sp>
    </p:spTree>
    <p:extLst>
      <p:ext uri="{BB962C8B-B14F-4D97-AF65-F5344CB8AC3E}">
        <p14:creationId xmlns:p14="http://schemas.microsoft.com/office/powerpoint/2010/main" val="5200719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c6f980f91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c6f980f91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c6f980f91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c6f980f91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BFA7442-2A79-4F97-B2C1-7EDD4C68ED6D}" type="slidenum">
              <a:rPr lang="en-IN" smtClean="0"/>
              <a:t>15</a:t>
            </a:fld>
            <a:endParaRPr lang="en-IN"/>
          </a:p>
        </p:txBody>
      </p:sp>
    </p:spTree>
    <p:extLst>
      <p:ext uri="{BB962C8B-B14F-4D97-AF65-F5344CB8AC3E}">
        <p14:creationId xmlns:p14="http://schemas.microsoft.com/office/powerpoint/2010/main" val="38357065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BFA7442-2A79-4F97-B2C1-7EDD4C68ED6D}" type="slidenum">
              <a:rPr lang="en-IN" smtClean="0"/>
              <a:t>19</a:t>
            </a:fld>
            <a:endParaRPr lang="en-IN"/>
          </a:p>
        </p:txBody>
      </p:sp>
    </p:spTree>
    <p:extLst>
      <p:ext uri="{BB962C8B-B14F-4D97-AF65-F5344CB8AC3E}">
        <p14:creationId xmlns:p14="http://schemas.microsoft.com/office/powerpoint/2010/main" val="52397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19497-3EEA-C529-149A-409E4A8A166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506F811-9356-B7A6-BFDE-18597A52720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6678EC7-D956-8AE1-CAE3-89A7A0E1C64A}"/>
              </a:ext>
            </a:extLst>
          </p:cNvPr>
          <p:cNvSpPr>
            <a:spLocks noGrp="1"/>
          </p:cNvSpPr>
          <p:nvPr>
            <p:ph type="dt" sz="half" idx="10"/>
          </p:nvPr>
        </p:nvSpPr>
        <p:spPr/>
        <p:txBody>
          <a:bodyPr/>
          <a:lstStyle/>
          <a:p>
            <a:fld id="{0399047A-473D-48DA-90C0-6F6B127448DB}" type="datetimeFigureOut">
              <a:rPr lang="en-IN" smtClean="0"/>
              <a:t>23-04-2025</a:t>
            </a:fld>
            <a:endParaRPr lang="en-IN"/>
          </a:p>
        </p:txBody>
      </p:sp>
      <p:sp>
        <p:nvSpPr>
          <p:cNvPr id="5" name="Footer Placeholder 4">
            <a:extLst>
              <a:ext uri="{FF2B5EF4-FFF2-40B4-BE49-F238E27FC236}">
                <a16:creationId xmlns:a16="http://schemas.microsoft.com/office/drawing/2014/main" id="{9E6FEF47-B866-A6F3-92D3-C0DF70BCD78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0C6B24F-88E7-AAD1-6350-FDD170532BE0}"/>
              </a:ext>
            </a:extLst>
          </p:cNvPr>
          <p:cNvSpPr>
            <a:spLocks noGrp="1"/>
          </p:cNvSpPr>
          <p:nvPr>
            <p:ph type="sldNum" sz="quarter" idx="12"/>
          </p:nvPr>
        </p:nvSpPr>
        <p:spPr/>
        <p:txBody>
          <a:bodyPr/>
          <a:lstStyle/>
          <a:p>
            <a:fld id="{5D330FC8-A652-4CD5-95E3-158B0EC89A16}" type="slidenum">
              <a:rPr lang="en-IN" smtClean="0"/>
              <a:t>‹#›</a:t>
            </a:fld>
            <a:endParaRPr lang="en-IN"/>
          </a:p>
        </p:txBody>
      </p:sp>
    </p:spTree>
    <p:extLst>
      <p:ext uri="{BB962C8B-B14F-4D97-AF65-F5344CB8AC3E}">
        <p14:creationId xmlns:p14="http://schemas.microsoft.com/office/powerpoint/2010/main" val="28123036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8AC32-6A02-1772-725E-AD398C2ECE9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E5E5A76-3C9E-6B5A-65A8-62682C9FF9C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CF27EEE-FE01-2310-CA7B-A95A98ABEEF7}"/>
              </a:ext>
            </a:extLst>
          </p:cNvPr>
          <p:cNvSpPr>
            <a:spLocks noGrp="1"/>
          </p:cNvSpPr>
          <p:nvPr>
            <p:ph type="dt" sz="half" idx="10"/>
          </p:nvPr>
        </p:nvSpPr>
        <p:spPr/>
        <p:txBody>
          <a:bodyPr/>
          <a:lstStyle/>
          <a:p>
            <a:fld id="{0399047A-473D-48DA-90C0-6F6B127448DB}" type="datetimeFigureOut">
              <a:rPr lang="en-IN" smtClean="0"/>
              <a:t>23-04-2025</a:t>
            </a:fld>
            <a:endParaRPr lang="en-IN"/>
          </a:p>
        </p:txBody>
      </p:sp>
      <p:sp>
        <p:nvSpPr>
          <p:cNvPr id="5" name="Footer Placeholder 4">
            <a:extLst>
              <a:ext uri="{FF2B5EF4-FFF2-40B4-BE49-F238E27FC236}">
                <a16:creationId xmlns:a16="http://schemas.microsoft.com/office/drawing/2014/main" id="{8A1EBA4B-D75F-1E92-98BF-A20876A77F6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672B63A-1F45-8F15-E250-DF6D97F34812}"/>
              </a:ext>
            </a:extLst>
          </p:cNvPr>
          <p:cNvSpPr>
            <a:spLocks noGrp="1"/>
          </p:cNvSpPr>
          <p:nvPr>
            <p:ph type="sldNum" sz="quarter" idx="12"/>
          </p:nvPr>
        </p:nvSpPr>
        <p:spPr/>
        <p:txBody>
          <a:bodyPr/>
          <a:lstStyle/>
          <a:p>
            <a:fld id="{5D330FC8-A652-4CD5-95E3-158B0EC89A16}" type="slidenum">
              <a:rPr lang="en-IN" smtClean="0"/>
              <a:t>‹#›</a:t>
            </a:fld>
            <a:endParaRPr lang="en-IN"/>
          </a:p>
        </p:txBody>
      </p:sp>
    </p:spTree>
    <p:extLst>
      <p:ext uri="{BB962C8B-B14F-4D97-AF65-F5344CB8AC3E}">
        <p14:creationId xmlns:p14="http://schemas.microsoft.com/office/powerpoint/2010/main" val="31978270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B9738-C778-51FF-AC60-50BE607D38F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732091E-0558-103E-8FC1-C8E831D759D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FF179C3-EB65-ACB9-345A-524AF754F413}"/>
              </a:ext>
            </a:extLst>
          </p:cNvPr>
          <p:cNvSpPr>
            <a:spLocks noGrp="1"/>
          </p:cNvSpPr>
          <p:nvPr>
            <p:ph type="dt" sz="half" idx="10"/>
          </p:nvPr>
        </p:nvSpPr>
        <p:spPr/>
        <p:txBody>
          <a:bodyPr/>
          <a:lstStyle/>
          <a:p>
            <a:fld id="{0399047A-473D-48DA-90C0-6F6B127448DB}" type="datetimeFigureOut">
              <a:rPr lang="en-IN" smtClean="0"/>
              <a:t>23-04-2025</a:t>
            </a:fld>
            <a:endParaRPr lang="en-IN"/>
          </a:p>
        </p:txBody>
      </p:sp>
      <p:sp>
        <p:nvSpPr>
          <p:cNvPr id="5" name="Footer Placeholder 4">
            <a:extLst>
              <a:ext uri="{FF2B5EF4-FFF2-40B4-BE49-F238E27FC236}">
                <a16:creationId xmlns:a16="http://schemas.microsoft.com/office/drawing/2014/main" id="{042D1259-3B8A-7ABA-6584-4688C16915D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6A92BAB-6175-8A90-DE68-5666757EF960}"/>
              </a:ext>
            </a:extLst>
          </p:cNvPr>
          <p:cNvSpPr>
            <a:spLocks noGrp="1"/>
          </p:cNvSpPr>
          <p:nvPr>
            <p:ph type="sldNum" sz="quarter" idx="12"/>
          </p:nvPr>
        </p:nvSpPr>
        <p:spPr/>
        <p:txBody>
          <a:bodyPr/>
          <a:lstStyle/>
          <a:p>
            <a:fld id="{5D330FC8-A652-4CD5-95E3-158B0EC89A16}" type="slidenum">
              <a:rPr lang="en-IN" smtClean="0"/>
              <a:t>‹#›</a:t>
            </a:fld>
            <a:endParaRPr lang="en-IN"/>
          </a:p>
        </p:txBody>
      </p:sp>
    </p:spTree>
    <p:extLst>
      <p:ext uri="{BB962C8B-B14F-4D97-AF65-F5344CB8AC3E}">
        <p14:creationId xmlns:p14="http://schemas.microsoft.com/office/powerpoint/2010/main" val="20006596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70C8F-D223-FD89-6A3E-0E8BAFAD457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968C953-A715-34BD-FC2C-93984FFED3B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7D947A2-8895-E295-6968-38911A51487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C6D3DF3-3AEB-489A-9881-830CBAFB9A37}"/>
              </a:ext>
            </a:extLst>
          </p:cNvPr>
          <p:cNvSpPr>
            <a:spLocks noGrp="1"/>
          </p:cNvSpPr>
          <p:nvPr>
            <p:ph type="dt" sz="half" idx="10"/>
          </p:nvPr>
        </p:nvSpPr>
        <p:spPr/>
        <p:txBody>
          <a:bodyPr/>
          <a:lstStyle/>
          <a:p>
            <a:fld id="{0399047A-473D-48DA-90C0-6F6B127448DB}" type="datetimeFigureOut">
              <a:rPr lang="en-IN" smtClean="0"/>
              <a:t>23-04-2025</a:t>
            </a:fld>
            <a:endParaRPr lang="en-IN"/>
          </a:p>
        </p:txBody>
      </p:sp>
      <p:sp>
        <p:nvSpPr>
          <p:cNvPr id="6" name="Footer Placeholder 5">
            <a:extLst>
              <a:ext uri="{FF2B5EF4-FFF2-40B4-BE49-F238E27FC236}">
                <a16:creationId xmlns:a16="http://schemas.microsoft.com/office/drawing/2014/main" id="{D57F5CD7-2C12-766A-36A3-565647A36B0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810DA35-8286-84C1-76B5-01001CDF879D}"/>
              </a:ext>
            </a:extLst>
          </p:cNvPr>
          <p:cNvSpPr>
            <a:spLocks noGrp="1"/>
          </p:cNvSpPr>
          <p:nvPr>
            <p:ph type="sldNum" sz="quarter" idx="12"/>
          </p:nvPr>
        </p:nvSpPr>
        <p:spPr/>
        <p:txBody>
          <a:bodyPr/>
          <a:lstStyle/>
          <a:p>
            <a:fld id="{5D330FC8-A652-4CD5-95E3-158B0EC89A16}" type="slidenum">
              <a:rPr lang="en-IN" smtClean="0"/>
              <a:t>‹#›</a:t>
            </a:fld>
            <a:endParaRPr lang="en-IN"/>
          </a:p>
        </p:txBody>
      </p:sp>
    </p:spTree>
    <p:extLst>
      <p:ext uri="{BB962C8B-B14F-4D97-AF65-F5344CB8AC3E}">
        <p14:creationId xmlns:p14="http://schemas.microsoft.com/office/powerpoint/2010/main" val="1583923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5DAB3-7216-383B-342C-C1CA6CFE610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339BA60-C442-BA2A-B732-A019311DE0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75DD2DC-98B0-DCF3-4E74-DA1E7AB38F6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F4C18B5-E41F-2B32-DE41-050D30F4365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472D588-BC15-6F65-448A-892D3F15D45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C4B2198-937B-6B84-5C8D-4BEF3B59BF70}"/>
              </a:ext>
            </a:extLst>
          </p:cNvPr>
          <p:cNvSpPr>
            <a:spLocks noGrp="1"/>
          </p:cNvSpPr>
          <p:nvPr>
            <p:ph type="dt" sz="half" idx="10"/>
          </p:nvPr>
        </p:nvSpPr>
        <p:spPr/>
        <p:txBody>
          <a:bodyPr/>
          <a:lstStyle/>
          <a:p>
            <a:fld id="{0399047A-473D-48DA-90C0-6F6B127448DB}" type="datetimeFigureOut">
              <a:rPr lang="en-IN" smtClean="0"/>
              <a:t>23-04-2025</a:t>
            </a:fld>
            <a:endParaRPr lang="en-IN"/>
          </a:p>
        </p:txBody>
      </p:sp>
      <p:sp>
        <p:nvSpPr>
          <p:cNvPr id="8" name="Footer Placeholder 7">
            <a:extLst>
              <a:ext uri="{FF2B5EF4-FFF2-40B4-BE49-F238E27FC236}">
                <a16:creationId xmlns:a16="http://schemas.microsoft.com/office/drawing/2014/main" id="{3A1C5B49-67A9-274D-A1CF-A7ADEA6EC59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0135F14-74A5-1EB5-AFE6-10295E630172}"/>
              </a:ext>
            </a:extLst>
          </p:cNvPr>
          <p:cNvSpPr>
            <a:spLocks noGrp="1"/>
          </p:cNvSpPr>
          <p:nvPr>
            <p:ph type="sldNum" sz="quarter" idx="12"/>
          </p:nvPr>
        </p:nvSpPr>
        <p:spPr/>
        <p:txBody>
          <a:bodyPr/>
          <a:lstStyle/>
          <a:p>
            <a:fld id="{5D330FC8-A652-4CD5-95E3-158B0EC89A16}" type="slidenum">
              <a:rPr lang="en-IN" smtClean="0"/>
              <a:t>‹#›</a:t>
            </a:fld>
            <a:endParaRPr lang="en-IN"/>
          </a:p>
        </p:txBody>
      </p:sp>
    </p:spTree>
    <p:extLst>
      <p:ext uri="{BB962C8B-B14F-4D97-AF65-F5344CB8AC3E}">
        <p14:creationId xmlns:p14="http://schemas.microsoft.com/office/powerpoint/2010/main" val="38599291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C249E-7399-F141-B4E9-8F443597D6C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D1FBAB6-C575-77E2-8C07-1741659E5955}"/>
              </a:ext>
            </a:extLst>
          </p:cNvPr>
          <p:cNvSpPr>
            <a:spLocks noGrp="1"/>
          </p:cNvSpPr>
          <p:nvPr>
            <p:ph type="dt" sz="half" idx="10"/>
          </p:nvPr>
        </p:nvSpPr>
        <p:spPr/>
        <p:txBody>
          <a:bodyPr/>
          <a:lstStyle/>
          <a:p>
            <a:fld id="{0399047A-473D-48DA-90C0-6F6B127448DB}" type="datetimeFigureOut">
              <a:rPr lang="en-IN" smtClean="0"/>
              <a:t>23-04-2025</a:t>
            </a:fld>
            <a:endParaRPr lang="en-IN"/>
          </a:p>
        </p:txBody>
      </p:sp>
      <p:sp>
        <p:nvSpPr>
          <p:cNvPr id="4" name="Footer Placeholder 3">
            <a:extLst>
              <a:ext uri="{FF2B5EF4-FFF2-40B4-BE49-F238E27FC236}">
                <a16:creationId xmlns:a16="http://schemas.microsoft.com/office/drawing/2014/main" id="{CF9DB2D3-5DCB-F4B9-3CFE-D353F3D6FA4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2882465-0227-D661-3226-3D95A406303A}"/>
              </a:ext>
            </a:extLst>
          </p:cNvPr>
          <p:cNvSpPr>
            <a:spLocks noGrp="1"/>
          </p:cNvSpPr>
          <p:nvPr>
            <p:ph type="sldNum" sz="quarter" idx="12"/>
          </p:nvPr>
        </p:nvSpPr>
        <p:spPr/>
        <p:txBody>
          <a:bodyPr/>
          <a:lstStyle/>
          <a:p>
            <a:fld id="{5D330FC8-A652-4CD5-95E3-158B0EC89A16}" type="slidenum">
              <a:rPr lang="en-IN" smtClean="0"/>
              <a:t>‹#›</a:t>
            </a:fld>
            <a:endParaRPr lang="en-IN"/>
          </a:p>
        </p:txBody>
      </p:sp>
    </p:spTree>
    <p:extLst>
      <p:ext uri="{BB962C8B-B14F-4D97-AF65-F5344CB8AC3E}">
        <p14:creationId xmlns:p14="http://schemas.microsoft.com/office/powerpoint/2010/main" val="4925228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A8BC55-1A0D-E081-1102-2618BEDB9534}"/>
              </a:ext>
            </a:extLst>
          </p:cNvPr>
          <p:cNvSpPr>
            <a:spLocks noGrp="1"/>
          </p:cNvSpPr>
          <p:nvPr>
            <p:ph type="dt" sz="half" idx="10"/>
          </p:nvPr>
        </p:nvSpPr>
        <p:spPr/>
        <p:txBody>
          <a:bodyPr/>
          <a:lstStyle/>
          <a:p>
            <a:fld id="{0399047A-473D-48DA-90C0-6F6B127448DB}" type="datetimeFigureOut">
              <a:rPr lang="en-IN" smtClean="0"/>
              <a:t>23-04-2025</a:t>
            </a:fld>
            <a:endParaRPr lang="en-IN"/>
          </a:p>
        </p:txBody>
      </p:sp>
      <p:sp>
        <p:nvSpPr>
          <p:cNvPr id="3" name="Footer Placeholder 2">
            <a:extLst>
              <a:ext uri="{FF2B5EF4-FFF2-40B4-BE49-F238E27FC236}">
                <a16:creationId xmlns:a16="http://schemas.microsoft.com/office/drawing/2014/main" id="{EA566FFF-6D47-A90E-DA7C-7F57F811276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032EC88-FB15-0CE0-83B3-82A55674BF69}"/>
              </a:ext>
            </a:extLst>
          </p:cNvPr>
          <p:cNvSpPr>
            <a:spLocks noGrp="1"/>
          </p:cNvSpPr>
          <p:nvPr>
            <p:ph type="sldNum" sz="quarter" idx="12"/>
          </p:nvPr>
        </p:nvSpPr>
        <p:spPr/>
        <p:txBody>
          <a:bodyPr/>
          <a:lstStyle/>
          <a:p>
            <a:fld id="{5D330FC8-A652-4CD5-95E3-158B0EC89A16}" type="slidenum">
              <a:rPr lang="en-IN" smtClean="0"/>
              <a:t>‹#›</a:t>
            </a:fld>
            <a:endParaRPr lang="en-IN"/>
          </a:p>
        </p:txBody>
      </p:sp>
    </p:spTree>
    <p:extLst>
      <p:ext uri="{BB962C8B-B14F-4D97-AF65-F5344CB8AC3E}">
        <p14:creationId xmlns:p14="http://schemas.microsoft.com/office/powerpoint/2010/main" val="31102319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8A7A2-0BD3-53CE-583D-55C00CD7DC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EA16C47-9692-3BB4-AE4D-112CD52B246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4CEC363-16BF-F9FF-2A06-FA095CEB40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A2C86F-14E3-ABA5-A129-4E11EC9261B9}"/>
              </a:ext>
            </a:extLst>
          </p:cNvPr>
          <p:cNvSpPr>
            <a:spLocks noGrp="1"/>
          </p:cNvSpPr>
          <p:nvPr>
            <p:ph type="dt" sz="half" idx="10"/>
          </p:nvPr>
        </p:nvSpPr>
        <p:spPr/>
        <p:txBody>
          <a:bodyPr/>
          <a:lstStyle/>
          <a:p>
            <a:fld id="{0399047A-473D-48DA-90C0-6F6B127448DB}" type="datetimeFigureOut">
              <a:rPr lang="en-IN" smtClean="0"/>
              <a:t>23-04-2025</a:t>
            </a:fld>
            <a:endParaRPr lang="en-IN"/>
          </a:p>
        </p:txBody>
      </p:sp>
      <p:sp>
        <p:nvSpPr>
          <p:cNvPr id="6" name="Footer Placeholder 5">
            <a:extLst>
              <a:ext uri="{FF2B5EF4-FFF2-40B4-BE49-F238E27FC236}">
                <a16:creationId xmlns:a16="http://schemas.microsoft.com/office/drawing/2014/main" id="{B03C7BA1-DB76-D6C4-1070-D0447042C74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B751694-56DE-F664-05AD-33B8CFAA1483}"/>
              </a:ext>
            </a:extLst>
          </p:cNvPr>
          <p:cNvSpPr>
            <a:spLocks noGrp="1"/>
          </p:cNvSpPr>
          <p:nvPr>
            <p:ph type="sldNum" sz="quarter" idx="12"/>
          </p:nvPr>
        </p:nvSpPr>
        <p:spPr/>
        <p:txBody>
          <a:bodyPr/>
          <a:lstStyle/>
          <a:p>
            <a:fld id="{5D330FC8-A652-4CD5-95E3-158B0EC89A16}" type="slidenum">
              <a:rPr lang="en-IN" smtClean="0"/>
              <a:t>‹#›</a:t>
            </a:fld>
            <a:endParaRPr lang="en-IN"/>
          </a:p>
        </p:txBody>
      </p:sp>
    </p:spTree>
    <p:extLst>
      <p:ext uri="{BB962C8B-B14F-4D97-AF65-F5344CB8AC3E}">
        <p14:creationId xmlns:p14="http://schemas.microsoft.com/office/powerpoint/2010/main" val="9656466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7FC9A-8770-1709-EE13-64238071FF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251D598-106B-AC88-36C7-D158BCB341F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5B43F51-5CD1-18AA-AD39-B08E97BDB3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D4FE20-45F0-016E-D103-905AA350142C}"/>
              </a:ext>
            </a:extLst>
          </p:cNvPr>
          <p:cNvSpPr>
            <a:spLocks noGrp="1"/>
          </p:cNvSpPr>
          <p:nvPr>
            <p:ph type="dt" sz="half" idx="10"/>
          </p:nvPr>
        </p:nvSpPr>
        <p:spPr/>
        <p:txBody>
          <a:bodyPr/>
          <a:lstStyle/>
          <a:p>
            <a:fld id="{0399047A-473D-48DA-90C0-6F6B127448DB}" type="datetimeFigureOut">
              <a:rPr lang="en-IN" smtClean="0"/>
              <a:t>23-04-2025</a:t>
            </a:fld>
            <a:endParaRPr lang="en-IN"/>
          </a:p>
        </p:txBody>
      </p:sp>
      <p:sp>
        <p:nvSpPr>
          <p:cNvPr id="6" name="Footer Placeholder 5">
            <a:extLst>
              <a:ext uri="{FF2B5EF4-FFF2-40B4-BE49-F238E27FC236}">
                <a16:creationId xmlns:a16="http://schemas.microsoft.com/office/drawing/2014/main" id="{765ED8B6-38E9-F764-3952-81381A6DA12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5993A33-F5A7-89FB-BE11-73410B30E085}"/>
              </a:ext>
            </a:extLst>
          </p:cNvPr>
          <p:cNvSpPr>
            <a:spLocks noGrp="1"/>
          </p:cNvSpPr>
          <p:nvPr>
            <p:ph type="sldNum" sz="quarter" idx="12"/>
          </p:nvPr>
        </p:nvSpPr>
        <p:spPr/>
        <p:txBody>
          <a:bodyPr/>
          <a:lstStyle/>
          <a:p>
            <a:fld id="{5D330FC8-A652-4CD5-95E3-158B0EC89A16}" type="slidenum">
              <a:rPr lang="en-IN" smtClean="0"/>
              <a:t>‹#›</a:t>
            </a:fld>
            <a:endParaRPr lang="en-IN"/>
          </a:p>
        </p:txBody>
      </p:sp>
    </p:spTree>
    <p:extLst>
      <p:ext uri="{BB962C8B-B14F-4D97-AF65-F5344CB8AC3E}">
        <p14:creationId xmlns:p14="http://schemas.microsoft.com/office/powerpoint/2010/main" val="34679766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FD398-E45B-0B15-2132-33E37991F3C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78EC945-CEBE-1AC4-085A-CD828D49401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5D4491-6819-793B-87CA-2DF5924C7D33}"/>
              </a:ext>
            </a:extLst>
          </p:cNvPr>
          <p:cNvSpPr>
            <a:spLocks noGrp="1"/>
          </p:cNvSpPr>
          <p:nvPr>
            <p:ph type="dt" sz="half" idx="10"/>
          </p:nvPr>
        </p:nvSpPr>
        <p:spPr/>
        <p:txBody>
          <a:bodyPr/>
          <a:lstStyle/>
          <a:p>
            <a:fld id="{0399047A-473D-48DA-90C0-6F6B127448DB}" type="datetimeFigureOut">
              <a:rPr lang="en-IN" smtClean="0"/>
              <a:t>23-04-2025</a:t>
            </a:fld>
            <a:endParaRPr lang="en-IN"/>
          </a:p>
        </p:txBody>
      </p:sp>
      <p:sp>
        <p:nvSpPr>
          <p:cNvPr id="5" name="Footer Placeholder 4">
            <a:extLst>
              <a:ext uri="{FF2B5EF4-FFF2-40B4-BE49-F238E27FC236}">
                <a16:creationId xmlns:a16="http://schemas.microsoft.com/office/drawing/2014/main" id="{6C9DC2A0-E1D7-3F3F-5E9A-C147E70705A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59459DE-F089-B25B-3EA7-C522522C12E4}"/>
              </a:ext>
            </a:extLst>
          </p:cNvPr>
          <p:cNvSpPr>
            <a:spLocks noGrp="1"/>
          </p:cNvSpPr>
          <p:nvPr>
            <p:ph type="sldNum" sz="quarter" idx="12"/>
          </p:nvPr>
        </p:nvSpPr>
        <p:spPr/>
        <p:txBody>
          <a:bodyPr/>
          <a:lstStyle/>
          <a:p>
            <a:fld id="{5D330FC8-A652-4CD5-95E3-158B0EC89A16}" type="slidenum">
              <a:rPr lang="en-IN" smtClean="0"/>
              <a:t>‹#›</a:t>
            </a:fld>
            <a:endParaRPr lang="en-IN"/>
          </a:p>
        </p:txBody>
      </p:sp>
    </p:spTree>
    <p:extLst>
      <p:ext uri="{BB962C8B-B14F-4D97-AF65-F5344CB8AC3E}">
        <p14:creationId xmlns:p14="http://schemas.microsoft.com/office/powerpoint/2010/main" val="15929744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5367C85-EDF5-C82A-1149-9567F6DDB2E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0E0F6A0-0AE0-1A17-517E-FA29EB93ED2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509615B-0B6A-C516-90F3-057E59B880CD}"/>
              </a:ext>
            </a:extLst>
          </p:cNvPr>
          <p:cNvSpPr>
            <a:spLocks noGrp="1"/>
          </p:cNvSpPr>
          <p:nvPr>
            <p:ph type="dt" sz="half" idx="10"/>
          </p:nvPr>
        </p:nvSpPr>
        <p:spPr/>
        <p:txBody>
          <a:bodyPr/>
          <a:lstStyle/>
          <a:p>
            <a:fld id="{0399047A-473D-48DA-90C0-6F6B127448DB}" type="datetimeFigureOut">
              <a:rPr lang="en-IN" smtClean="0"/>
              <a:t>23-04-2025</a:t>
            </a:fld>
            <a:endParaRPr lang="en-IN"/>
          </a:p>
        </p:txBody>
      </p:sp>
      <p:sp>
        <p:nvSpPr>
          <p:cNvPr id="5" name="Footer Placeholder 4">
            <a:extLst>
              <a:ext uri="{FF2B5EF4-FFF2-40B4-BE49-F238E27FC236}">
                <a16:creationId xmlns:a16="http://schemas.microsoft.com/office/drawing/2014/main" id="{59C44D1B-6B63-6707-B1E5-64AA0DE522B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2BACA7-1897-F850-5AAF-95D89EBA93D7}"/>
              </a:ext>
            </a:extLst>
          </p:cNvPr>
          <p:cNvSpPr>
            <a:spLocks noGrp="1"/>
          </p:cNvSpPr>
          <p:nvPr>
            <p:ph type="sldNum" sz="quarter" idx="12"/>
          </p:nvPr>
        </p:nvSpPr>
        <p:spPr/>
        <p:txBody>
          <a:bodyPr/>
          <a:lstStyle/>
          <a:p>
            <a:fld id="{5D330FC8-A652-4CD5-95E3-158B0EC89A16}" type="slidenum">
              <a:rPr lang="en-IN" smtClean="0"/>
              <a:t>‹#›</a:t>
            </a:fld>
            <a:endParaRPr lang="en-IN"/>
          </a:p>
        </p:txBody>
      </p:sp>
    </p:spTree>
    <p:extLst>
      <p:ext uri="{BB962C8B-B14F-4D97-AF65-F5344CB8AC3E}">
        <p14:creationId xmlns:p14="http://schemas.microsoft.com/office/powerpoint/2010/main" val="35052783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1326C9-A3B8-ACC4-6D36-62052065F69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2EAB3B0-EDA7-25CE-08F7-62CA9071D6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EA9448-DD0A-C066-3FC8-FCFED25501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399047A-473D-48DA-90C0-6F6B127448DB}" type="datetimeFigureOut">
              <a:rPr lang="en-IN" smtClean="0"/>
              <a:t>23-04-2025</a:t>
            </a:fld>
            <a:endParaRPr lang="en-IN"/>
          </a:p>
        </p:txBody>
      </p:sp>
      <p:sp>
        <p:nvSpPr>
          <p:cNvPr id="5" name="Footer Placeholder 4">
            <a:extLst>
              <a:ext uri="{FF2B5EF4-FFF2-40B4-BE49-F238E27FC236}">
                <a16:creationId xmlns:a16="http://schemas.microsoft.com/office/drawing/2014/main" id="{19CB47CC-50FC-1EF7-970E-44A22BECB1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E60FB467-3DF8-0E86-C0A3-E6E59A7C2C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D330FC8-A652-4CD5-95E3-158B0EC89A16}" type="slidenum">
              <a:rPr lang="en-IN" smtClean="0"/>
              <a:t>‹#›</a:t>
            </a:fld>
            <a:endParaRPr lang="en-IN"/>
          </a:p>
        </p:txBody>
      </p:sp>
    </p:spTree>
    <p:extLst>
      <p:ext uri="{BB962C8B-B14F-4D97-AF65-F5344CB8AC3E}">
        <p14:creationId xmlns:p14="http://schemas.microsoft.com/office/powerpoint/2010/main" val="1990268276"/>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arxiv.org/search/cs?searchtype=author&amp;query=Guo,+X"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A7E0D8AE-160A-5558-73E4-6CDF42628C1F}"/>
              </a:ext>
            </a:extLst>
          </p:cNvPr>
          <p:cNvSpPr>
            <a:spLocks noGrp="1"/>
          </p:cNvSpPr>
          <p:nvPr>
            <p:ph type="ctrTitle"/>
          </p:nvPr>
        </p:nvSpPr>
        <p:spPr>
          <a:xfrm>
            <a:off x="349136" y="91470"/>
            <a:ext cx="11690463" cy="903514"/>
          </a:xfrm>
        </p:spPr>
        <p:txBody>
          <a:bodyPr>
            <a:noAutofit/>
          </a:bodyPr>
          <a:lstStyle/>
          <a:p>
            <a:r>
              <a:rPr lang="en-US" sz="3300" b="1" dirty="0">
                <a:solidFill>
                  <a:srgbClr val="FF0000"/>
                </a:solidFill>
                <a:latin typeface="Times New Roman" panose="02020603050405020304" pitchFamily="18" charset="0"/>
                <a:cs typeface="Times New Roman" panose="02020603050405020304" pitchFamily="18" charset="0"/>
              </a:rPr>
              <a:t>Annamacharya Institute of Technology and Sciences, Rajampet</a:t>
            </a:r>
            <a:endParaRPr lang="en-IN" sz="3300" b="1" dirty="0">
              <a:solidFill>
                <a:srgbClr val="FF0000"/>
              </a:solidFill>
              <a:latin typeface="Times New Roman" panose="02020603050405020304" pitchFamily="18" charset="0"/>
              <a:cs typeface="Times New Roman" panose="02020603050405020304" pitchFamily="18" charset="0"/>
            </a:endParaRPr>
          </a:p>
        </p:txBody>
      </p:sp>
      <p:sp>
        <p:nvSpPr>
          <p:cNvPr id="9" name="Subtitle 2">
            <a:extLst>
              <a:ext uri="{FF2B5EF4-FFF2-40B4-BE49-F238E27FC236}">
                <a16:creationId xmlns:a16="http://schemas.microsoft.com/office/drawing/2014/main" id="{26A86EAA-2699-7C00-C4F6-60F3C7ECAF71}"/>
              </a:ext>
            </a:extLst>
          </p:cNvPr>
          <p:cNvSpPr>
            <a:spLocks noGrp="1"/>
          </p:cNvSpPr>
          <p:nvPr>
            <p:ph type="subTitle" idx="1"/>
          </p:nvPr>
        </p:nvSpPr>
        <p:spPr>
          <a:xfrm>
            <a:off x="773530" y="1042105"/>
            <a:ext cx="10688183" cy="707571"/>
          </a:xfrm>
        </p:spPr>
        <p:txBody>
          <a:bodyPr>
            <a:normAutofit/>
          </a:bodyPr>
          <a:lstStyle/>
          <a:p>
            <a:r>
              <a:rPr lang="en-US" sz="3200" b="1" dirty="0">
                <a:solidFill>
                  <a:schemeClr val="tx1"/>
                </a:solidFill>
                <a:latin typeface="Times New Roman" panose="02020603050405020304" pitchFamily="18" charset="0"/>
                <a:cs typeface="Times New Roman" panose="02020603050405020304" pitchFamily="18" charset="0"/>
              </a:rPr>
              <a:t>Department of Artificial Intelligence and Machine Learning</a:t>
            </a:r>
            <a:endParaRPr lang="en-IN" sz="3200" b="1" dirty="0">
              <a:solidFill>
                <a:schemeClr val="tx1"/>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3BF1217E-5DBE-64AA-BA0E-A7ED075145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6251" y="3086744"/>
            <a:ext cx="1524299" cy="129540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2DE7FDBD-A4C7-D2A4-C46B-1B5CC7845851}"/>
              </a:ext>
            </a:extLst>
          </p:cNvPr>
          <p:cNvSpPr txBox="1"/>
          <p:nvPr/>
        </p:nvSpPr>
        <p:spPr>
          <a:xfrm>
            <a:off x="1394015" y="1823438"/>
            <a:ext cx="10067698" cy="1077218"/>
          </a:xfrm>
          <a:prstGeom prst="rect">
            <a:avLst/>
          </a:prstGeom>
          <a:noFill/>
        </p:spPr>
        <p:txBody>
          <a:bodyPr wrap="square" rtlCol="0">
            <a:spAutoFit/>
          </a:bodyPr>
          <a:lstStyle/>
          <a:p>
            <a:pPr algn="ctr"/>
            <a:r>
              <a:rPr lang="en-IN" sz="3200" b="1" dirty="0">
                <a:latin typeface="Times New Roman" panose="02020603050405020304" pitchFamily="18" charset="0"/>
                <a:cs typeface="Times New Roman" panose="02020603050405020304" pitchFamily="18" charset="0"/>
              </a:rPr>
              <a:t>“</a:t>
            </a:r>
            <a:r>
              <a:rPr lang="en-US" sz="3200" b="1" dirty="0">
                <a:latin typeface="Times New Roman" panose="02020603050405020304" pitchFamily="18" charset="0"/>
                <a:cs typeface="Times New Roman" panose="02020603050405020304" pitchFamily="18" charset="0"/>
              </a:rPr>
              <a:t>Analyzing Customer Feedback on Amazon to Reveal Sentiment Trends using Machine Learning</a:t>
            </a:r>
            <a:r>
              <a:rPr lang="en-IN" sz="3200" b="1" dirty="0">
                <a:latin typeface="Times New Roman" panose="02020603050405020304" pitchFamily="18" charset="0"/>
                <a:cs typeface="Times New Roman" panose="02020603050405020304" pitchFamily="18" charset="0"/>
              </a:rPr>
              <a:t>”</a:t>
            </a:r>
          </a:p>
        </p:txBody>
      </p:sp>
      <p:sp>
        <p:nvSpPr>
          <p:cNvPr id="12" name="TextBox 11">
            <a:extLst>
              <a:ext uri="{FF2B5EF4-FFF2-40B4-BE49-F238E27FC236}">
                <a16:creationId xmlns:a16="http://schemas.microsoft.com/office/drawing/2014/main" id="{FBF54E0F-D7FE-93A4-89EE-3D4B63D399F1}"/>
              </a:ext>
            </a:extLst>
          </p:cNvPr>
          <p:cNvSpPr txBox="1"/>
          <p:nvPr/>
        </p:nvSpPr>
        <p:spPr>
          <a:xfrm>
            <a:off x="957944" y="4745113"/>
            <a:ext cx="4528308" cy="1569660"/>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Under the esteemed guidance of</a:t>
            </a:r>
          </a:p>
          <a:p>
            <a:r>
              <a:rPr lang="en-US" sz="2400" dirty="0">
                <a:latin typeface="Times New Roman" panose="02020603050405020304" pitchFamily="18" charset="0"/>
                <a:cs typeface="Times New Roman" panose="02020603050405020304" pitchFamily="18" charset="0"/>
              </a:rPr>
              <a:t>Dr. Swarna Surekha, M.Tech, Ph.D</a:t>
            </a:r>
          </a:p>
          <a:p>
            <a:r>
              <a:rPr lang="en-US" sz="2400" dirty="0">
                <a:latin typeface="Times New Roman" panose="02020603050405020304" pitchFamily="18" charset="0"/>
                <a:cs typeface="Times New Roman" panose="02020603050405020304" pitchFamily="18" charset="0"/>
              </a:rPr>
              <a:t>Associate Professor</a:t>
            </a:r>
          </a:p>
          <a:p>
            <a:r>
              <a:rPr lang="en-US" sz="2400" dirty="0">
                <a:latin typeface="Times New Roman" panose="02020603050405020304" pitchFamily="18" charset="0"/>
                <a:cs typeface="Times New Roman" panose="02020603050405020304" pitchFamily="18" charset="0"/>
              </a:rPr>
              <a:t>Dept. of AIML</a:t>
            </a:r>
            <a:endParaRPr lang="en-IN" sz="240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7FC0F8E9-DBE4-F055-18B6-D547476E3129}"/>
              </a:ext>
            </a:extLst>
          </p:cNvPr>
          <p:cNvSpPr txBox="1"/>
          <p:nvPr/>
        </p:nvSpPr>
        <p:spPr>
          <a:xfrm>
            <a:off x="6868240" y="4375781"/>
            <a:ext cx="5476159" cy="2308324"/>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Project Team:</a:t>
            </a:r>
          </a:p>
          <a:p>
            <a:r>
              <a:rPr lang="en-US" sz="2400" dirty="0">
                <a:latin typeface="Times New Roman" panose="02020603050405020304" pitchFamily="18" charset="0"/>
                <a:cs typeface="Times New Roman" panose="02020603050405020304" pitchFamily="18" charset="0"/>
              </a:rPr>
              <a:t>A. Lakshmi Narayana (21701A3322)</a:t>
            </a:r>
          </a:p>
          <a:p>
            <a:r>
              <a:rPr lang="en-US" sz="2400" dirty="0">
                <a:effectLst/>
                <a:latin typeface="Times New Roman" panose="02020603050405020304" pitchFamily="18" charset="0"/>
                <a:ea typeface="Calibri" panose="020F0502020204030204" pitchFamily="34" charset="0"/>
                <a:cs typeface="Times New Roman" panose="02020603050405020304" pitchFamily="18" charset="0"/>
              </a:rPr>
              <a:t>S. Mahammad Khaja Juber </a:t>
            </a:r>
            <a:r>
              <a:rPr lang="en-US" sz="2400" dirty="0">
                <a:latin typeface="Times New Roman" panose="02020603050405020304" pitchFamily="18" charset="0"/>
                <a:cs typeface="Times New Roman" panose="02020603050405020304" pitchFamily="18" charset="0"/>
              </a:rPr>
              <a:t>(21701A3325)</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r>
              <a:rPr lang="en-US" sz="2400" dirty="0">
                <a:effectLst/>
                <a:latin typeface="Times New Roman" panose="02020603050405020304" pitchFamily="18" charset="0"/>
                <a:ea typeface="Calibri" panose="020F0502020204030204" pitchFamily="34" charset="0"/>
                <a:cs typeface="Times New Roman" panose="02020603050405020304" pitchFamily="18" charset="0"/>
              </a:rPr>
              <a:t>V. Pavan Kumar </a:t>
            </a:r>
            <a:r>
              <a:rPr lang="en-US" sz="2400" dirty="0">
                <a:latin typeface="Times New Roman" panose="02020603050405020304" pitchFamily="18" charset="0"/>
                <a:cs typeface="Times New Roman" panose="02020603050405020304" pitchFamily="18" charset="0"/>
              </a:rPr>
              <a:t>(22705A3305)</a:t>
            </a: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r>
              <a:rPr lang="en-US" sz="2400" dirty="0">
                <a:effectLst/>
                <a:latin typeface="Times New Roman" panose="02020603050405020304" pitchFamily="18" charset="0"/>
                <a:ea typeface="Calibri" panose="020F0502020204030204" pitchFamily="34" charset="0"/>
                <a:cs typeface="Times New Roman" panose="02020603050405020304" pitchFamily="18" charset="0"/>
              </a:rPr>
              <a:t>Y. Mothilal Yadav </a:t>
            </a:r>
            <a:r>
              <a:rPr lang="en-US" sz="2400" dirty="0">
                <a:latin typeface="Times New Roman" panose="02020603050405020304" pitchFamily="18" charset="0"/>
                <a:cs typeface="Times New Roman" panose="02020603050405020304" pitchFamily="18" charset="0"/>
              </a:rPr>
              <a:t>(21701A3329)</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r>
              <a:rPr lang="en-US" sz="2400" dirty="0">
                <a:effectLst/>
                <a:latin typeface="Times New Roman" panose="02020603050405020304" pitchFamily="18" charset="0"/>
                <a:ea typeface="Calibri" panose="020F0502020204030204" pitchFamily="34" charset="0"/>
                <a:cs typeface="Times New Roman" panose="02020603050405020304" pitchFamily="18" charset="0"/>
              </a:rPr>
              <a:t>G. Siva Karthik </a:t>
            </a:r>
            <a:r>
              <a:rPr lang="en-US" sz="2400" dirty="0">
                <a:latin typeface="Times New Roman" panose="02020603050405020304" pitchFamily="18" charset="0"/>
                <a:cs typeface="Times New Roman" panose="02020603050405020304" pitchFamily="18" charset="0"/>
              </a:rPr>
              <a:t>(21701A3342)</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58146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Freeform: Shape 5">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Freeform: Shape 6">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4B0413CF-9379-0DCC-DB1C-A97CB532B0E2}"/>
              </a:ext>
            </a:extLst>
          </p:cNvPr>
          <p:cNvSpPr>
            <a:spLocks noGrp="1"/>
          </p:cNvSpPr>
          <p:nvPr>
            <p:ph type="title"/>
          </p:nvPr>
        </p:nvSpPr>
        <p:spPr>
          <a:xfrm>
            <a:off x="640080" y="1243013"/>
            <a:ext cx="3855720" cy="4371974"/>
          </a:xfrm>
        </p:spPr>
        <p:txBody>
          <a:bodyPr>
            <a:normAutofit/>
          </a:bodyPr>
          <a:lstStyle/>
          <a:p>
            <a:r>
              <a:rPr lang="en-IN" sz="3600" dirty="0">
                <a:solidFill>
                  <a:schemeClr val="tx2"/>
                </a:solidFill>
                <a:latin typeface="Times New Roman" panose="02020603050405020304" pitchFamily="18" charset="0"/>
                <a:cs typeface="Times New Roman" panose="02020603050405020304" pitchFamily="18" charset="0"/>
              </a:rPr>
              <a:t>Contents</a:t>
            </a:r>
          </a:p>
        </p:txBody>
      </p:sp>
      <p:sp>
        <p:nvSpPr>
          <p:cNvPr id="3" name="Content Placeholder 2">
            <a:extLst>
              <a:ext uri="{FF2B5EF4-FFF2-40B4-BE49-F238E27FC236}">
                <a16:creationId xmlns:a16="http://schemas.microsoft.com/office/drawing/2014/main" id="{5A01518F-64AE-BCC0-EBB0-334F5AB9B784}"/>
              </a:ext>
            </a:extLst>
          </p:cNvPr>
          <p:cNvSpPr>
            <a:spLocks noGrp="1"/>
          </p:cNvSpPr>
          <p:nvPr>
            <p:ph idx="1"/>
          </p:nvPr>
        </p:nvSpPr>
        <p:spPr>
          <a:xfrm>
            <a:off x="6172200" y="804672"/>
            <a:ext cx="5221224" cy="5230368"/>
          </a:xfrm>
        </p:spPr>
        <p:txBody>
          <a:bodyPr anchor="ctr">
            <a:normAutofit lnSpcReduction="10000"/>
          </a:bodyPr>
          <a:lstStyle/>
          <a:p>
            <a:r>
              <a:rPr lang="en-IN" sz="2400" dirty="0">
                <a:solidFill>
                  <a:schemeClr val="tx2"/>
                </a:solidFill>
                <a:latin typeface="Times New Roman" panose="02020603050405020304" pitchFamily="18" charset="0"/>
                <a:cs typeface="Times New Roman" panose="02020603050405020304" pitchFamily="18" charset="0"/>
              </a:rPr>
              <a:t>Abstract</a:t>
            </a:r>
          </a:p>
          <a:p>
            <a:r>
              <a:rPr lang="en-IN" sz="2400" dirty="0">
                <a:solidFill>
                  <a:schemeClr val="tx2"/>
                </a:solidFill>
                <a:latin typeface="Times New Roman" panose="02020603050405020304" pitchFamily="18" charset="0"/>
                <a:cs typeface="Times New Roman" panose="02020603050405020304" pitchFamily="18" charset="0"/>
              </a:rPr>
              <a:t>Introduction</a:t>
            </a:r>
          </a:p>
          <a:p>
            <a:r>
              <a:rPr lang="en-IN" sz="2400" dirty="0">
                <a:solidFill>
                  <a:schemeClr val="tx2"/>
                </a:solidFill>
                <a:latin typeface="Times New Roman" panose="02020603050405020304" pitchFamily="18" charset="0"/>
                <a:cs typeface="Times New Roman" panose="02020603050405020304" pitchFamily="18" charset="0"/>
              </a:rPr>
              <a:t>Literature Survey</a:t>
            </a:r>
          </a:p>
          <a:p>
            <a:r>
              <a:rPr lang="en-IN" sz="2400" dirty="0">
                <a:solidFill>
                  <a:schemeClr val="tx2"/>
                </a:solidFill>
                <a:latin typeface="Times New Roman" panose="02020603050405020304" pitchFamily="18" charset="0"/>
                <a:cs typeface="Times New Roman" panose="02020603050405020304" pitchFamily="18" charset="0"/>
              </a:rPr>
              <a:t>Existing System</a:t>
            </a:r>
          </a:p>
          <a:p>
            <a:r>
              <a:rPr lang="en-IN" sz="2400" dirty="0">
                <a:solidFill>
                  <a:schemeClr val="tx2"/>
                </a:solidFill>
                <a:latin typeface="Times New Roman" panose="02020603050405020304" pitchFamily="18" charset="0"/>
                <a:cs typeface="Times New Roman" panose="02020603050405020304" pitchFamily="18" charset="0"/>
              </a:rPr>
              <a:t>Proposed System</a:t>
            </a:r>
          </a:p>
          <a:p>
            <a:r>
              <a:rPr lang="en-IN" sz="2400" dirty="0">
                <a:solidFill>
                  <a:schemeClr val="tx2"/>
                </a:solidFill>
                <a:latin typeface="Times New Roman" panose="02020603050405020304" pitchFamily="18" charset="0"/>
                <a:cs typeface="Times New Roman" panose="02020603050405020304" pitchFamily="18" charset="0"/>
              </a:rPr>
              <a:t>Architecture</a:t>
            </a:r>
          </a:p>
          <a:p>
            <a:r>
              <a:rPr lang="en-IN" sz="2400" dirty="0">
                <a:solidFill>
                  <a:schemeClr val="tx2"/>
                </a:solidFill>
                <a:latin typeface="Times New Roman" panose="02020603050405020304" pitchFamily="18" charset="0"/>
                <a:cs typeface="Times New Roman" panose="02020603050405020304" pitchFamily="18" charset="0"/>
              </a:rPr>
              <a:t>Techniques &amp; Methods Used</a:t>
            </a:r>
          </a:p>
          <a:p>
            <a:r>
              <a:rPr lang="en-IN" sz="2400" dirty="0">
                <a:solidFill>
                  <a:schemeClr val="tx2"/>
                </a:solidFill>
                <a:latin typeface="Times New Roman" panose="02020603050405020304" pitchFamily="18" charset="0"/>
                <a:cs typeface="Times New Roman" panose="02020603050405020304" pitchFamily="18" charset="0"/>
              </a:rPr>
              <a:t>Libraries Used</a:t>
            </a:r>
          </a:p>
          <a:p>
            <a:r>
              <a:rPr lang="en-IN" sz="2400" dirty="0">
                <a:solidFill>
                  <a:schemeClr val="tx2"/>
                </a:solidFill>
                <a:latin typeface="Times New Roman" panose="02020603050405020304" pitchFamily="18" charset="0"/>
                <a:cs typeface="Times New Roman" panose="02020603050405020304" pitchFamily="18" charset="0"/>
              </a:rPr>
              <a:t>Algorithm &amp; Models Used</a:t>
            </a:r>
          </a:p>
          <a:p>
            <a:r>
              <a:rPr lang="en-IN" sz="2400" dirty="0">
                <a:solidFill>
                  <a:schemeClr val="tx2"/>
                </a:solidFill>
                <a:latin typeface="Times New Roman" panose="02020603050405020304" pitchFamily="18" charset="0"/>
                <a:cs typeface="Times New Roman" panose="02020603050405020304" pitchFamily="18" charset="0"/>
              </a:rPr>
              <a:t>Results</a:t>
            </a:r>
          </a:p>
          <a:p>
            <a:r>
              <a:rPr lang="en-IN" sz="2400" dirty="0">
                <a:solidFill>
                  <a:schemeClr val="tx2"/>
                </a:solidFill>
                <a:latin typeface="Times New Roman" panose="02020603050405020304" pitchFamily="18" charset="0"/>
                <a:cs typeface="Times New Roman" panose="02020603050405020304" pitchFamily="18" charset="0"/>
              </a:rPr>
              <a:t>Conclusion &amp; Future Work</a:t>
            </a:r>
          </a:p>
          <a:p>
            <a:r>
              <a:rPr lang="en-IN" sz="2400" dirty="0">
                <a:solidFill>
                  <a:schemeClr val="tx2"/>
                </a:solidFill>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283777952"/>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CB299CAB-C506-454B-90FC-4065728297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C8D99311-F254-40F1-8AB5-EE3E7B9B68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1758576"/>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61A0D5-0224-C09F-F380-F1DBED476797}"/>
              </a:ext>
            </a:extLst>
          </p:cNvPr>
          <p:cNvSpPr>
            <a:spLocks noGrp="1"/>
          </p:cNvSpPr>
          <p:nvPr>
            <p:ph type="title"/>
          </p:nvPr>
        </p:nvSpPr>
        <p:spPr>
          <a:xfrm>
            <a:off x="1616054" y="1070149"/>
            <a:ext cx="8959893" cy="1004836"/>
          </a:xfrm>
        </p:spPr>
        <p:txBody>
          <a:bodyPr anchor="ctr">
            <a:normAutofit/>
          </a:bodyPr>
          <a:lstStyle/>
          <a:p>
            <a:pPr algn="ctr"/>
            <a:r>
              <a:rPr lang="en-IN" sz="3200" b="1" dirty="0">
                <a:solidFill>
                  <a:srgbClr val="595959"/>
                </a:solidFill>
                <a:latin typeface="Times New Roman" panose="02020603050405020304" pitchFamily="18" charset="0"/>
                <a:cs typeface="Times New Roman" panose="02020603050405020304" pitchFamily="18" charset="0"/>
              </a:rPr>
              <a:t>Abstract</a:t>
            </a:r>
          </a:p>
        </p:txBody>
      </p:sp>
      <p:sp>
        <p:nvSpPr>
          <p:cNvPr id="59" name="Rectangle 58">
            <a:extLst>
              <a:ext uri="{FF2B5EF4-FFF2-40B4-BE49-F238E27FC236}">
                <a16:creationId xmlns:a16="http://schemas.microsoft.com/office/drawing/2014/main" id="{7D89E3CB-00ED-4691-9F0F-F23EA35647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016" y="2444376"/>
            <a:ext cx="10824184" cy="3727824"/>
          </a:xfrm>
          <a:prstGeom prst="rect">
            <a:avLst/>
          </a:prstGeom>
          <a:solidFill>
            <a:schemeClr val="accent2">
              <a:lumMod val="20000"/>
              <a:lumOff val="80000"/>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
            <a:extLst>
              <a:ext uri="{FF2B5EF4-FFF2-40B4-BE49-F238E27FC236}">
                <a16:creationId xmlns:a16="http://schemas.microsoft.com/office/drawing/2014/main" id="{78D7BDD0-8129-3ADC-2156-3A5D25EC113C}"/>
              </a:ext>
            </a:extLst>
          </p:cNvPr>
          <p:cNvSpPr>
            <a:spLocks noGrp="1" noChangeArrowheads="1"/>
          </p:cNvSpPr>
          <p:nvPr>
            <p:ph idx="1"/>
          </p:nvPr>
        </p:nvSpPr>
        <p:spPr bwMode="auto">
          <a:xfrm>
            <a:off x="1273629" y="2590801"/>
            <a:ext cx="9873341" cy="35814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rmAutofit/>
          </a:bodyPr>
          <a:lstStyle/>
          <a:p>
            <a:pPr marL="0" marR="0" lvl="0" indent="0" algn="just" defTabSz="914400" rtl="0" eaLnBrk="0" fontAlgn="base" latinLnBrk="0" hangingPunct="0">
              <a:spcBef>
                <a:spcPct val="0"/>
              </a:spcBef>
              <a:spcAft>
                <a:spcPts val="600"/>
              </a:spcAft>
              <a:buClrTx/>
              <a:buSzTx/>
              <a:buFontTx/>
              <a:buNone/>
              <a:tabLst/>
            </a:pPr>
            <a:r>
              <a:rPr kumimoji="0" lang="en-US" altLang="en-US" sz="2400" b="0" i="0" u="none" strike="noStrike" cap="none" normalizeH="0" baseline="0" dirty="0">
                <a:ln>
                  <a:noFill/>
                </a:ln>
                <a:solidFill>
                  <a:schemeClr val="tx1">
                    <a:lumMod val="65000"/>
                    <a:lumOff val="35000"/>
                  </a:schemeClr>
                </a:solidFill>
                <a:effectLst/>
                <a:latin typeface="Times New Roman" panose="02020603050405020304" pitchFamily="18" charset="0"/>
                <a:cs typeface="Times New Roman" panose="02020603050405020304" pitchFamily="18" charset="0"/>
              </a:rPr>
              <a:t>Amazon reviews offer valuable customer insights, but manual analysis is slow and inefficient. This project, “Analyzing Customer Feedback on Amazon to Reveal Sentiment Trends using Machine Learning,” automates review classification by topic (product or service) and sentiment (positive, negative, neutral) using the Multinomial Naïve Bayes classifier, achieving 80% to 90% accuracy. It features an interactive dashboard that supports Amazon URL scraping and CSV/XLSX uploads. The system detects review type, predicts sentiment, and presents results through dynamic charts, sentiment scorecards, and downloadable reports. This streamlined solution demonstrates the power of machine learning for fast, multi-level sentiment analysis.</a:t>
            </a:r>
          </a:p>
        </p:txBody>
      </p:sp>
    </p:spTree>
    <p:extLst>
      <p:ext uri="{BB962C8B-B14F-4D97-AF65-F5344CB8AC3E}">
        <p14:creationId xmlns:p14="http://schemas.microsoft.com/office/powerpoint/2010/main" val="434832090"/>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05EC8-10C3-4143-2241-DB30744EAB4E}"/>
              </a:ext>
            </a:extLst>
          </p:cNvPr>
          <p:cNvSpPr>
            <a:spLocks noGrp="1"/>
          </p:cNvSpPr>
          <p:nvPr>
            <p:ph type="title"/>
          </p:nvPr>
        </p:nvSpPr>
        <p:spPr>
          <a:xfrm>
            <a:off x="609601" y="483326"/>
            <a:ext cx="10114384" cy="1188720"/>
          </a:xfrm>
        </p:spPr>
        <p:txBody>
          <a:bodyPr>
            <a:normAutofit/>
          </a:bodyPr>
          <a:lstStyle/>
          <a:p>
            <a:r>
              <a:rPr lang="en-IN" dirty="0">
                <a:solidFill>
                  <a:schemeClr val="tx1">
                    <a:lumMod val="85000"/>
                    <a:lumOff val="15000"/>
                  </a:schemeClr>
                </a:solidFill>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75A28688-5BC5-22D1-A873-27EA5156ED10}"/>
              </a:ext>
            </a:extLst>
          </p:cNvPr>
          <p:cNvSpPr>
            <a:spLocks noGrp="1"/>
          </p:cNvSpPr>
          <p:nvPr>
            <p:ph idx="1"/>
          </p:nvPr>
        </p:nvSpPr>
        <p:spPr>
          <a:xfrm>
            <a:off x="609601" y="1780902"/>
            <a:ext cx="11114314" cy="4593772"/>
          </a:xfrm>
        </p:spPr>
        <p:txBody>
          <a:bodyPr anchor="ctr">
            <a:normAutofit/>
          </a:bodyPr>
          <a:lstStyle/>
          <a:p>
            <a:pPr marL="457200" lvl="0" indent="-311150" rtl="0">
              <a:spcBef>
                <a:spcPts val="1200"/>
              </a:spcBef>
              <a:spcAft>
                <a:spcPts val="0"/>
              </a:spcAft>
              <a:buClr>
                <a:srgbClr val="000000"/>
              </a:buClr>
              <a:buSzPts val="1300"/>
              <a:buFont typeface="Arial"/>
              <a:buChar char="❏"/>
            </a:pPr>
            <a:r>
              <a:rPr lang="en-US" sz="2200" b="1" dirty="0">
                <a:solidFill>
                  <a:schemeClr val="tx1">
                    <a:lumMod val="85000"/>
                    <a:lumOff val="15000"/>
                  </a:schemeClr>
                </a:solidFill>
                <a:latin typeface="Times New Roman" panose="02020603050405020304" pitchFamily="18" charset="0"/>
                <a:ea typeface="Arial"/>
                <a:cs typeface="Times New Roman" panose="02020603050405020304" pitchFamily="18" charset="0"/>
                <a:sym typeface="Arial"/>
              </a:rPr>
              <a:t>Social Media and E-Commerce Integration</a:t>
            </a:r>
            <a:r>
              <a:rPr lang="en-US" sz="2200" dirty="0">
                <a:solidFill>
                  <a:schemeClr val="tx1">
                    <a:lumMod val="85000"/>
                    <a:lumOff val="15000"/>
                  </a:schemeClr>
                </a:solidFill>
                <a:latin typeface="Times New Roman" panose="02020603050405020304" pitchFamily="18" charset="0"/>
                <a:ea typeface="Arial"/>
                <a:cs typeface="Times New Roman" panose="02020603050405020304" pitchFamily="18" charset="0"/>
                <a:sym typeface="Arial"/>
              </a:rPr>
              <a:t>: Social media drives online markets, making e-commerce shopping convenient.</a:t>
            </a:r>
            <a:br>
              <a:rPr lang="en-US" sz="2200" dirty="0">
                <a:solidFill>
                  <a:schemeClr val="tx1">
                    <a:lumMod val="85000"/>
                    <a:lumOff val="15000"/>
                  </a:schemeClr>
                </a:solidFill>
                <a:latin typeface="Times New Roman" panose="02020603050405020304" pitchFamily="18" charset="0"/>
                <a:ea typeface="Arial"/>
                <a:cs typeface="Times New Roman" panose="02020603050405020304" pitchFamily="18" charset="0"/>
                <a:sym typeface="Arial"/>
              </a:rPr>
            </a:br>
            <a:endParaRPr lang="en-US" sz="2200" dirty="0">
              <a:solidFill>
                <a:schemeClr val="tx1">
                  <a:lumMod val="85000"/>
                  <a:lumOff val="15000"/>
                </a:schemeClr>
              </a:solidFill>
              <a:latin typeface="Times New Roman" panose="02020603050405020304" pitchFamily="18" charset="0"/>
              <a:ea typeface="Arial"/>
              <a:cs typeface="Times New Roman" panose="02020603050405020304" pitchFamily="18" charset="0"/>
              <a:sym typeface="Arial"/>
            </a:endParaRPr>
          </a:p>
          <a:p>
            <a:pPr marL="457200" lvl="0" indent="-311150" rtl="0">
              <a:spcBef>
                <a:spcPts val="0"/>
              </a:spcBef>
              <a:spcAft>
                <a:spcPts val="0"/>
              </a:spcAft>
              <a:buClr>
                <a:srgbClr val="000000"/>
              </a:buClr>
              <a:buSzPts val="1300"/>
              <a:buFont typeface="Arial"/>
              <a:buChar char="❏"/>
            </a:pPr>
            <a:r>
              <a:rPr lang="en-US" sz="2200" b="1" dirty="0">
                <a:solidFill>
                  <a:schemeClr val="tx1">
                    <a:lumMod val="85000"/>
                    <a:lumOff val="15000"/>
                  </a:schemeClr>
                </a:solidFill>
                <a:latin typeface="Times New Roman" panose="02020603050405020304" pitchFamily="18" charset="0"/>
                <a:ea typeface="Arial"/>
                <a:cs typeface="Times New Roman" panose="02020603050405020304" pitchFamily="18" charset="0"/>
                <a:sym typeface="Arial"/>
              </a:rPr>
              <a:t>Role of Customer Feedback</a:t>
            </a:r>
            <a:r>
              <a:rPr lang="en-US" sz="2200" dirty="0">
                <a:solidFill>
                  <a:schemeClr val="tx1">
                    <a:lumMod val="85000"/>
                    <a:lumOff val="15000"/>
                  </a:schemeClr>
                </a:solidFill>
                <a:latin typeface="Times New Roman" panose="02020603050405020304" pitchFamily="18" charset="0"/>
                <a:ea typeface="Arial"/>
                <a:cs typeface="Times New Roman" panose="02020603050405020304" pitchFamily="18" charset="0"/>
                <a:sym typeface="Arial"/>
              </a:rPr>
              <a:t>: Feedback (reviews, ratings, etc.) influences buying decisions and improves products/services.</a:t>
            </a:r>
            <a:br>
              <a:rPr lang="en-US" sz="2200" dirty="0">
                <a:solidFill>
                  <a:schemeClr val="tx1">
                    <a:lumMod val="85000"/>
                    <a:lumOff val="15000"/>
                  </a:schemeClr>
                </a:solidFill>
                <a:latin typeface="Times New Roman" panose="02020603050405020304" pitchFamily="18" charset="0"/>
                <a:ea typeface="Arial"/>
                <a:cs typeface="Times New Roman" panose="02020603050405020304" pitchFamily="18" charset="0"/>
                <a:sym typeface="Arial"/>
              </a:rPr>
            </a:br>
            <a:endParaRPr lang="en-US" sz="2200" dirty="0">
              <a:solidFill>
                <a:schemeClr val="tx1">
                  <a:lumMod val="85000"/>
                  <a:lumOff val="15000"/>
                </a:schemeClr>
              </a:solidFill>
              <a:latin typeface="Times New Roman" panose="02020603050405020304" pitchFamily="18" charset="0"/>
              <a:ea typeface="Arial"/>
              <a:cs typeface="Times New Roman" panose="02020603050405020304" pitchFamily="18" charset="0"/>
              <a:sym typeface="Arial"/>
            </a:endParaRPr>
          </a:p>
          <a:p>
            <a:pPr marL="457200" lvl="0" indent="-311150" rtl="0">
              <a:spcBef>
                <a:spcPts val="0"/>
              </a:spcBef>
              <a:spcAft>
                <a:spcPts val="0"/>
              </a:spcAft>
              <a:buClr>
                <a:srgbClr val="000000"/>
              </a:buClr>
              <a:buSzPts val="1300"/>
              <a:buFont typeface="Arial"/>
              <a:buChar char="❏"/>
            </a:pPr>
            <a:r>
              <a:rPr lang="en-US" sz="2200" b="1" dirty="0">
                <a:solidFill>
                  <a:schemeClr val="tx1">
                    <a:lumMod val="85000"/>
                    <a:lumOff val="15000"/>
                  </a:schemeClr>
                </a:solidFill>
                <a:latin typeface="Times New Roman" panose="02020603050405020304" pitchFamily="18" charset="0"/>
                <a:ea typeface="Arial"/>
                <a:cs typeface="Times New Roman" panose="02020603050405020304" pitchFamily="18" charset="0"/>
                <a:sym typeface="Arial"/>
              </a:rPr>
              <a:t>Challenges of Manual Feedback Analysis</a:t>
            </a:r>
            <a:r>
              <a:rPr lang="en-US" sz="2200" dirty="0">
                <a:solidFill>
                  <a:schemeClr val="tx1">
                    <a:lumMod val="85000"/>
                    <a:lumOff val="15000"/>
                  </a:schemeClr>
                </a:solidFill>
                <a:latin typeface="Times New Roman" panose="02020603050405020304" pitchFamily="18" charset="0"/>
                <a:ea typeface="Arial"/>
                <a:cs typeface="Times New Roman" panose="02020603050405020304" pitchFamily="18" charset="0"/>
                <a:sym typeface="Arial"/>
              </a:rPr>
              <a:t>: Huge feedback volumes make manual analysis impractical, needing ML solutions.</a:t>
            </a:r>
            <a:br>
              <a:rPr lang="en-US" sz="2200" dirty="0">
                <a:solidFill>
                  <a:schemeClr val="tx1">
                    <a:lumMod val="85000"/>
                    <a:lumOff val="15000"/>
                  </a:schemeClr>
                </a:solidFill>
                <a:latin typeface="Times New Roman" panose="02020603050405020304" pitchFamily="18" charset="0"/>
                <a:ea typeface="Arial"/>
                <a:cs typeface="Times New Roman" panose="02020603050405020304" pitchFamily="18" charset="0"/>
                <a:sym typeface="Arial"/>
              </a:rPr>
            </a:br>
            <a:endParaRPr lang="en-US" sz="2200" dirty="0">
              <a:solidFill>
                <a:schemeClr val="tx1">
                  <a:lumMod val="85000"/>
                  <a:lumOff val="15000"/>
                </a:schemeClr>
              </a:solidFill>
              <a:latin typeface="Times New Roman" panose="02020603050405020304" pitchFamily="18" charset="0"/>
              <a:ea typeface="Arial"/>
              <a:cs typeface="Times New Roman" panose="02020603050405020304" pitchFamily="18" charset="0"/>
              <a:sym typeface="Arial"/>
            </a:endParaRPr>
          </a:p>
          <a:p>
            <a:pPr marL="457200" lvl="0" indent="-311150" rtl="0">
              <a:spcBef>
                <a:spcPts val="0"/>
              </a:spcBef>
              <a:spcAft>
                <a:spcPts val="0"/>
              </a:spcAft>
              <a:buClr>
                <a:srgbClr val="000000"/>
              </a:buClr>
              <a:buSzPts val="1300"/>
              <a:buFont typeface="Arial"/>
              <a:buChar char="❏"/>
            </a:pPr>
            <a:r>
              <a:rPr lang="en-US" sz="2200" b="1" dirty="0">
                <a:solidFill>
                  <a:schemeClr val="tx1">
                    <a:lumMod val="85000"/>
                    <a:lumOff val="15000"/>
                  </a:schemeClr>
                </a:solidFill>
                <a:latin typeface="Times New Roman" panose="02020603050405020304" pitchFamily="18" charset="0"/>
                <a:ea typeface="Arial"/>
                <a:cs typeface="Times New Roman" panose="02020603050405020304" pitchFamily="18" charset="0"/>
                <a:sym typeface="Arial"/>
              </a:rPr>
              <a:t>Sentiment Analysis Overview</a:t>
            </a:r>
            <a:r>
              <a:rPr lang="en-US" sz="2200" dirty="0">
                <a:solidFill>
                  <a:schemeClr val="tx1">
                    <a:lumMod val="85000"/>
                    <a:lumOff val="15000"/>
                  </a:schemeClr>
                </a:solidFill>
                <a:latin typeface="Times New Roman" panose="02020603050405020304" pitchFamily="18" charset="0"/>
                <a:ea typeface="Arial"/>
                <a:cs typeface="Times New Roman" panose="02020603050405020304" pitchFamily="18" charset="0"/>
                <a:sym typeface="Arial"/>
              </a:rPr>
              <a:t>: NLP classifies feedback into positive, neutral, or negative to uncover trends.</a:t>
            </a:r>
            <a:br>
              <a:rPr lang="en-US" sz="2200" dirty="0">
                <a:solidFill>
                  <a:schemeClr val="tx1">
                    <a:lumMod val="85000"/>
                    <a:lumOff val="15000"/>
                  </a:schemeClr>
                </a:solidFill>
                <a:latin typeface="Times New Roman" panose="02020603050405020304" pitchFamily="18" charset="0"/>
                <a:ea typeface="Arial"/>
                <a:cs typeface="Times New Roman" panose="02020603050405020304" pitchFamily="18" charset="0"/>
                <a:sym typeface="Arial"/>
              </a:rPr>
            </a:br>
            <a:endParaRPr lang="en-US" sz="2200" dirty="0">
              <a:solidFill>
                <a:schemeClr val="tx1">
                  <a:lumMod val="85000"/>
                  <a:lumOff val="15000"/>
                </a:schemeClr>
              </a:solidFill>
              <a:latin typeface="Times New Roman" panose="02020603050405020304" pitchFamily="18" charset="0"/>
              <a:ea typeface="Arial"/>
              <a:cs typeface="Times New Roman" panose="02020603050405020304" pitchFamily="18" charset="0"/>
              <a:sym typeface="Arial"/>
            </a:endParaRPr>
          </a:p>
          <a:p>
            <a:pPr marL="457200" lvl="0" indent="-311150" rtl="0">
              <a:spcBef>
                <a:spcPts val="0"/>
              </a:spcBef>
              <a:spcAft>
                <a:spcPts val="0"/>
              </a:spcAft>
              <a:buClr>
                <a:srgbClr val="000000"/>
              </a:buClr>
              <a:buSzPts val="1300"/>
              <a:buFont typeface="Arial"/>
              <a:buChar char="❏"/>
            </a:pPr>
            <a:r>
              <a:rPr lang="en-US" sz="2200" b="1" dirty="0">
                <a:solidFill>
                  <a:schemeClr val="tx1">
                    <a:lumMod val="85000"/>
                    <a:lumOff val="15000"/>
                  </a:schemeClr>
                </a:solidFill>
                <a:latin typeface="Times New Roman" panose="02020603050405020304" pitchFamily="18" charset="0"/>
                <a:ea typeface="Arial"/>
                <a:cs typeface="Times New Roman" panose="02020603050405020304" pitchFamily="18" charset="0"/>
                <a:sym typeface="Arial"/>
              </a:rPr>
              <a:t>Applications and Importance of Sentiment Analysis</a:t>
            </a:r>
            <a:r>
              <a:rPr lang="en-US" sz="2200" dirty="0">
                <a:solidFill>
                  <a:schemeClr val="tx1">
                    <a:lumMod val="85000"/>
                    <a:lumOff val="15000"/>
                  </a:schemeClr>
                </a:solidFill>
                <a:latin typeface="Times New Roman" panose="02020603050405020304" pitchFamily="18" charset="0"/>
                <a:ea typeface="Arial"/>
                <a:cs typeface="Times New Roman" panose="02020603050405020304" pitchFamily="18" charset="0"/>
                <a:sym typeface="Arial"/>
              </a:rPr>
              <a:t>: It improves products, services, and decisions in both commercial and non-commercial sectors.</a:t>
            </a:r>
            <a:endParaRPr lang="en-US" sz="2200" dirty="0">
              <a:solidFill>
                <a:schemeClr val="tx1">
                  <a:lumMod val="85000"/>
                  <a:lumOff val="15000"/>
                </a:schemeClr>
              </a:solidFill>
              <a:latin typeface="Times New Roman" panose="02020603050405020304" pitchFamily="18" charset="0"/>
              <a:cs typeface="Times New Roman" panose="02020603050405020304" pitchFamily="18" charset="0"/>
            </a:endParaRPr>
          </a:p>
          <a:p>
            <a:endParaRPr lang="en-IN" sz="1600" dirty="0">
              <a:solidFill>
                <a:schemeClr val="tx1">
                  <a:lumMod val="85000"/>
                  <a:lumOff val="15000"/>
                </a:schemeClr>
              </a:solidFill>
            </a:endParaRPr>
          </a:p>
        </p:txBody>
      </p:sp>
    </p:spTree>
    <p:extLst>
      <p:ext uri="{BB962C8B-B14F-4D97-AF65-F5344CB8AC3E}">
        <p14:creationId xmlns:p14="http://schemas.microsoft.com/office/powerpoint/2010/main" val="676287651"/>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86B0145-8E12-BC07-1F39-AC35882180D4}"/>
              </a:ext>
            </a:extLst>
          </p:cNvPr>
          <p:cNvSpPr>
            <a:spLocks noGrp="1"/>
          </p:cNvSpPr>
          <p:nvPr>
            <p:ph type="title"/>
          </p:nvPr>
        </p:nvSpPr>
        <p:spPr>
          <a:xfrm>
            <a:off x="1371597" y="348865"/>
            <a:ext cx="10044023" cy="877729"/>
          </a:xfrm>
        </p:spPr>
        <p:txBody>
          <a:bodyPr anchor="ctr">
            <a:normAutofit/>
          </a:bodyPr>
          <a:lstStyle/>
          <a:p>
            <a:r>
              <a:rPr lang="en-IN" sz="4000">
                <a:solidFill>
                  <a:srgbClr val="FFFFFF"/>
                </a:solidFill>
                <a:latin typeface="Times New Roman" panose="02020603050405020304" pitchFamily="18" charset="0"/>
                <a:cs typeface="Times New Roman" panose="02020603050405020304" pitchFamily="18" charset="0"/>
              </a:rPr>
              <a:t>Vision of the Project</a:t>
            </a:r>
          </a:p>
        </p:txBody>
      </p:sp>
      <p:graphicFrame>
        <p:nvGraphicFramePr>
          <p:cNvPr id="5" name="Content Placeholder 2">
            <a:extLst>
              <a:ext uri="{FF2B5EF4-FFF2-40B4-BE49-F238E27FC236}">
                <a16:creationId xmlns:a16="http://schemas.microsoft.com/office/drawing/2014/main" id="{E6E368D4-1076-73F8-959B-CFD1E301399E}"/>
              </a:ext>
            </a:extLst>
          </p:cNvPr>
          <p:cNvGraphicFramePr>
            <a:graphicFrameLocks noGrp="1"/>
          </p:cNvGraphicFramePr>
          <p:nvPr>
            <p:ph idx="1"/>
            <p:extLst>
              <p:ext uri="{D42A27DB-BD31-4B8C-83A1-F6EECF244321}">
                <p14:modId xmlns:p14="http://schemas.microsoft.com/office/powerpoint/2010/main" val="1283833976"/>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86626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0" name="Rectangle 49">
            <a:extLst>
              <a:ext uri="{FF2B5EF4-FFF2-40B4-BE49-F238E27FC236}">
                <a16:creationId xmlns:a16="http://schemas.microsoft.com/office/drawing/2014/main" id="{2A11688B-0A27-4E86-8D55-76F71ADF2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1" name="Group 50">
            <a:extLst>
              <a:ext uri="{FF2B5EF4-FFF2-40B4-BE49-F238E27FC236}">
                <a16:creationId xmlns:a16="http://schemas.microsoft.com/office/drawing/2014/main" id="{C84A868B-654E-447C-8D9C-0F9328308CA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52" name="Rectangle 51">
              <a:extLst>
                <a:ext uri="{FF2B5EF4-FFF2-40B4-BE49-F238E27FC236}">
                  <a16:creationId xmlns:a16="http://schemas.microsoft.com/office/drawing/2014/main" id="{4E43F5E5-7E34-4029-B18F-CAED020868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B59931FA-11DF-4781-8AAD-FEE88674F7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4">
                <a:lumMod val="75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9" name="Rectangle 48">
            <a:extLst>
              <a:ext uri="{FF2B5EF4-FFF2-40B4-BE49-F238E27FC236}">
                <a16:creationId xmlns:a16="http://schemas.microsoft.com/office/drawing/2014/main" id="{40F88E6C-5782-452A-8C4F-9D2C2EAC8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3" cy="31416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9" name="Rectangle 15">
            <a:extLst>
              <a:ext uri="{FF2B5EF4-FFF2-40B4-BE49-F238E27FC236}">
                <a16:creationId xmlns:a16="http://schemas.microsoft.com/office/drawing/2014/main" id="{C91B315F-474A-E876-B04A-04CF0A9DBC43}"/>
              </a:ext>
            </a:extLst>
          </p:cNvPr>
          <p:cNvSpPr>
            <a:spLocks noChangeArrowheads="1"/>
          </p:cNvSpPr>
          <p:nvPr/>
        </p:nvSpPr>
        <p:spPr bwMode="auto">
          <a:xfrm>
            <a:off x="457201" y="190953"/>
            <a:ext cx="3291793" cy="56016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R="0" lvl="0" fontAlgn="base">
              <a:lnSpc>
                <a:spcPct val="90000"/>
              </a:lnSpc>
              <a:spcBef>
                <a:spcPct val="0"/>
              </a:spcBef>
              <a:spcAft>
                <a:spcPts val="600"/>
              </a:spcAft>
              <a:buClrTx/>
              <a:buSzTx/>
              <a:tabLst/>
            </a:pPr>
            <a:r>
              <a:rPr kumimoji="0" lang="en-US" altLang="en-US" sz="2800" b="1" i="0" u="none" strike="noStrike" kern="1200" cap="none" normalizeH="0" baseline="0">
                <a:ln>
                  <a:noFill/>
                </a:ln>
                <a:solidFill>
                  <a:schemeClr val="tx1"/>
                </a:solidFill>
                <a:effectLst/>
                <a:latin typeface="Times New Roman" panose="02020603050405020304" pitchFamily="18" charset="0"/>
                <a:ea typeface="+mj-ea"/>
                <a:cs typeface="Times New Roman" panose="02020603050405020304" pitchFamily="18" charset="0"/>
              </a:rPr>
              <a:t>Literature Survey</a:t>
            </a:r>
            <a:endParaRPr kumimoji="0" lang="en-US" altLang="en-US" sz="2800" b="1" i="0" u="none" strike="noStrike" kern="1200" cap="none" normalizeH="0" baseline="0" dirty="0">
              <a:ln>
                <a:noFill/>
              </a:ln>
              <a:solidFill>
                <a:schemeClr val="tx1"/>
              </a:solidFill>
              <a:effectLst/>
              <a:latin typeface="Times New Roman" panose="02020603050405020304" pitchFamily="18" charset="0"/>
              <a:ea typeface="+mj-ea"/>
              <a:cs typeface="Times New Roman" panose="02020603050405020304" pitchFamily="18" charset="0"/>
            </a:endParaRPr>
          </a:p>
        </p:txBody>
      </p:sp>
      <p:graphicFrame>
        <p:nvGraphicFramePr>
          <p:cNvPr id="25" name="Content Placeholder 24">
            <a:extLst>
              <a:ext uri="{FF2B5EF4-FFF2-40B4-BE49-F238E27FC236}">
                <a16:creationId xmlns:a16="http://schemas.microsoft.com/office/drawing/2014/main" id="{0B2F246E-44E2-A711-11F6-651902253822}"/>
              </a:ext>
            </a:extLst>
          </p:cNvPr>
          <p:cNvGraphicFramePr>
            <a:graphicFrameLocks noGrp="1"/>
          </p:cNvGraphicFramePr>
          <p:nvPr>
            <p:ph idx="1"/>
            <p:extLst>
              <p:ext uri="{D42A27DB-BD31-4B8C-83A1-F6EECF244321}">
                <p14:modId xmlns:p14="http://schemas.microsoft.com/office/powerpoint/2010/main" val="2523444528"/>
              </p:ext>
            </p:extLst>
          </p:nvPr>
        </p:nvGraphicFramePr>
        <p:xfrm>
          <a:off x="359227" y="942067"/>
          <a:ext cx="11310257" cy="5633102"/>
        </p:xfrm>
        <a:graphic>
          <a:graphicData uri="http://schemas.openxmlformats.org/drawingml/2006/table">
            <a:tbl>
              <a:tblPr firstRow="1" bandRow="1">
                <a:tableStyleId>{793D81CF-94F2-401A-BA57-92F5A7B2D0C5}</a:tableStyleId>
              </a:tblPr>
              <a:tblGrid>
                <a:gridCol w="3434200">
                  <a:extLst>
                    <a:ext uri="{9D8B030D-6E8A-4147-A177-3AD203B41FA5}">
                      <a16:colId xmlns:a16="http://schemas.microsoft.com/office/drawing/2014/main" val="3761016470"/>
                    </a:ext>
                  </a:extLst>
                </a:gridCol>
                <a:gridCol w="527879">
                  <a:extLst>
                    <a:ext uri="{9D8B030D-6E8A-4147-A177-3AD203B41FA5}">
                      <a16:colId xmlns:a16="http://schemas.microsoft.com/office/drawing/2014/main" val="1630853728"/>
                    </a:ext>
                  </a:extLst>
                </a:gridCol>
                <a:gridCol w="2044450">
                  <a:extLst>
                    <a:ext uri="{9D8B030D-6E8A-4147-A177-3AD203B41FA5}">
                      <a16:colId xmlns:a16="http://schemas.microsoft.com/office/drawing/2014/main" val="2921991064"/>
                    </a:ext>
                  </a:extLst>
                </a:gridCol>
                <a:gridCol w="1362786">
                  <a:extLst>
                    <a:ext uri="{9D8B030D-6E8A-4147-A177-3AD203B41FA5}">
                      <a16:colId xmlns:a16="http://schemas.microsoft.com/office/drawing/2014/main" val="3603753536"/>
                    </a:ext>
                  </a:extLst>
                </a:gridCol>
                <a:gridCol w="1669270">
                  <a:extLst>
                    <a:ext uri="{9D8B030D-6E8A-4147-A177-3AD203B41FA5}">
                      <a16:colId xmlns:a16="http://schemas.microsoft.com/office/drawing/2014/main" val="232133176"/>
                    </a:ext>
                  </a:extLst>
                </a:gridCol>
                <a:gridCol w="2271672">
                  <a:extLst>
                    <a:ext uri="{9D8B030D-6E8A-4147-A177-3AD203B41FA5}">
                      <a16:colId xmlns:a16="http://schemas.microsoft.com/office/drawing/2014/main" val="3993204028"/>
                    </a:ext>
                  </a:extLst>
                </a:gridCol>
              </a:tblGrid>
              <a:tr h="320150">
                <a:tc>
                  <a:txBody>
                    <a:bodyPr/>
                    <a:lstStyle/>
                    <a:p>
                      <a:pPr algn="l"/>
                      <a:r>
                        <a:rPr lang="en-IN" sz="1600"/>
                        <a:t>Paper Title</a:t>
                      </a:r>
                      <a:endParaRPr lang="en-IN" sz="1600">
                        <a:latin typeface="Times New Roman" panose="02020603050405020304" pitchFamily="18" charset="0"/>
                        <a:cs typeface="Times New Roman" panose="02020603050405020304" pitchFamily="18" charset="0"/>
                      </a:endParaRPr>
                    </a:p>
                  </a:txBody>
                  <a:tcPr marL="18048" marR="18048" marT="9024" marB="9024" anchor="ctr"/>
                </a:tc>
                <a:tc>
                  <a:txBody>
                    <a:bodyPr/>
                    <a:lstStyle/>
                    <a:p>
                      <a:pPr algn="l"/>
                      <a:r>
                        <a:rPr lang="en-IN" sz="1600"/>
                        <a:t>Year</a:t>
                      </a:r>
                      <a:endParaRPr lang="en-IN" sz="1600">
                        <a:latin typeface="Times New Roman" panose="02020603050405020304" pitchFamily="18" charset="0"/>
                        <a:cs typeface="Times New Roman" panose="02020603050405020304" pitchFamily="18" charset="0"/>
                      </a:endParaRPr>
                    </a:p>
                  </a:txBody>
                  <a:tcPr marL="18048" marR="18048" marT="9024" marB="9024" anchor="ctr"/>
                </a:tc>
                <a:tc>
                  <a:txBody>
                    <a:bodyPr/>
                    <a:lstStyle/>
                    <a:p>
                      <a:pPr algn="l"/>
                      <a:r>
                        <a:rPr lang="en-IN" sz="1600"/>
                        <a:t>Authors</a:t>
                      </a:r>
                      <a:endParaRPr lang="en-IN" sz="1600">
                        <a:latin typeface="Times New Roman" panose="02020603050405020304" pitchFamily="18" charset="0"/>
                        <a:cs typeface="Times New Roman" panose="02020603050405020304" pitchFamily="18" charset="0"/>
                      </a:endParaRPr>
                    </a:p>
                  </a:txBody>
                  <a:tcPr marL="18048" marR="18048" marT="9024" marB="9024" anchor="ctr"/>
                </a:tc>
                <a:tc>
                  <a:txBody>
                    <a:bodyPr/>
                    <a:lstStyle/>
                    <a:p>
                      <a:pPr algn="l"/>
                      <a:r>
                        <a:rPr lang="en-IN" sz="1600"/>
                        <a:t>Model Used</a:t>
                      </a:r>
                      <a:endParaRPr lang="en-IN" sz="1600">
                        <a:latin typeface="Times New Roman" panose="02020603050405020304" pitchFamily="18" charset="0"/>
                        <a:cs typeface="Times New Roman" panose="02020603050405020304" pitchFamily="18" charset="0"/>
                      </a:endParaRPr>
                    </a:p>
                  </a:txBody>
                  <a:tcPr marL="18048" marR="18048" marT="9024" marB="9024" anchor="ctr"/>
                </a:tc>
                <a:tc>
                  <a:txBody>
                    <a:bodyPr/>
                    <a:lstStyle/>
                    <a:p>
                      <a:pPr algn="l"/>
                      <a:r>
                        <a:rPr lang="en-IN" sz="1600"/>
                        <a:t>Key Focus</a:t>
                      </a:r>
                      <a:endParaRPr lang="en-IN" sz="1600">
                        <a:latin typeface="Times New Roman" panose="02020603050405020304" pitchFamily="18" charset="0"/>
                        <a:cs typeface="Times New Roman" panose="02020603050405020304" pitchFamily="18" charset="0"/>
                      </a:endParaRPr>
                    </a:p>
                  </a:txBody>
                  <a:tcPr marL="18048" marR="18048" marT="9024" marB="9024" anchor="ctr"/>
                </a:tc>
                <a:tc>
                  <a:txBody>
                    <a:bodyPr/>
                    <a:lstStyle/>
                    <a:p>
                      <a:pPr algn="l"/>
                      <a:r>
                        <a:rPr lang="en-IN" sz="1600"/>
                        <a:t>Disadvantages</a:t>
                      </a:r>
                      <a:endParaRPr lang="en-IN" sz="1600">
                        <a:latin typeface="Times New Roman" panose="02020603050405020304" pitchFamily="18" charset="0"/>
                        <a:cs typeface="Times New Roman" panose="02020603050405020304" pitchFamily="18" charset="0"/>
                      </a:endParaRPr>
                    </a:p>
                  </a:txBody>
                  <a:tcPr marL="18048" marR="18048" marT="9024" marB="9024" anchor="ctr"/>
                </a:tc>
                <a:extLst>
                  <a:ext uri="{0D108BD9-81ED-4DB2-BD59-A6C34878D82A}">
                    <a16:rowId xmlns:a16="http://schemas.microsoft.com/office/drawing/2014/main" val="3883798816"/>
                  </a:ext>
                </a:extLst>
              </a:tr>
              <a:tr h="1103102">
                <a:tc>
                  <a:txBody>
                    <a:bodyPr/>
                    <a:lstStyle/>
                    <a:p>
                      <a:pPr algn="l"/>
                      <a:r>
                        <a:rPr lang="en-US" sz="1600"/>
                        <a:t>Analyzing Public Sentiment on the Amazon Website: A GSK-Based Double Path Transformer Network Approach for Sentiment Analysis</a:t>
                      </a:r>
                      <a:endParaRPr lang="en-US" sz="1600" dirty="0">
                        <a:latin typeface="Times New Roman" panose="02020603050405020304" pitchFamily="18" charset="0"/>
                        <a:cs typeface="Times New Roman" panose="02020603050405020304" pitchFamily="18" charset="0"/>
                      </a:endParaRPr>
                    </a:p>
                  </a:txBody>
                  <a:tcPr marL="18048" marR="18048" marT="9024" marB="9024" anchor="ctr"/>
                </a:tc>
                <a:tc>
                  <a:txBody>
                    <a:bodyPr/>
                    <a:lstStyle/>
                    <a:p>
                      <a:pPr algn="l"/>
                      <a:r>
                        <a:rPr lang="en-IN" sz="1600"/>
                        <a:t>2023</a:t>
                      </a:r>
                      <a:endParaRPr lang="en-IN" sz="1600">
                        <a:latin typeface="Times New Roman" panose="02020603050405020304" pitchFamily="18" charset="0"/>
                        <a:cs typeface="Times New Roman" panose="02020603050405020304" pitchFamily="18" charset="0"/>
                      </a:endParaRPr>
                    </a:p>
                  </a:txBody>
                  <a:tcPr marL="18048" marR="18048" marT="9024" marB="9024" anchor="ctr"/>
                </a:tc>
                <a:tc>
                  <a:txBody>
                    <a:bodyPr/>
                    <a:lstStyle/>
                    <a:p>
                      <a:pPr algn="l"/>
                      <a:r>
                        <a:rPr lang="en-IN" sz="1600"/>
                        <a:t>Dr. B. N. Jagadesh, Ramesh Vatambeti</a:t>
                      </a:r>
                      <a:endParaRPr lang="en-IN" sz="1600">
                        <a:latin typeface="Times New Roman" panose="02020603050405020304" pitchFamily="18" charset="0"/>
                        <a:cs typeface="Times New Roman" panose="02020603050405020304" pitchFamily="18" charset="0"/>
                      </a:endParaRPr>
                    </a:p>
                  </a:txBody>
                  <a:tcPr marL="18048" marR="18048" marT="9024" marB="9024" anchor="ctr"/>
                </a:tc>
                <a:tc>
                  <a:txBody>
                    <a:bodyPr/>
                    <a:lstStyle/>
                    <a:p>
                      <a:pPr algn="l"/>
                      <a:r>
                        <a:rPr lang="en-IN" sz="1600"/>
                        <a:t>GSK-Based Double Path Transformer</a:t>
                      </a:r>
                      <a:endParaRPr lang="en-IN" sz="1600">
                        <a:latin typeface="Times New Roman" panose="02020603050405020304" pitchFamily="18" charset="0"/>
                        <a:cs typeface="Times New Roman" panose="02020603050405020304" pitchFamily="18" charset="0"/>
                      </a:endParaRPr>
                    </a:p>
                  </a:txBody>
                  <a:tcPr marL="18048" marR="18048" marT="9024" marB="9024" anchor="ctr"/>
                </a:tc>
                <a:tc>
                  <a:txBody>
                    <a:bodyPr/>
                    <a:lstStyle/>
                    <a:p>
                      <a:pPr algn="l"/>
                      <a:r>
                        <a:rPr lang="en-US" sz="1600"/>
                        <a:t>Transformer-based sentiment analysis on Amazon reviews</a:t>
                      </a:r>
                      <a:endParaRPr lang="en-US" sz="1600">
                        <a:latin typeface="Times New Roman" panose="02020603050405020304" pitchFamily="18" charset="0"/>
                        <a:cs typeface="Times New Roman" panose="02020603050405020304" pitchFamily="18" charset="0"/>
                      </a:endParaRPr>
                    </a:p>
                  </a:txBody>
                  <a:tcPr marL="18048" marR="18048" marT="9024" marB="9024" anchor="ctr"/>
                </a:tc>
                <a:tc>
                  <a:txBody>
                    <a:bodyPr/>
                    <a:lstStyle/>
                    <a:p>
                      <a:pPr algn="l"/>
                      <a:r>
                        <a:rPr lang="en-US" sz="1600" dirty="0"/>
                        <a:t>High computational cost, requires large-scale training data</a:t>
                      </a:r>
                      <a:endParaRPr lang="en-US" sz="1600" dirty="0">
                        <a:latin typeface="Times New Roman" panose="02020603050405020304" pitchFamily="18" charset="0"/>
                        <a:cs typeface="Times New Roman" panose="02020603050405020304" pitchFamily="18" charset="0"/>
                      </a:endParaRPr>
                    </a:p>
                  </a:txBody>
                  <a:tcPr marL="18048" marR="18048" marT="9024" marB="9024" anchor="ctr"/>
                </a:tc>
                <a:extLst>
                  <a:ext uri="{0D108BD9-81ED-4DB2-BD59-A6C34878D82A}">
                    <a16:rowId xmlns:a16="http://schemas.microsoft.com/office/drawing/2014/main" val="331491804"/>
                  </a:ext>
                </a:extLst>
              </a:tr>
              <a:tr h="841970">
                <a:tc>
                  <a:txBody>
                    <a:bodyPr/>
                    <a:lstStyle/>
                    <a:p>
                      <a:pPr algn="l"/>
                      <a:r>
                        <a:rPr lang="en-US" sz="1600" dirty="0"/>
                        <a:t>Sentiment Analysis Based on </a:t>
                      </a:r>
                      <a:r>
                        <a:rPr lang="en-US" sz="1600" dirty="0" err="1"/>
                        <a:t>RoBERTa</a:t>
                      </a:r>
                      <a:r>
                        <a:rPr lang="en-US" sz="1600" dirty="0"/>
                        <a:t> for Amazon Review: An Empirical Study on Decision Making</a:t>
                      </a:r>
                      <a:endParaRPr lang="en-US" sz="1600" dirty="0">
                        <a:latin typeface="Times New Roman" panose="02020603050405020304" pitchFamily="18" charset="0"/>
                        <a:cs typeface="Times New Roman" panose="02020603050405020304" pitchFamily="18" charset="0"/>
                      </a:endParaRPr>
                    </a:p>
                  </a:txBody>
                  <a:tcPr marL="18048" marR="18048" marT="9024" marB="9024" anchor="ctr"/>
                </a:tc>
                <a:tc>
                  <a:txBody>
                    <a:bodyPr/>
                    <a:lstStyle/>
                    <a:p>
                      <a:pPr algn="l"/>
                      <a:r>
                        <a:rPr lang="en-IN" sz="1600"/>
                        <a:t>2024</a:t>
                      </a:r>
                      <a:endParaRPr lang="en-IN" sz="1600" dirty="0">
                        <a:latin typeface="Times New Roman" panose="02020603050405020304" pitchFamily="18" charset="0"/>
                        <a:cs typeface="Times New Roman" panose="02020603050405020304" pitchFamily="18" charset="0"/>
                      </a:endParaRPr>
                    </a:p>
                  </a:txBody>
                  <a:tcPr marL="18048" marR="18048" marT="9024" marB="9024" anchor="ctr"/>
                </a:tc>
                <a:tc>
                  <a:txBody>
                    <a:bodyPr/>
                    <a:lstStyle/>
                    <a:p>
                      <a:pPr algn="l"/>
                      <a:r>
                        <a:rPr lang="en-IN" sz="1600" dirty="0" err="1"/>
                        <a:t>Xinli</a:t>
                      </a:r>
                      <a:r>
                        <a:rPr lang="en-IN" sz="1600" dirty="0"/>
                        <a:t> Guo</a:t>
                      </a:r>
                      <a:endParaRPr lang="en-IN" sz="1600" dirty="0">
                        <a:latin typeface="Times New Roman" panose="02020603050405020304" pitchFamily="18" charset="0"/>
                        <a:cs typeface="Times New Roman" panose="02020603050405020304" pitchFamily="18" charset="0"/>
                      </a:endParaRPr>
                    </a:p>
                  </a:txBody>
                  <a:tcPr marL="18048" marR="18048" marT="9024" marB="9024" anchor="ctr"/>
                </a:tc>
                <a:tc>
                  <a:txBody>
                    <a:bodyPr/>
                    <a:lstStyle/>
                    <a:p>
                      <a:pPr algn="l"/>
                      <a:r>
                        <a:rPr lang="en-IN" sz="1600" dirty="0" err="1"/>
                        <a:t>RoBERTa</a:t>
                      </a:r>
                      <a:endParaRPr lang="en-IN" sz="1600" dirty="0">
                        <a:latin typeface="Times New Roman" panose="02020603050405020304" pitchFamily="18" charset="0"/>
                        <a:cs typeface="Times New Roman" panose="02020603050405020304" pitchFamily="18" charset="0"/>
                      </a:endParaRPr>
                    </a:p>
                  </a:txBody>
                  <a:tcPr marL="18048" marR="18048" marT="9024" marB="9024" anchor="ctr"/>
                </a:tc>
                <a:tc>
                  <a:txBody>
                    <a:bodyPr/>
                    <a:lstStyle/>
                    <a:p>
                      <a:pPr algn="l"/>
                      <a:r>
                        <a:rPr lang="en-IN" sz="1600" dirty="0"/>
                        <a:t>Advanced NLP trends</a:t>
                      </a:r>
                      <a:endParaRPr lang="en-IN" sz="1600" dirty="0">
                        <a:latin typeface="Times New Roman" panose="02020603050405020304" pitchFamily="18" charset="0"/>
                        <a:cs typeface="Times New Roman" panose="02020603050405020304" pitchFamily="18" charset="0"/>
                      </a:endParaRPr>
                    </a:p>
                  </a:txBody>
                  <a:tcPr marL="18048" marR="18048" marT="9024" marB="9024" anchor="ctr"/>
                </a:tc>
                <a:tc>
                  <a:txBody>
                    <a:bodyPr/>
                    <a:lstStyle/>
                    <a:p>
                      <a:pPr algn="l"/>
                      <a:r>
                        <a:rPr lang="en-US" sz="1600" dirty="0"/>
                        <a:t>No model comparison, lacks fake review detection</a:t>
                      </a:r>
                      <a:endParaRPr lang="en-US" sz="1600" dirty="0">
                        <a:latin typeface="Times New Roman" panose="02020603050405020304" pitchFamily="18" charset="0"/>
                        <a:cs typeface="Times New Roman" panose="02020603050405020304" pitchFamily="18" charset="0"/>
                      </a:endParaRPr>
                    </a:p>
                  </a:txBody>
                  <a:tcPr marL="18048" marR="18048" marT="9024" marB="9024" anchor="ctr"/>
                </a:tc>
                <a:extLst>
                  <a:ext uri="{0D108BD9-81ED-4DB2-BD59-A6C34878D82A}">
                    <a16:rowId xmlns:a16="http://schemas.microsoft.com/office/drawing/2014/main" val="3296478341"/>
                  </a:ext>
                </a:extLst>
              </a:tr>
              <a:tr h="841970">
                <a:tc>
                  <a:txBody>
                    <a:bodyPr/>
                    <a:lstStyle/>
                    <a:p>
                      <a:pPr algn="l"/>
                      <a:r>
                        <a:rPr lang="en-US" sz="1600" dirty="0"/>
                        <a:t>Sentiment Analysis of Amazon Product Reviews</a:t>
                      </a:r>
                      <a:endParaRPr lang="en-US" sz="1600" dirty="0">
                        <a:latin typeface="Times New Roman" panose="02020603050405020304" pitchFamily="18" charset="0"/>
                        <a:cs typeface="Times New Roman" panose="02020603050405020304" pitchFamily="18" charset="0"/>
                      </a:endParaRPr>
                    </a:p>
                  </a:txBody>
                  <a:tcPr marL="18048" marR="18048" marT="9024" marB="9024" anchor="ctr"/>
                </a:tc>
                <a:tc>
                  <a:txBody>
                    <a:bodyPr/>
                    <a:lstStyle/>
                    <a:p>
                      <a:pPr algn="l"/>
                      <a:r>
                        <a:rPr lang="en-IN" sz="1600"/>
                        <a:t>2023</a:t>
                      </a:r>
                      <a:endParaRPr lang="en-IN" sz="1600" dirty="0">
                        <a:latin typeface="Times New Roman" panose="02020603050405020304" pitchFamily="18" charset="0"/>
                        <a:cs typeface="Times New Roman" panose="02020603050405020304" pitchFamily="18" charset="0"/>
                      </a:endParaRPr>
                    </a:p>
                  </a:txBody>
                  <a:tcPr marL="18048" marR="18048" marT="9024" marB="9024" anchor="ctr"/>
                </a:tc>
                <a:tc>
                  <a:txBody>
                    <a:bodyPr/>
                    <a:lstStyle/>
                    <a:p>
                      <a:pPr algn="l"/>
                      <a:r>
                        <a:rPr lang="en-IN" sz="1600"/>
                        <a:t>Beiyu Xu, Hongwu Gan, Xinyue Sun, Xiaoying Shao</a:t>
                      </a:r>
                      <a:endParaRPr lang="en-IN" sz="1600">
                        <a:latin typeface="Times New Roman" panose="02020603050405020304" pitchFamily="18" charset="0"/>
                        <a:cs typeface="Times New Roman" panose="02020603050405020304" pitchFamily="18" charset="0"/>
                      </a:endParaRPr>
                    </a:p>
                  </a:txBody>
                  <a:tcPr marL="18048" marR="18048" marT="9024" marB="9024" anchor="ctr"/>
                </a:tc>
                <a:tc>
                  <a:txBody>
                    <a:bodyPr/>
                    <a:lstStyle/>
                    <a:p>
                      <a:pPr algn="l"/>
                      <a:r>
                        <a:rPr lang="en-IN" sz="1600"/>
                        <a:t>Random Forest, Naive Bayes, SVM</a:t>
                      </a:r>
                      <a:endParaRPr lang="en-IN" sz="1600">
                        <a:latin typeface="Times New Roman" panose="02020603050405020304" pitchFamily="18" charset="0"/>
                        <a:cs typeface="Times New Roman" panose="02020603050405020304" pitchFamily="18" charset="0"/>
                      </a:endParaRPr>
                    </a:p>
                  </a:txBody>
                  <a:tcPr marL="18048" marR="18048" marT="9024" marB="9024" anchor="ctr"/>
                </a:tc>
                <a:tc>
                  <a:txBody>
                    <a:bodyPr/>
                    <a:lstStyle/>
                    <a:p>
                      <a:pPr algn="l"/>
                      <a:r>
                        <a:rPr lang="en-IN" sz="1600"/>
                        <a:t>ML Model Performance</a:t>
                      </a:r>
                      <a:endParaRPr lang="en-IN" sz="1600">
                        <a:latin typeface="Times New Roman" panose="02020603050405020304" pitchFamily="18" charset="0"/>
                        <a:cs typeface="Times New Roman" panose="02020603050405020304" pitchFamily="18" charset="0"/>
                      </a:endParaRPr>
                    </a:p>
                  </a:txBody>
                  <a:tcPr marL="18048" marR="18048" marT="9024" marB="9024" anchor="ctr"/>
                </a:tc>
                <a:tc>
                  <a:txBody>
                    <a:bodyPr/>
                    <a:lstStyle/>
                    <a:p>
                      <a:pPr algn="l"/>
                      <a:r>
                        <a:rPr lang="en-IN" sz="1600" dirty="0"/>
                        <a:t>Traditional ML limitations</a:t>
                      </a:r>
                      <a:endParaRPr lang="en-IN" sz="1600" dirty="0">
                        <a:latin typeface="Times New Roman" panose="02020603050405020304" pitchFamily="18" charset="0"/>
                        <a:cs typeface="Times New Roman" panose="02020603050405020304" pitchFamily="18" charset="0"/>
                      </a:endParaRPr>
                    </a:p>
                  </a:txBody>
                  <a:tcPr marL="18048" marR="18048" marT="9024" marB="9024" anchor="ctr"/>
                </a:tc>
                <a:extLst>
                  <a:ext uri="{0D108BD9-81ED-4DB2-BD59-A6C34878D82A}">
                    <a16:rowId xmlns:a16="http://schemas.microsoft.com/office/drawing/2014/main" val="1594582968"/>
                  </a:ext>
                </a:extLst>
              </a:tr>
              <a:tr h="841970">
                <a:tc>
                  <a:txBody>
                    <a:bodyPr/>
                    <a:lstStyle/>
                    <a:p>
                      <a:pPr algn="l"/>
                      <a:r>
                        <a:rPr lang="en-US" sz="1600"/>
                        <a:t>Aspect Category Learning and Sentimental Analysis Using Weakly Supervised Learning</a:t>
                      </a:r>
                      <a:endParaRPr lang="en-US" sz="1600">
                        <a:latin typeface="Times New Roman" panose="02020603050405020304" pitchFamily="18" charset="0"/>
                        <a:cs typeface="Times New Roman" panose="02020603050405020304" pitchFamily="18" charset="0"/>
                      </a:endParaRPr>
                    </a:p>
                  </a:txBody>
                  <a:tcPr marL="18048" marR="18048" marT="9024" marB="9024" anchor="ctr"/>
                </a:tc>
                <a:tc>
                  <a:txBody>
                    <a:bodyPr/>
                    <a:lstStyle/>
                    <a:p>
                      <a:pPr algn="l"/>
                      <a:r>
                        <a:rPr lang="en-IN" sz="1600"/>
                        <a:t>2023</a:t>
                      </a:r>
                      <a:endParaRPr lang="en-IN" sz="1600">
                        <a:latin typeface="Times New Roman" panose="02020603050405020304" pitchFamily="18" charset="0"/>
                        <a:cs typeface="Times New Roman" panose="02020603050405020304" pitchFamily="18" charset="0"/>
                      </a:endParaRPr>
                    </a:p>
                  </a:txBody>
                  <a:tcPr marL="18048" marR="18048" marT="9024" marB="9024" anchor="ctr"/>
                </a:tc>
                <a:tc>
                  <a:txBody>
                    <a:bodyPr/>
                    <a:lstStyle/>
                    <a:p>
                      <a:pPr algn="l"/>
                      <a:r>
                        <a:rPr lang="en-IN" sz="1600"/>
                        <a:t>Kalpa Subbaih, Bharath Kumar Bolla</a:t>
                      </a:r>
                      <a:endParaRPr lang="en-IN" sz="1600">
                        <a:latin typeface="Times New Roman" panose="02020603050405020304" pitchFamily="18" charset="0"/>
                        <a:cs typeface="Times New Roman" panose="02020603050405020304" pitchFamily="18" charset="0"/>
                      </a:endParaRPr>
                    </a:p>
                  </a:txBody>
                  <a:tcPr marL="18048" marR="18048" marT="9024" marB="9024" anchor="ctr"/>
                </a:tc>
                <a:tc>
                  <a:txBody>
                    <a:bodyPr/>
                    <a:lstStyle/>
                    <a:p>
                      <a:pPr algn="l"/>
                      <a:r>
                        <a:rPr lang="en-IN" sz="1600"/>
                        <a:t>BiLSTM, CNN-BiLSTM, CNN-LSTM</a:t>
                      </a:r>
                      <a:endParaRPr lang="en-IN" sz="1600">
                        <a:latin typeface="Times New Roman" panose="02020603050405020304" pitchFamily="18" charset="0"/>
                        <a:cs typeface="Times New Roman" panose="02020603050405020304" pitchFamily="18" charset="0"/>
                      </a:endParaRPr>
                    </a:p>
                  </a:txBody>
                  <a:tcPr marL="18048" marR="18048" marT="9024" marB="9024" anchor="ctr"/>
                </a:tc>
                <a:tc>
                  <a:txBody>
                    <a:bodyPr/>
                    <a:lstStyle/>
                    <a:p>
                      <a:pPr algn="l"/>
                      <a:r>
                        <a:rPr lang="en-IN" sz="1600"/>
                        <a:t>Aspect and sentiment classification</a:t>
                      </a:r>
                      <a:endParaRPr lang="en-IN" sz="1600">
                        <a:latin typeface="Times New Roman" panose="02020603050405020304" pitchFamily="18" charset="0"/>
                        <a:cs typeface="Times New Roman" panose="02020603050405020304" pitchFamily="18" charset="0"/>
                      </a:endParaRPr>
                    </a:p>
                  </a:txBody>
                  <a:tcPr marL="18048" marR="18048" marT="9024" marB="9024" anchor="ctr"/>
                </a:tc>
                <a:tc>
                  <a:txBody>
                    <a:bodyPr/>
                    <a:lstStyle/>
                    <a:p>
                      <a:pPr algn="l"/>
                      <a:r>
                        <a:rPr lang="en-US" sz="1600" dirty="0"/>
                        <a:t>Potential labeling inaccuracies due to weak supervision</a:t>
                      </a:r>
                      <a:endParaRPr lang="en-US" sz="1600" dirty="0">
                        <a:latin typeface="Times New Roman" panose="02020603050405020304" pitchFamily="18" charset="0"/>
                        <a:cs typeface="Times New Roman" panose="02020603050405020304" pitchFamily="18" charset="0"/>
                      </a:endParaRPr>
                    </a:p>
                  </a:txBody>
                  <a:tcPr marL="18048" marR="18048" marT="9024" marB="9024" anchor="ctr"/>
                </a:tc>
                <a:extLst>
                  <a:ext uri="{0D108BD9-81ED-4DB2-BD59-A6C34878D82A}">
                    <a16:rowId xmlns:a16="http://schemas.microsoft.com/office/drawing/2014/main" val="299104350"/>
                  </a:ext>
                </a:extLst>
              </a:tr>
              <a:tr h="841970">
                <a:tc>
                  <a:txBody>
                    <a:bodyPr/>
                    <a:lstStyle/>
                    <a:p>
                      <a:pPr algn="l"/>
                      <a:r>
                        <a:rPr lang="en-US" sz="1600"/>
                        <a:t>Sentiment Analysis of Amazon Product Reviews Using Hybrid Rule-Based Approach</a:t>
                      </a:r>
                      <a:endParaRPr lang="en-US" sz="1600">
                        <a:latin typeface="Times New Roman" panose="02020603050405020304" pitchFamily="18" charset="0"/>
                        <a:cs typeface="Times New Roman" panose="02020603050405020304" pitchFamily="18" charset="0"/>
                      </a:endParaRPr>
                    </a:p>
                  </a:txBody>
                  <a:tcPr marL="18048" marR="18048" marT="9024" marB="9024" anchor="ctr"/>
                </a:tc>
                <a:tc>
                  <a:txBody>
                    <a:bodyPr/>
                    <a:lstStyle/>
                    <a:p>
                      <a:pPr algn="l"/>
                      <a:r>
                        <a:rPr lang="en-IN" sz="1600"/>
                        <a:t>2022</a:t>
                      </a:r>
                      <a:endParaRPr lang="en-IN" sz="1600">
                        <a:latin typeface="Times New Roman" panose="02020603050405020304" pitchFamily="18" charset="0"/>
                        <a:cs typeface="Times New Roman" panose="02020603050405020304" pitchFamily="18" charset="0"/>
                      </a:endParaRPr>
                    </a:p>
                  </a:txBody>
                  <a:tcPr marL="18048" marR="18048" marT="9024" marB="9024" anchor="ctr"/>
                </a:tc>
                <a:tc>
                  <a:txBody>
                    <a:bodyPr/>
                    <a:lstStyle/>
                    <a:p>
                      <a:pPr algn="l"/>
                      <a:r>
                        <a:rPr lang="en-IN" sz="1600"/>
                        <a:t>A. Dadhich, B. Thankachan</a:t>
                      </a:r>
                      <a:endParaRPr lang="en-IN" sz="1600">
                        <a:latin typeface="Times New Roman" panose="02020603050405020304" pitchFamily="18" charset="0"/>
                        <a:cs typeface="Times New Roman" panose="02020603050405020304" pitchFamily="18" charset="0"/>
                      </a:endParaRPr>
                    </a:p>
                  </a:txBody>
                  <a:tcPr marL="18048" marR="18048" marT="9024" marB="9024" anchor="ctr"/>
                </a:tc>
                <a:tc>
                  <a:txBody>
                    <a:bodyPr/>
                    <a:lstStyle/>
                    <a:p>
                      <a:pPr algn="l"/>
                      <a:r>
                        <a:rPr lang="en-IN" sz="1600"/>
                        <a:t>Hybrid Rule-Based Model</a:t>
                      </a:r>
                      <a:endParaRPr lang="en-IN" sz="1600">
                        <a:latin typeface="Times New Roman" panose="02020603050405020304" pitchFamily="18" charset="0"/>
                        <a:cs typeface="Times New Roman" panose="02020603050405020304" pitchFamily="18" charset="0"/>
                      </a:endParaRPr>
                    </a:p>
                  </a:txBody>
                  <a:tcPr marL="18048" marR="18048" marT="9024" marB="9024" anchor="ctr"/>
                </a:tc>
                <a:tc>
                  <a:txBody>
                    <a:bodyPr/>
                    <a:lstStyle/>
                    <a:p>
                      <a:pPr algn="l"/>
                      <a:r>
                        <a:rPr lang="en-IN" sz="1600"/>
                        <a:t>Hybrid rule-based sentiment classification</a:t>
                      </a:r>
                      <a:endParaRPr lang="en-IN" sz="1600">
                        <a:latin typeface="Times New Roman" panose="02020603050405020304" pitchFamily="18" charset="0"/>
                        <a:cs typeface="Times New Roman" panose="02020603050405020304" pitchFamily="18" charset="0"/>
                      </a:endParaRPr>
                    </a:p>
                  </a:txBody>
                  <a:tcPr marL="18048" marR="18048" marT="9024" marB="9024" anchor="ctr"/>
                </a:tc>
                <a:tc>
                  <a:txBody>
                    <a:bodyPr/>
                    <a:lstStyle/>
                    <a:p>
                      <a:pPr algn="l"/>
                      <a:r>
                        <a:rPr lang="en-US" sz="1600" dirty="0"/>
                        <a:t>Lacks scalability and generalization to larger datasets</a:t>
                      </a:r>
                      <a:endParaRPr lang="en-US" sz="1600" dirty="0">
                        <a:latin typeface="Times New Roman" panose="02020603050405020304" pitchFamily="18" charset="0"/>
                        <a:cs typeface="Times New Roman" panose="02020603050405020304" pitchFamily="18" charset="0"/>
                      </a:endParaRPr>
                    </a:p>
                  </a:txBody>
                  <a:tcPr marL="18048" marR="18048" marT="9024" marB="9024" anchor="ctr"/>
                </a:tc>
                <a:extLst>
                  <a:ext uri="{0D108BD9-81ED-4DB2-BD59-A6C34878D82A}">
                    <a16:rowId xmlns:a16="http://schemas.microsoft.com/office/drawing/2014/main" val="1675376784"/>
                  </a:ext>
                </a:extLst>
              </a:tr>
              <a:tr h="841970">
                <a:tc>
                  <a:txBody>
                    <a:bodyPr/>
                    <a:lstStyle/>
                    <a:p>
                      <a:pPr algn="l"/>
                      <a:r>
                        <a:rPr lang="en-US" sz="1600"/>
                        <a:t>Sentiment Analysis of Amazon Product Reviews Using NLP Techniques</a:t>
                      </a:r>
                      <a:endParaRPr lang="en-US" sz="1600">
                        <a:latin typeface="Times New Roman" panose="02020603050405020304" pitchFamily="18" charset="0"/>
                        <a:cs typeface="Times New Roman" panose="02020603050405020304" pitchFamily="18" charset="0"/>
                      </a:endParaRPr>
                    </a:p>
                  </a:txBody>
                  <a:tcPr marL="18048" marR="18048" marT="9024" marB="9024" anchor="ctr"/>
                </a:tc>
                <a:tc>
                  <a:txBody>
                    <a:bodyPr/>
                    <a:lstStyle/>
                    <a:p>
                      <a:pPr algn="l"/>
                      <a:r>
                        <a:rPr lang="en-IN" sz="1600"/>
                        <a:t>2022</a:t>
                      </a:r>
                      <a:endParaRPr lang="en-IN" sz="1600">
                        <a:latin typeface="Times New Roman" panose="02020603050405020304" pitchFamily="18" charset="0"/>
                        <a:cs typeface="Times New Roman" panose="02020603050405020304" pitchFamily="18" charset="0"/>
                      </a:endParaRPr>
                    </a:p>
                  </a:txBody>
                  <a:tcPr marL="18048" marR="18048" marT="9024" marB="9024" anchor="ctr"/>
                </a:tc>
                <a:tc>
                  <a:txBody>
                    <a:bodyPr/>
                    <a:lstStyle/>
                    <a:p>
                      <a:pPr algn="l"/>
                      <a:r>
                        <a:rPr lang="en-IN" sz="1600"/>
                        <a:t>Y. Xiao, C. Qi, H. Leng</a:t>
                      </a:r>
                      <a:endParaRPr lang="en-IN" sz="1600">
                        <a:latin typeface="Times New Roman" panose="02020603050405020304" pitchFamily="18" charset="0"/>
                        <a:cs typeface="Times New Roman" panose="02020603050405020304" pitchFamily="18" charset="0"/>
                      </a:endParaRPr>
                    </a:p>
                  </a:txBody>
                  <a:tcPr marL="18048" marR="18048" marT="9024" marB="9024" anchor="ctr"/>
                </a:tc>
                <a:tc>
                  <a:txBody>
                    <a:bodyPr/>
                    <a:lstStyle/>
                    <a:p>
                      <a:pPr algn="l"/>
                      <a:r>
                        <a:rPr lang="en-IN" sz="1600"/>
                        <a:t>NLP-based ML models</a:t>
                      </a:r>
                      <a:endParaRPr lang="en-IN" sz="1600">
                        <a:latin typeface="Times New Roman" panose="02020603050405020304" pitchFamily="18" charset="0"/>
                        <a:cs typeface="Times New Roman" panose="02020603050405020304" pitchFamily="18" charset="0"/>
                      </a:endParaRPr>
                    </a:p>
                  </a:txBody>
                  <a:tcPr marL="18048" marR="18048" marT="9024" marB="9024" anchor="ctr"/>
                </a:tc>
                <a:tc>
                  <a:txBody>
                    <a:bodyPr/>
                    <a:lstStyle/>
                    <a:p>
                      <a:pPr algn="l"/>
                      <a:r>
                        <a:rPr lang="fr-FR" sz="1600" dirty="0"/>
                        <a:t>NLP techniques for sentiment classification</a:t>
                      </a:r>
                      <a:endParaRPr lang="fr-FR" sz="1600" dirty="0">
                        <a:latin typeface="Times New Roman" panose="02020603050405020304" pitchFamily="18" charset="0"/>
                        <a:cs typeface="Times New Roman" panose="02020603050405020304" pitchFamily="18" charset="0"/>
                      </a:endParaRPr>
                    </a:p>
                  </a:txBody>
                  <a:tcPr marL="18048" marR="18048" marT="9024" marB="9024" anchor="ctr"/>
                </a:tc>
                <a:tc>
                  <a:txBody>
                    <a:bodyPr/>
                    <a:lstStyle/>
                    <a:p>
                      <a:pPr algn="l"/>
                      <a:r>
                        <a:rPr lang="en-US" sz="1600" dirty="0"/>
                        <a:t>Lacks deep learning comparisons and scalability</a:t>
                      </a:r>
                      <a:endParaRPr lang="en-US" sz="1600" dirty="0">
                        <a:latin typeface="Times New Roman" panose="02020603050405020304" pitchFamily="18" charset="0"/>
                        <a:cs typeface="Times New Roman" panose="02020603050405020304" pitchFamily="18" charset="0"/>
                      </a:endParaRPr>
                    </a:p>
                  </a:txBody>
                  <a:tcPr marL="18048" marR="18048" marT="9024" marB="9024" anchor="ctr"/>
                </a:tc>
                <a:extLst>
                  <a:ext uri="{0D108BD9-81ED-4DB2-BD59-A6C34878D82A}">
                    <a16:rowId xmlns:a16="http://schemas.microsoft.com/office/drawing/2014/main" val="1062928409"/>
                  </a:ext>
                </a:extLst>
              </a:tr>
            </a:tbl>
          </a:graphicData>
        </a:graphic>
      </p:graphicFrame>
    </p:spTree>
    <p:extLst>
      <p:ext uri="{BB962C8B-B14F-4D97-AF65-F5344CB8AC3E}">
        <p14:creationId xmlns:p14="http://schemas.microsoft.com/office/powerpoint/2010/main" val="17455502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8BE3C-72A4-7222-9B65-36D07E11DF2E}"/>
              </a:ext>
            </a:extLst>
          </p:cNvPr>
          <p:cNvSpPr>
            <a:spLocks noGrp="1"/>
          </p:cNvSpPr>
          <p:nvPr>
            <p:ph type="title"/>
          </p:nvPr>
        </p:nvSpPr>
        <p:spPr>
          <a:xfrm>
            <a:off x="838200" y="365125"/>
            <a:ext cx="5257800" cy="560161"/>
          </a:xfrm>
        </p:spPr>
        <p:txBody>
          <a:bodyPr>
            <a:normAutofit/>
          </a:bodyPr>
          <a:lstStyle/>
          <a:p>
            <a:r>
              <a:rPr lang="en-IN" sz="3200" b="1" dirty="0">
                <a:latin typeface="Times New Roman" panose="02020603050405020304" pitchFamily="18" charset="0"/>
                <a:cs typeface="Times New Roman" panose="02020603050405020304" pitchFamily="18" charset="0"/>
              </a:rPr>
              <a:t>Existing Systems</a:t>
            </a:r>
          </a:p>
        </p:txBody>
      </p:sp>
      <p:sp>
        <p:nvSpPr>
          <p:cNvPr id="3" name="Content Placeholder 2">
            <a:extLst>
              <a:ext uri="{FF2B5EF4-FFF2-40B4-BE49-F238E27FC236}">
                <a16:creationId xmlns:a16="http://schemas.microsoft.com/office/drawing/2014/main" id="{1AAC464F-6511-82BB-4CA1-0B9D05993E52}"/>
              </a:ext>
            </a:extLst>
          </p:cNvPr>
          <p:cNvSpPr>
            <a:spLocks noGrp="1"/>
          </p:cNvSpPr>
          <p:nvPr>
            <p:ph idx="1"/>
          </p:nvPr>
        </p:nvSpPr>
        <p:spPr>
          <a:xfrm>
            <a:off x="838200" y="1088571"/>
            <a:ext cx="10515600" cy="5088392"/>
          </a:xfrm>
        </p:spPr>
        <p:txBody>
          <a:bodyPr>
            <a:normAutofit/>
          </a:bodyPr>
          <a:lstStyle/>
          <a:p>
            <a:pPr marL="0" indent="0">
              <a:buNone/>
            </a:pPr>
            <a:r>
              <a:rPr lang="en-US" sz="2000" b="1" dirty="0">
                <a:latin typeface="Times New Roman" panose="02020603050405020304" pitchFamily="18" charset="0"/>
                <a:cs typeface="Times New Roman" panose="02020603050405020304" pitchFamily="18" charset="0"/>
              </a:rPr>
              <a:t>1. Sentiment Analysis Based on </a:t>
            </a:r>
            <a:r>
              <a:rPr lang="en-US" sz="2000" b="1" dirty="0" err="1">
                <a:latin typeface="Times New Roman" panose="02020603050405020304" pitchFamily="18" charset="0"/>
                <a:cs typeface="Times New Roman" panose="02020603050405020304" pitchFamily="18" charset="0"/>
              </a:rPr>
              <a:t>RoBERTa</a:t>
            </a:r>
            <a:r>
              <a:rPr lang="en-US" sz="2000" b="1" dirty="0">
                <a:latin typeface="Times New Roman" panose="02020603050405020304" pitchFamily="18" charset="0"/>
                <a:cs typeface="Times New Roman" panose="02020603050405020304" pitchFamily="18" charset="0"/>
              </a:rPr>
              <a:t> for Amazon Review: An Empirical Study on Decision Making (2024)</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Authors: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Xinli</a:t>
            </a:r>
            <a:r>
              <a:rPr lang="en-US" sz="2000" dirty="0">
                <a:latin typeface="Times New Roman" panose="02020603050405020304" pitchFamily="18" charset="0"/>
                <a:cs typeface="Times New Roman" panose="02020603050405020304" pitchFamily="18" charset="0"/>
              </a:rPr>
              <a:t> Guo</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Summary:</a:t>
            </a:r>
            <a:endParaRPr lang="en-US" sz="20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Utilizes </a:t>
            </a:r>
            <a:r>
              <a:rPr lang="en-US" sz="2000" dirty="0" err="1">
                <a:latin typeface="Times New Roman" panose="02020603050405020304" pitchFamily="18" charset="0"/>
                <a:cs typeface="Times New Roman" panose="02020603050405020304" pitchFamily="18" charset="0"/>
              </a:rPr>
              <a:t>RoBERTa</a:t>
            </a:r>
            <a:r>
              <a:rPr lang="en-US" sz="2000" dirty="0">
                <a:latin typeface="Times New Roman" panose="02020603050405020304" pitchFamily="18" charset="0"/>
                <a:cs typeface="Times New Roman" panose="02020603050405020304" pitchFamily="18" charset="0"/>
              </a:rPr>
              <a:t>, a transformer-based model, for sentiment analysis on Amazon reviews.</a:t>
            </a: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Explores sentiment patterns and trends with advanced NLP models.</a:t>
            </a: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Highlights principles like electronic word of mouth (</a:t>
            </a:r>
            <a:r>
              <a:rPr lang="en-US" sz="2000" dirty="0" err="1">
                <a:latin typeface="Times New Roman" panose="02020603050405020304" pitchFamily="18" charset="0"/>
                <a:cs typeface="Times New Roman" panose="02020603050405020304" pitchFamily="18" charset="0"/>
              </a:rPr>
              <a:t>eWOM</a:t>
            </a:r>
            <a:r>
              <a:rPr lang="en-US" sz="2000" dirty="0">
                <a:latin typeface="Times New Roman" panose="02020603050405020304" pitchFamily="18" charset="0"/>
                <a:cs typeface="Times New Roman" panose="02020603050405020304" pitchFamily="18" charset="0"/>
              </a:rPr>
              <a:t>) and confirmation bias.</a:t>
            </a: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Aims to provide insights for marketing strategies and decision-making.</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Disadvantages:</a:t>
            </a:r>
            <a:endParaRPr lang="en-US" sz="20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Focuses only on </a:t>
            </a:r>
            <a:r>
              <a:rPr lang="en-US" sz="2000" dirty="0" err="1">
                <a:latin typeface="Times New Roman" panose="02020603050405020304" pitchFamily="18" charset="0"/>
                <a:cs typeface="Times New Roman" panose="02020603050405020304" pitchFamily="18" charset="0"/>
              </a:rPr>
              <a:t>RoBERTa</a:t>
            </a:r>
            <a:r>
              <a:rPr lang="en-US" sz="2000" dirty="0">
                <a:latin typeface="Times New Roman" panose="02020603050405020304" pitchFamily="18" charset="0"/>
                <a:cs typeface="Times New Roman" panose="02020603050405020304" pitchFamily="18" charset="0"/>
              </a:rPr>
              <a:t> without comparing with other deep learning models.</a:t>
            </a: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Lacks investigation into fake reviews or cross-domain sentiment analysis.</a:t>
            </a:r>
          </a:p>
          <a:p>
            <a:pPr marL="0" indent="0">
              <a:buNone/>
            </a:pPr>
            <a:endParaRPr lang="en-IN" dirty="0"/>
          </a:p>
        </p:txBody>
      </p:sp>
    </p:spTree>
    <p:extLst>
      <p:ext uri="{BB962C8B-B14F-4D97-AF65-F5344CB8AC3E}">
        <p14:creationId xmlns:p14="http://schemas.microsoft.com/office/powerpoint/2010/main" val="921637574"/>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71A23FA-019D-D79A-3B79-7C0997A5F8AA}"/>
              </a:ext>
            </a:extLst>
          </p:cNvPr>
          <p:cNvSpPr>
            <a:spLocks noGrp="1"/>
          </p:cNvSpPr>
          <p:nvPr>
            <p:ph idx="1"/>
          </p:nvPr>
        </p:nvSpPr>
        <p:spPr>
          <a:xfrm>
            <a:off x="326571" y="258082"/>
            <a:ext cx="11201400" cy="6360432"/>
          </a:xfrm>
        </p:spPr>
        <p:txBody>
          <a:bodyPr>
            <a:normAutofit lnSpcReduction="10000"/>
          </a:bodyPr>
          <a:lstStyle/>
          <a:p>
            <a:pPr marL="0" indent="0" algn="just">
              <a:buNone/>
            </a:pPr>
            <a:r>
              <a:rPr lang="en-IN" sz="2000" b="1" dirty="0">
                <a:latin typeface="Times New Roman" panose="02020603050405020304" pitchFamily="18" charset="0"/>
                <a:cs typeface="Times New Roman" panose="02020603050405020304" pitchFamily="18" charset="0"/>
              </a:rPr>
              <a:t>2. Cross-Domain Consumer Review Analysis (2025)</a:t>
            </a:r>
          </a:p>
          <a:p>
            <a:pPr algn="just">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Authors:</a:t>
            </a:r>
            <a:r>
              <a:rPr lang="en-IN" sz="2000" dirty="0">
                <a:latin typeface="Times New Roman" panose="02020603050405020304" pitchFamily="18" charset="0"/>
                <a:cs typeface="Times New Roman" panose="02020603050405020304" pitchFamily="18" charset="0"/>
              </a:rPr>
              <a:t> Aditya Pandey, Kunal Joshi</a:t>
            </a:r>
          </a:p>
          <a:p>
            <a:pPr algn="just">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Summary:</a:t>
            </a:r>
            <a:endParaRPr lang="en-IN" sz="2000" dirty="0">
              <a:latin typeface="Times New Roman" panose="02020603050405020304" pitchFamily="18" charset="0"/>
              <a:cs typeface="Times New Roman" panose="02020603050405020304" pitchFamily="18" charset="0"/>
            </a:endParaRPr>
          </a:p>
          <a:p>
            <a:pPr marL="742950" lvl="1" indent="-285750" algn="just">
              <a:buFont typeface="Arial" panose="020B0604020202020204" pitchFamily="34" charset="0"/>
              <a:buChar char="•"/>
            </a:pPr>
            <a:r>
              <a:rPr lang="en-IN" sz="2000" dirty="0" err="1">
                <a:latin typeface="Times New Roman" panose="02020603050405020304" pitchFamily="18" charset="0"/>
                <a:cs typeface="Times New Roman" panose="02020603050405020304" pitchFamily="18" charset="0"/>
              </a:rPr>
              <a:t>Analyzes</a:t>
            </a:r>
            <a:r>
              <a:rPr lang="en-IN" sz="2000" dirty="0">
                <a:latin typeface="Times New Roman" panose="02020603050405020304" pitchFamily="18" charset="0"/>
                <a:cs typeface="Times New Roman" panose="02020603050405020304" pitchFamily="18" charset="0"/>
              </a:rPr>
              <a:t> reviews across Amazon, Yelp, Steam, and IMDb.</a:t>
            </a:r>
          </a:p>
          <a:p>
            <a:pPr marL="742950" lvl="1" indent="-28575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Uses Hadoop and Spark for large-scale review data processing.</a:t>
            </a:r>
          </a:p>
          <a:p>
            <a:pPr marL="742950" lvl="1" indent="-28575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Identifies sentiment trends across different domains.</a:t>
            </a:r>
          </a:p>
          <a:p>
            <a:pPr algn="just">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Disadvantages:</a:t>
            </a:r>
            <a:endParaRPr lang="en-IN" sz="2000" dirty="0">
              <a:latin typeface="Times New Roman" panose="02020603050405020304" pitchFamily="18" charset="0"/>
              <a:cs typeface="Times New Roman" panose="02020603050405020304" pitchFamily="18" charset="0"/>
            </a:endParaRPr>
          </a:p>
          <a:p>
            <a:pPr marL="742950" lvl="1" indent="-28575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Lacks a strong focus on Amazon-specific sentiment analysis.</a:t>
            </a:r>
          </a:p>
          <a:p>
            <a:pPr marL="742950" lvl="1" indent="-28575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No mention of handling fake or biased reviews.</a:t>
            </a:r>
          </a:p>
          <a:p>
            <a:pPr marL="0" indent="0" algn="just">
              <a:buNone/>
            </a:pPr>
            <a:r>
              <a:rPr lang="en-US" sz="2000" b="1" dirty="0">
                <a:latin typeface="Times New Roman" panose="02020603050405020304" pitchFamily="18" charset="0"/>
                <a:cs typeface="Times New Roman" panose="02020603050405020304" pitchFamily="18" charset="0"/>
              </a:rPr>
              <a:t>3. Impact of Sentiment Analysis in Fake Review Detection (2025)</a:t>
            </a:r>
          </a:p>
          <a:p>
            <a:pPr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Authors:</a:t>
            </a:r>
            <a:r>
              <a:rPr lang="en-US" sz="2000" dirty="0">
                <a:latin typeface="Times New Roman" panose="02020603050405020304" pitchFamily="18" charset="0"/>
                <a:cs typeface="Times New Roman" panose="02020603050405020304" pitchFamily="18" charset="0"/>
              </a:rPr>
              <a:t> Amira Yousif, James Buckley</a:t>
            </a:r>
          </a:p>
          <a:p>
            <a:pPr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Summary:</a:t>
            </a:r>
            <a:endParaRPr lang="en-US" sz="2000" dirty="0">
              <a:latin typeface="Times New Roman" panose="02020603050405020304" pitchFamily="18" charset="0"/>
              <a:cs typeface="Times New Roman" panose="02020603050405020304" pitchFamily="18" charset="0"/>
            </a:endParaRPr>
          </a:p>
          <a:p>
            <a:pPr marL="742950" lvl="1"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Investigates the role of sentiment analysis in detecting fake reviews.</a:t>
            </a:r>
          </a:p>
          <a:p>
            <a:pPr marL="742950" lvl="1"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Reviews ten existing research papers to compare methodologies.</a:t>
            </a:r>
          </a:p>
          <a:p>
            <a:pPr marL="742950" lvl="1"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Identifies challenges in evaluating sentiment scores for fake feedback detection.</a:t>
            </a:r>
          </a:p>
          <a:p>
            <a:pPr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Disadvantages:</a:t>
            </a:r>
            <a:endParaRPr lang="en-US" sz="2000" dirty="0">
              <a:latin typeface="Times New Roman" panose="02020603050405020304" pitchFamily="18" charset="0"/>
              <a:cs typeface="Times New Roman" panose="02020603050405020304" pitchFamily="18" charset="0"/>
            </a:endParaRPr>
          </a:p>
          <a:p>
            <a:pPr marL="742950" lvl="1"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Focuses more on reviewing past studies than presenting a new methodology.</a:t>
            </a:r>
          </a:p>
          <a:p>
            <a:pPr marL="742950" lvl="1"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Lacks implementation or experimental validation of proposed techniques.</a:t>
            </a:r>
          </a:p>
          <a:p>
            <a:pPr algn="just"/>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7114545"/>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30"/>
        <p:cNvGrpSpPr/>
        <p:nvPr/>
      </p:nvGrpSpPr>
      <p:grpSpPr>
        <a:xfrm>
          <a:off x="0" y="0"/>
          <a:ext cx="0" cy="0"/>
          <a:chOff x="0" y="0"/>
          <a:chExt cx="0" cy="0"/>
        </a:xfrm>
      </p:grpSpPr>
      <p:sp useBgFill="1">
        <p:nvSpPr>
          <p:cNvPr id="139" name="Rectangle 138">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Google Shape;131;p22"/>
          <p:cNvSpPr txBox="1">
            <a:spLocks noGrp="1"/>
          </p:cNvSpPr>
          <p:nvPr>
            <p:ph type="title"/>
          </p:nvPr>
        </p:nvSpPr>
        <p:spPr>
          <a:xfrm>
            <a:off x="838200" y="635130"/>
            <a:ext cx="10515600" cy="1133499"/>
          </a:xfrm>
        </p:spPr>
        <p:txBody>
          <a:bodyPr spcFirstLastPara="1" vert="horz" lIns="121900" tIns="121900" rIns="121900" bIns="121900" rtlCol="0" anchorCtr="0">
            <a:normAutofit/>
          </a:bodyPr>
          <a:lstStyle/>
          <a:p>
            <a:r>
              <a:rPr lang="en-IN" sz="3200" b="1" dirty="0">
                <a:latin typeface="Times New Roman" panose="02020603050405020304" pitchFamily="18" charset="0"/>
                <a:cs typeface="Times New Roman" panose="02020603050405020304" pitchFamily="18" charset="0"/>
              </a:rPr>
              <a:t>Proposed System</a:t>
            </a:r>
          </a:p>
        </p:txBody>
      </p:sp>
      <p:graphicFrame>
        <p:nvGraphicFramePr>
          <p:cNvPr id="134" name="Google Shape;132;p22">
            <a:extLst>
              <a:ext uri="{FF2B5EF4-FFF2-40B4-BE49-F238E27FC236}">
                <a16:creationId xmlns:a16="http://schemas.microsoft.com/office/drawing/2014/main" id="{A803CF3C-9DBE-2C39-E5E0-6304BAC0B898}"/>
              </a:ext>
            </a:extLst>
          </p:cNvPr>
          <p:cNvGraphicFramePr/>
          <p:nvPr>
            <p:extLst>
              <p:ext uri="{D42A27DB-BD31-4B8C-83A1-F6EECF244321}">
                <p14:modId xmlns:p14="http://schemas.microsoft.com/office/powerpoint/2010/main" val="2004920917"/>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2">
            <a:extLst>
              <a:ext uri="{FF2B5EF4-FFF2-40B4-BE49-F238E27FC236}">
                <a16:creationId xmlns:a16="http://schemas.microsoft.com/office/drawing/2014/main" id="{69577635-18D3-DEA2-FBD1-301E6A3C9677}"/>
              </a:ext>
            </a:extLst>
          </p:cNvPr>
          <p:cNvGraphicFramePr>
            <a:graphicFrameLocks noGrp="1"/>
          </p:cNvGraphicFramePr>
          <p:nvPr>
            <p:ph idx="1"/>
            <p:extLst>
              <p:ext uri="{D42A27DB-BD31-4B8C-83A1-F6EECF244321}">
                <p14:modId xmlns:p14="http://schemas.microsoft.com/office/powerpoint/2010/main" val="941190072"/>
              </p:ext>
            </p:extLst>
          </p:nvPr>
        </p:nvGraphicFramePr>
        <p:xfrm>
          <a:off x="838199" y="413657"/>
          <a:ext cx="11103429" cy="61613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785550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diagram of data processing&#10;&#10;AI-generated content may be incorrect.">
            <a:extLst>
              <a:ext uri="{FF2B5EF4-FFF2-40B4-BE49-F238E27FC236}">
                <a16:creationId xmlns:a16="http://schemas.microsoft.com/office/drawing/2014/main" id="{DCC1E35B-10E1-F0C0-12B7-D5F9E6AF71B1}"/>
              </a:ext>
            </a:extLst>
          </p:cNvPr>
          <p:cNvPicPr>
            <a:picLocks noGrp="1" noChangeAspect="1"/>
          </p:cNvPicPr>
          <p:nvPr>
            <p:ph idx="1"/>
          </p:nvPr>
        </p:nvPicPr>
        <p:blipFill>
          <a:blip r:embed="rId2"/>
          <a:srcRect l="1260" r="1" b="1"/>
          <a:stretch/>
        </p:blipFill>
        <p:spPr>
          <a:xfrm>
            <a:off x="579031" y="350431"/>
            <a:ext cx="11033936" cy="5699100"/>
          </a:xfrm>
          <a:prstGeom prst="rect">
            <a:avLst/>
          </a:prstGeom>
        </p:spPr>
      </p:pic>
      <p:sp>
        <p:nvSpPr>
          <p:cNvPr id="2" name="TextBox 1">
            <a:extLst>
              <a:ext uri="{FF2B5EF4-FFF2-40B4-BE49-F238E27FC236}">
                <a16:creationId xmlns:a16="http://schemas.microsoft.com/office/drawing/2014/main" id="{011F3785-2D01-CF29-82F4-3D2ED61F2B08}"/>
              </a:ext>
            </a:extLst>
          </p:cNvPr>
          <p:cNvSpPr txBox="1"/>
          <p:nvPr/>
        </p:nvSpPr>
        <p:spPr>
          <a:xfrm>
            <a:off x="3505200" y="6138237"/>
            <a:ext cx="6008915" cy="369332"/>
          </a:xfrm>
          <a:prstGeom prst="rect">
            <a:avLst/>
          </a:prstGeom>
          <a:noFill/>
        </p:spPr>
        <p:txBody>
          <a:bodyPr wrap="square" rtlCol="0">
            <a:spAutoFit/>
          </a:bodyPr>
          <a:lstStyle/>
          <a:p>
            <a:pPr algn="ctr"/>
            <a:r>
              <a:rPr lang="en-IN" dirty="0"/>
              <a:t>Fig: Sentiment Analysis Workflow </a:t>
            </a:r>
          </a:p>
        </p:txBody>
      </p:sp>
    </p:spTree>
    <p:extLst>
      <p:ext uri="{BB962C8B-B14F-4D97-AF65-F5344CB8AC3E}">
        <p14:creationId xmlns:p14="http://schemas.microsoft.com/office/powerpoint/2010/main" val="4257044527"/>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4"/>
          <p:cNvSpPr txBox="1">
            <a:spLocks noGrp="1"/>
          </p:cNvSpPr>
          <p:nvPr>
            <p:ph type="title" idx="4294967295"/>
          </p:nvPr>
        </p:nvSpPr>
        <p:spPr>
          <a:xfrm>
            <a:off x="0" y="34925"/>
            <a:ext cx="11361738" cy="763588"/>
          </a:xfrm>
          <a:prstGeom prst="rect">
            <a:avLst/>
          </a:prstGeom>
        </p:spPr>
        <p:txBody>
          <a:bodyPr spcFirstLastPara="1" vert="horz" wrap="square" lIns="121900" tIns="121900" rIns="121900" bIns="121900" rtlCol="0" anchor="t" anchorCtr="0">
            <a:noAutofit/>
          </a:bodyPr>
          <a:lstStyle/>
          <a:p>
            <a:pPr>
              <a:spcBef>
                <a:spcPts val="0"/>
              </a:spcBef>
            </a:pPr>
            <a:r>
              <a:rPr lang="en" sz="3200" b="1" dirty="0">
                <a:latin typeface="Times New Roman"/>
                <a:ea typeface="Times New Roman"/>
                <a:cs typeface="Times New Roman"/>
                <a:sym typeface="Times New Roman"/>
              </a:rPr>
              <a:t>Architecture and Workflow</a:t>
            </a:r>
            <a:endParaRPr sz="3200" b="1" dirty="0">
              <a:latin typeface="Times New Roman"/>
              <a:ea typeface="Times New Roman"/>
              <a:cs typeface="Times New Roman"/>
              <a:sym typeface="Times New Roman"/>
            </a:endParaRPr>
          </a:p>
        </p:txBody>
      </p:sp>
      <p:graphicFrame>
        <p:nvGraphicFramePr>
          <p:cNvPr id="152" name="Google Shape;149;p24">
            <a:extLst>
              <a:ext uri="{FF2B5EF4-FFF2-40B4-BE49-F238E27FC236}">
                <a16:creationId xmlns:a16="http://schemas.microsoft.com/office/drawing/2014/main" id="{B34BD5A0-D5CF-34EB-B678-821571E5158A}"/>
              </a:ext>
            </a:extLst>
          </p:cNvPr>
          <p:cNvGraphicFramePr/>
          <p:nvPr>
            <p:extLst>
              <p:ext uri="{D42A27DB-BD31-4B8C-83A1-F6EECF244321}">
                <p14:modId xmlns:p14="http://schemas.microsoft.com/office/powerpoint/2010/main" val="439933791"/>
              </p:ext>
            </p:extLst>
          </p:nvPr>
        </p:nvGraphicFramePr>
        <p:xfrm>
          <a:off x="1088688" y="908033"/>
          <a:ext cx="11360799" cy="57540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10DC2-EBFD-B055-EB17-58F385AB4039}"/>
              </a:ext>
            </a:extLst>
          </p:cNvPr>
          <p:cNvSpPr>
            <a:spLocks noGrp="1"/>
          </p:cNvSpPr>
          <p:nvPr>
            <p:ph type="title"/>
          </p:nvPr>
        </p:nvSpPr>
        <p:spPr/>
        <p:txBody>
          <a:bodyPr>
            <a:normAutofit/>
          </a:bodyPr>
          <a:lstStyle/>
          <a:p>
            <a:r>
              <a:rPr lang="en-IN" sz="2800" b="1" dirty="0">
                <a:latin typeface="Times New Roman" panose="02020603050405020304" pitchFamily="18" charset="0"/>
                <a:cs typeface="Times New Roman" panose="02020603050405020304" pitchFamily="18" charset="0"/>
              </a:rPr>
              <a:t>Techniques &amp; Methods Used:</a:t>
            </a:r>
          </a:p>
        </p:txBody>
      </p:sp>
      <p:sp>
        <p:nvSpPr>
          <p:cNvPr id="3" name="Content Placeholder 2">
            <a:extLst>
              <a:ext uri="{FF2B5EF4-FFF2-40B4-BE49-F238E27FC236}">
                <a16:creationId xmlns:a16="http://schemas.microsoft.com/office/drawing/2014/main" id="{2C28A522-0AC2-9503-A867-E9C8EB745B97}"/>
              </a:ext>
            </a:extLst>
          </p:cNvPr>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"In our project, we apply several NLP preprocessing techniques to clean and prepare Amazon reviews for sentiment analysis. Here's how each step contributes to our model:"</a:t>
            </a:r>
          </a:p>
          <a:p>
            <a:pPr marL="0" indent="0">
              <a:buNone/>
            </a:pPr>
            <a:r>
              <a:rPr lang="en-US" sz="2000" dirty="0">
                <a:latin typeface="Times New Roman" panose="02020603050405020304" pitchFamily="18" charset="0"/>
                <a:cs typeface="Times New Roman" panose="02020603050405020304" pitchFamily="18" charset="0"/>
              </a:rPr>
              <a:t>1️⃣ </a:t>
            </a:r>
            <a:r>
              <a:rPr lang="en-US" sz="2000" b="1" dirty="0">
                <a:latin typeface="Times New Roman" panose="02020603050405020304" pitchFamily="18" charset="0"/>
                <a:cs typeface="Times New Roman" panose="02020603050405020304" pitchFamily="18" charset="0"/>
              </a:rPr>
              <a:t>Tokenization</a:t>
            </a:r>
            <a:r>
              <a:rPr lang="en-US" sz="2000" dirty="0">
                <a:latin typeface="Times New Roman" panose="02020603050405020304" pitchFamily="18" charset="0"/>
                <a:cs typeface="Times New Roman" panose="02020603050405020304" pitchFamily="18" charset="0"/>
              </a:rPr>
              <a:t> – Splits text into individual words or tokens. </a:t>
            </a:r>
          </a:p>
          <a:p>
            <a:pPr marL="0" indent="0">
              <a:buNone/>
            </a:pPr>
            <a:r>
              <a:rPr lang="en-US" sz="2000" dirty="0">
                <a:latin typeface="Times New Roman" panose="02020603050405020304" pitchFamily="18" charset="0"/>
                <a:cs typeface="Times New Roman" panose="02020603050405020304" pitchFamily="18" charset="0"/>
              </a:rPr>
              <a:t>For example, “Great product!” becomes [‘Great’, ‘product’, ‘!’]. This helps in processing text efficiently.</a:t>
            </a:r>
          </a:p>
          <a:p>
            <a:pPr marL="0" indent="0">
              <a:buNone/>
            </a:pPr>
            <a:r>
              <a:rPr lang="en-US" sz="2000" dirty="0">
                <a:latin typeface="Times New Roman" panose="02020603050405020304" pitchFamily="18" charset="0"/>
                <a:cs typeface="Times New Roman" panose="02020603050405020304" pitchFamily="18" charset="0"/>
              </a:rPr>
              <a:t>2️⃣ </a:t>
            </a:r>
            <a:r>
              <a:rPr lang="en-US" sz="2000" b="1" dirty="0">
                <a:latin typeface="Times New Roman" panose="02020603050405020304" pitchFamily="18" charset="0"/>
                <a:cs typeface="Times New Roman" panose="02020603050405020304" pitchFamily="18" charset="0"/>
              </a:rPr>
              <a:t>Stop Words Removal</a:t>
            </a:r>
            <a:r>
              <a:rPr lang="en-US" sz="2000" dirty="0">
                <a:latin typeface="Times New Roman" panose="02020603050405020304" pitchFamily="18" charset="0"/>
                <a:cs typeface="Times New Roman" panose="02020603050405020304" pitchFamily="18" charset="0"/>
              </a:rPr>
              <a:t> – Eliminates common words like “the”, “is”, “and” that do not contribute to sentiment analysis. This reduces noise in the dataset.</a:t>
            </a:r>
          </a:p>
          <a:p>
            <a:pPr marL="0" indent="0">
              <a:buNone/>
            </a:pPr>
            <a:r>
              <a:rPr lang="en-US" sz="2000" dirty="0">
                <a:latin typeface="Times New Roman" panose="02020603050405020304" pitchFamily="18" charset="0"/>
                <a:cs typeface="Times New Roman" panose="02020603050405020304" pitchFamily="18" charset="0"/>
              </a:rPr>
              <a:t>3️⃣ </a:t>
            </a:r>
            <a:r>
              <a:rPr lang="en-US" sz="2000" b="1" dirty="0">
                <a:latin typeface="Times New Roman" panose="02020603050405020304" pitchFamily="18" charset="0"/>
                <a:cs typeface="Times New Roman" panose="02020603050405020304" pitchFamily="18" charset="0"/>
              </a:rPr>
              <a:t>Stemming &amp; Lemmatization</a:t>
            </a:r>
            <a:r>
              <a:rPr lang="en-US" sz="2000" dirty="0">
                <a:latin typeface="Times New Roman" panose="02020603050405020304" pitchFamily="18" charset="0"/>
                <a:cs typeface="Times New Roman" panose="02020603050405020304" pitchFamily="18" charset="0"/>
              </a:rPr>
              <a:t> – Both convert words to their base form.</a:t>
            </a:r>
          </a:p>
          <a:p>
            <a:pPr marL="0" indent="0">
              <a:buNone/>
            </a:pPr>
            <a:r>
              <a:rPr lang="en-US" sz="2000" b="1" dirty="0">
                <a:latin typeface="Times New Roman" panose="02020603050405020304" pitchFamily="18" charset="0"/>
                <a:cs typeface="Times New Roman" panose="02020603050405020304" pitchFamily="18" charset="0"/>
              </a:rPr>
              <a:t>	Stemming</a:t>
            </a:r>
            <a:r>
              <a:rPr lang="en-US" sz="2000" dirty="0">
                <a:latin typeface="Times New Roman" panose="02020603050405020304" pitchFamily="18" charset="0"/>
                <a:cs typeface="Times New Roman" panose="02020603050405020304" pitchFamily="18" charset="0"/>
              </a:rPr>
              <a:t>: “running” → “run” (rule-based, may lose meaning).</a:t>
            </a:r>
          </a:p>
          <a:p>
            <a:pPr marL="0" indent="0">
              <a:buNone/>
            </a:pPr>
            <a:r>
              <a:rPr lang="en-US" sz="2000" b="1" dirty="0">
                <a:latin typeface="Times New Roman" panose="02020603050405020304" pitchFamily="18" charset="0"/>
                <a:cs typeface="Times New Roman" panose="02020603050405020304" pitchFamily="18" charset="0"/>
              </a:rPr>
              <a:t>	Lemmatization</a:t>
            </a:r>
            <a:r>
              <a:rPr lang="en-US" sz="2000" dirty="0">
                <a:latin typeface="Times New Roman" panose="02020603050405020304" pitchFamily="18" charset="0"/>
                <a:cs typeface="Times New Roman" panose="02020603050405020304" pitchFamily="18" charset="0"/>
              </a:rPr>
              <a:t>: “better” → “good” (dictionary-based, more accurate).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We use Lemmatization for better contextual understanding.</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27150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ABCDEBF-ADF5-6058-0F79-5BF49547C9CE}"/>
                  </a:ext>
                </a:extLst>
              </p:cNvPr>
              <p:cNvSpPr>
                <a:spLocks noGrp="1"/>
              </p:cNvSpPr>
              <p:nvPr>
                <p:ph idx="1"/>
              </p:nvPr>
            </p:nvSpPr>
            <p:spPr>
              <a:xfrm>
                <a:off x="838200" y="576943"/>
                <a:ext cx="10515600" cy="5600020"/>
              </a:xfrm>
            </p:spPr>
            <p:txBody>
              <a:bodyPr>
                <a:normAutofit/>
              </a:bodyPr>
              <a:lstStyle/>
              <a:p>
                <a:pPr marL="0" indent="0">
                  <a:buNone/>
                </a:pPr>
                <a:endParaRPr lang="en-US" dirty="0"/>
              </a:p>
              <a:p>
                <a:pPr marL="0" indent="0">
                  <a:buNone/>
                </a:pPr>
                <a:r>
                  <a:rPr lang="en-US" sz="2000" dirty="0">
                    <a:latin typeface="Times New Roman" panose="02020603050405020304" pitchFamily="18" charset="0"/>
                    <a:cs typeface="Times New Roman" panose="02020603050405020304" pitchFamily="18" charset="0"/>
                  </a:rPr>
                  <a:t>4️⃣ </a:t>
                </a:r>
                <a:r>
                  <a:rPr lang="en-US" sz="2000" b="1" dirty="0">
                    <a:latin typeface="Times New Roman" panose="02020603050405020304" pitchFamily="18" charset="0"/>
                    <a:cs typeface="Times New Roman" panose="02020603050405020304" pitchFamily="18" charset="0"/>
                  </a:rPr>
                  <a:t>Bag of Words (</a:t>
                </a:r>
                <a:r>
                  <a:rPr lang="en-US" sz="2000" b="1" dirty="0" err="1">
                    <a:latin typeface="Times New Roman" panose="02020603050405020304" pitchFamily="18" charset="0"/>
                    <a:cs typeface="Times New Roman" panose="02020603050405020304" pitchFamily="18" charset="0"/>
                  </a:rPr>
                  <a:t>BoW</a:t>
                </a:r>
                <a:r>
                  <a:rPr lang="en-US" sz="2000" b="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 Creates a matrix where each word is represented as a feature, ignoring word order. Useful for basic sentiment classification.</a:t>
                </a:r>
              </a:p>
              <a:p>
                <a:r>
                  <a:rPr lang="en-US" sz="2000" dirty="0">
                    <a:latin typeface="Times New Roman" panose="02020603050405020304" pitchFamily="18" charset="0"/>
                    <a:cs typeface="Times New Roman" panose="02020603050405020304" pitchFamily="18" charset="0"/>
                  </a:rPr>
                  <a:t>It is used to represent text as a numerical representation. It is a simple and effective approach that involves converting a document into a vector of word counts</a:t>
                </a:r>
              </a:p>
              <a:p>
                <a:pPr marL="0" indent="0">
                  <a:buNone/>
                </a:pPr>
                <a:r>
                  <a:rPr lang="en-US" sz="2000" dirty="0">
                    <a:latin typeface="Times New Roman" panose="02020603050405020304" pitchFamily="18" charset="0"/>
                    <a:cs typeface="Times New Roman" panose="02020603050405020304" pitchFamily="18" charset="0"/>
                  </a:rPr>
                  <a:t>5️⃣ </a:t>
                </a:r>
                <a:r>
                  <a:rPr lang="en-US" sz="2000" b="1" dirty="0">
                    <a:latin typeface="Times New Roman" panose="02020603050405020304" pitchFamily="18" charset="0"/>
                    <a:cs typeface="Times New Roman" panose="02020603050405020304" pitchFamily="18" charset="0"/>
                  </a:rPr>
                  <a:t>Count Vectorizer</a:t>
                </a:r>
                <a:r>
                  <a:rPr lang="en-US" sz="2000" dirty="0">
                    <a:latin typeface="Times New Roman" panose="02020603050405020304" pitchFamily="18" charset="0"/>
                    <a:cs typeface="Times New Roman" panose="02020603050405020304" pitchFamily="18" charset="0"/>
                  </a:rPr>
                  <a:t> – Converts text into numerical format by counting word occurrences. Helps in feature extraction. It follows the concept of </a:t>
                </a:r>
                <a:r>
                  <a:rPr lang="en-US" sz="2000" dirty="0" err="1">
                    <a:latin typeface="Times New Roman" panose="02020603050405020304" pitchFamily="18" charset="0"/>
                    <a:cs typeface="Times New Roman" panose="02020603050405020304" pitchFamily="18" charset="0"/>
                  </a:rPr>
                  <a:t>BoW</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6️⃣ </a:t>
                </a:r>
                <a:r>
                  <a:rPr lang="en-US" sz="2000" b="1" dirty="0">
                    <a:latin typeface="Times New Roman" panose="02020603050405020304" pitchFamily="18" charset="0"/>
                    <a:cs typeface="Times New Roman" panose="02020603050405020304" pitchFamily="18" charset="0"/>
                  </a:rPr>
                  <a:t>TF-IDF (Term Frequency-Inverse Document Frequency)</a:t>
                </a:r>
                <a:r>
                  <a:rPr lang="en-US" sz="2000" dirty="0">
                    <a:latin typeface="Times New Roman" panose="02020603050405020304" pitchFamily="18" charset="0"/>
                    <a:cs typeface="Times New Roman" panose="02020603050405020304" pitchFamily="18" charset="0"/>
                  </a:rPr>
                  <a:t> – Gives more weight to important words by reducing the impact of frequently occurring ones. This improves model performance.</a:t>
                </a:r>
              </a:p>
              <a:p>
                <a:r>
                  <a:rPr lang="en-US" sz="2000" i="1" dirty="0">
                    <a:latin typeface="Times New Roman" panose="02020603050405020304" pitchFamily="18" charset="0"/>
                    <a:cs typeface="Times New Roman" panose="02020603050405020304" pitchFamily="18" charset="0"/>
                  </a:rPr>
                  <a:t>TF (w, d) = </a:t>
                </a:r>
                <a14:m>
                  <m:oMath xmlns:m="http://schemas.openxmlformats.org/officeDocument/2006/math">
                    <m:f>
                      <m:fPr>
                        <m:ctrlPr>
                          <a:rPr lang="en-US" sz="2000" i="1" smtClean="0">
                            <a:latin typeface="Cambria Math" panose="02040503050406030204" pitchFamily="18" charset="0"/>
                            <a:cs typeface="Times New Roman" panose="02020603050405020304" pitchFamily="18" charset="0"/>
                          </a:rPr>
                        </m:ctrlPr>
                      </m:fPr>
                      <m:num>
                        <m:r>
                          <m:rPr>
                            <m:nor/>
                          </m:rPr>
                          <a:rPr lang="en-US" sz="2000" i="1" dirty="0">
                            <a:latin typeface="Times New Roman" panose="02020603050405020304" pitchFamily="18" charset="0"/>
                            <a:cs typeface="Times New Roman" panose="02020603050405020304" pitchFamily="18" charset="0"/>
                          </a:rPr>
                          <m:t>Number</m:t>
                        </m:r>
                        <m:r>
                          <m:rPr>
                            <m:nor/>
                          </m:rPr>
                          <a:rPr lang="en-US" sz="2000" i="1" dirty="0">
                            <a:latin typeface="Times New Roman" panose="02020603050405020304" pitchFamily="18" charset="0"/>
                            <a:cs typeface="Times New Roman" panose="02020603050405020304" pitchFamily="18" charset="0"/>
                          </a:rPr>
                          <m:t> </m:t>
                        </m:r>
                        <m:r>
                          <m:rPr>
                            <m:nor/>
                          </m:rPr>
                          <a:rPr lang="en-US" sz="2000" i="1" dirty="0">
                            <a:latin typeface="Times New Roman" panose="02020603050405020304" pitchFamily="18" charset="0"/>
                            <a:cs typeface="Times New Roman" panose="02020603050405020304" pitchFamily="18" charset="0"/>
                          </a:rPr>
                          <m:t>of</m:t>
                        </m:r>
                        <m:r>
                          <m:rPr>
                            <m:nor/>
                          </m:rPr>
                          <a:rPr lang="en-US" sz="2000" i="1" dirty="0">
                            <a:latin typeface="Times New Roman" panose="02020603050405020304" pitchFamily="18" charset="0"/>
                            <a:cs typeface="Times New Roman" panose="02020603050405020304" pitchFamily="18" charset="0"/>
                          </a:rPr>
                          <m:t> </m:t>
                        </m:r>
                        <m:r>
                          <m:rPr>
                            <m:nor/>
                          </m:rPr>
                          <a:rPr lang="en-US" sz="2000" i="1" dirty="0">
                            <a:latin typeface="Times New Roman" panose="02020603050405020304" pitchFamily="18" charset="0"/>
                            <a:cs typeface="Times New Roman" panose="02020603050405020304" pitchFamily="18" charset="0"/>
                          </a:rPr>
                          <m:t>times</m:t>
                        </m:r>
                        <m:r>
                          <m:rPr>
                            <m:nor/>
                          </m:rPr>
                          <a:rPr lang="en-US" sz="2000" i="1" dirty="0">
                            <a:latin typeface="Times New Roman" panose="02020603050405020304" pitchFamily="18" charset="0"/>
                            <a:cs typeface="Times New Roman" panose="02020603050405020304" pitchFamily="18" charset="0"/>
                          </a:rPr>
                          <m:t> </m:t>
                        </m:r>
                        <m:r>
                          <m:rPr>
                            <m:nor/>
                          </m:rPr>
                          <a:rPr lang="en-US" sz="2000" i="1" dirty="0">
                            <a:latin typeface="Times New Roman" panose="02020603050405020304" pitchFamily="18" charset="0"/>
                            <a:cs typeface="Times New Roman" panose="02020603050405020304" pitchFamily="18" charset="0"/>
                          </a:rPr>
                          <m:t>word</m:t>
                        </m:r>
                        <m:r>
                          <m:rPr>
                            <m:nor/>
                          </m:rPr>
                          <a:rPr lang="en-US" sz="2000" i="1" dirty="0">
                            <a:latin typeface="Times New Roman" panose="02020603050405020304" pitchFamily="18" charset="0"/>
                            <a:cs typeface="Times New Roman" panose="02020603050405020304" pitchFamily="18" charset="0"/>
                          </a:rPr>
                          <m:t> </m:t>
                        </m:r>
                        <m:r>
                          <m:rPr>
                            <m:nor/>
                          </m:rPr>
                          <a:rPr lang="en-US" sz="2000" i="1" dirty="0">
                            <a:latin typeface="Times New Roman" panose="02020603050405020304" pitchFamily="18" charset="0"/>
                            <a:cs typeface="Times New Roman" panose="02020603050405020304" pitchFamily="18" charset="0"/>
                          </a:rPr>
                          <m:t>w</m:t>
                        </m:r>
                        <m:r>
                          <m:rPr>
                            <m:nor/>
                          </m:rPr>
                          <a:rPr lang="en-US" sz="2000" i="1" dirty="0">
                            <a:latin typeface="Times New Roman" panose="02020603050405020304" pitchFamily="18" charset="0"/>
                            <a:cs typeface="Times New Roman" panose="02020603050405020304" pitchFamily="18" charset="0"/>
                          </a:rPr>
                          <m:t> </m:t>
                        </m:r>
                        <m:r>
                          <m:rPr>
                            <m:nor/>
                          </m:rPr>
                          <a:rPr lang="en-US" sz="2000" i="1" dirty="0">
                            <a:latin typeface="Times New Roman" panose="02020603050405020304" pitchFamily="18" charset="0"/>
                            <a:cs typeface="Times New Roman" panose="02020603050405020304" pitchFamily="18" charset="0"/>
                          </a:rPr>
                          <m:t>appears</m:t>
                        </m:r>
                        <m:r>
                          <m:rPr>
                            <m:nor/>
                          </m:rPr>
                          <a:rPr lang="en-US" sz="2000" i="1" dirty="0">
                            <a:latin typeface="Times New Roman" panose="02020603050405020304" pitchFamily="18" charset="0"/>
                            <a:cs typeface="Times New Roman" panose="02020603050405020304" pitchFamily="18" charset="0"/>
                          </a:rPr>
                          <m:t> </m:t>
                        </m:r>
                        <m:r>
                          <m:rPr>
                            <m:nor/>
                          </m:rPr>
                          <a:rPr lang="en-US" sz="2000" i="1" dirty="0">
                            <a:latin typeface="Times New Roman" panose="02020603050405020304" pitchFamily="18" charset="0"/>
                            <a:cs typeface="Times New Roman" panose="02020603050405020304" pitchFamily="18" charset="0"/>
                          </a:rPr>
                          <m:t>in</m:t>
                        </m:r>
                        <m:r>
                          <m:rPr>
                            <m:nor/>
                          </m:rPr>
                          <a:rPr lang="en-US" sz="2000" i="1" dirty="0">
                            <a:latin typeface="Times New Roman" panose="02020603050405020304" pitchFamily="18" charset="0"/>
                            <a:cs typeface="Times New Roman" panose="02020603050405020304" pitchFamily="18" charset="0"/>
                          </a:rPr>
                          <m:t> </m:t>
                        </m:r>
                        <m:r>
                          <m:rPr>
                            <m:nor/>
                          </m:rPr>
                          <a:rPr lang="en-US" sz="2000" i="1" dirty="0">
                            <a:latin typeface="Times New Roman" panose="02020603050405020304" pitchFamily="18" charset="0"/>
                            <a:cs typeface="Times New Roman" panose="02020603050405020304" pitchFamily="18" charset="0"/>
                          </a:rPr>
                          <m:t>document</m:t>
                        </m:r>
                      </m:num>
                      <m:den>
                        <m:r>
                          <m:rPr>
                            <m:nor/>
                          </m:rPr>
                          <a:rPr lang="en-US" sz="2000" i="1" dirty="0">
                            <a:latin typeface="Times New Roman" panose="02020603050405020304" pitchFamily="18" charset="0"/>
                            <a:cs typeface="Times New Roman" panose="02020603050405020304" pitchFamily="18" charset="0"/>
                          </a:rPr>
                          <m:t> </m:t>
                        </m:r>
                        <m:r>
                          <m:rPr>
                            <m:nor/>
                          </m:rPr>
                          <a:rPr lang="en-US" sz="2000" i="1" dirty="0">
                            <a:latin typeface="Times New Roman" panose="02020603050405020304" pitchFamily="18" charset="0"/>
                            <a:cs typeface="Times New Roman" panose="02020603050405020304" pitchFamily="18" charset="0"/>
                          </a:rPr>
                          <m:t>Total</m:t>
                        </m:r>
                        <m:r>
                          <m:rPr>
                            <m:nor/>
                          </m:rPr>
                          <a:rPr lang="en-US" sz="2000" i="1" dirty="0">
                            <a:latin typeface="Times New Roman" panose="02020603050405020304" pitchFamily="18" charset="0"/>
                            <a:cs typeface="Times New Roman" panose="02020603050405020304" pitchFamily="18" charset="0"/>
                          </a:rPr>
                          <m:t> </m:t>
                        </m:r>
                        <m:r>
                          <m:rPr>
                            <m:nor/>
                          </m:rPr>
                          <a:rPr lang="en-US" sz="2000" i="1" dirty="0">
                            <a:latin typeface="Times New Roman" panose="02020603050405020304" pitchFamily="18" charset="0"/>
                            <a:cs typeface="Times New Roman" panose="02020603050405020304" pitchFamily="18" charset="0"/>
                          </a:rPr>
                          <m:t>number</m:t>
                        </m:r>
                        <m:r>
                          <m:rPr>
                            <m:nor/>
                          </m:rPr>
                          <a:rPr lang="en-US" sz="2000" i="1" dirty="0">
                            <a:latin typeface="Times New Roman" panose="02020603050405020304" pitchFamily="18" charset="0"/>
                            <a:cs typeface="Times New Roman" panose="02020603050405020304" pitchFamily="18" charset="0"/>
                          </a:rPr>
                          <m:t> </m:t>
                        </m:r>
                        <m:r>
                          <m:rPr>
                            <m:nor/>
                          </m:rPr>
                          <a:rPr lang="en-US" sz="2000" i="1" dirty="0">
                            <a:latin typeface="Times New Roman" panose="02020603050405020304" pitchFamily="18" charset="0"/>
                            <a:cs typeface="Times New Roman" panose="02020603050405020304" pitchFamily="18" charset="0"/>
                          </a:rPr>
                          <m:t>of</m:t>
                        </m:r>
                        <m:r>
                          <m:rPr>
                            <m:nor/>
                          </m:rPr>
                          <a:rPr lang="en-US" sz="2000" i="1" dirty="0">
                            <a:latin typeface="Times New Roman" panose="02020603050405020304" pitchFamily="18" charset="0"/>
                            <a:cs typeface="Times New Roman" panose="02020603050405020304" pitchFamily="18" charset="0"/>
                          </a:rPr>
                          <m:t> </m:t>
                        </m:r>
                        <m:r>
                          <m:rPr>
                            <m:nor/>
                          </m:rPr>
                          <a:rPr lang="en-US" sz="2000" i="1" dirty="0">
                            <a:latin typeface="Times New Roman" panose="02020603050405020304" pitchFamily="18" charset="0"/>
                            <a:cs typeface="Times New Roman" panose="02020603050405020304" pitchFamily="18" charset="0"/>
                          </a:rPr>
                          <m:t>words</m:t>
                        </m:r>
                        <m:r>
                          <m:rPr>
                            <m:nor/>
                          </m:rPr>
                          <a:rPr lang="en-US" sz="2000" i="1" dirty="0">
                            <a:latin typeface="Times New Roman" panose="02020603050405020304" pitchFamily="18" charset="0"/>
                            <a:cs typeface="Times New Roman" panose="02020603050405020304" pitchFamily="18" charset="0"/>
                          </a:rPr>
                          <m:t> </m:t>
                        </m:r>
                        <m:r>
                          <m:rPr>
                            <m:nor/>
                          </m:rPr>
                          <a:rPr lang="en-US" sz="2000" i="1" dirty="0">
                            <a:latin typeface="Times New Roman" panose="02020603050405020304" pitchFamily="18" charset="0"/>
                            <a:cs typeface="Times New Roman" panose="02020603050405020304" pitchFamily="18" charset="0"/>
                          </a:rPr>
                          <m:t>in</m:t>
                        </m:r>
                        <m:r>
                          <m:rPr>
                            <m:nor/>
                          </m:rPr>
                          <a:rPr lang="en-US" sz="2000" i="1" dirty="0">
                            <a:latin typeface="Times New Roman" panose="02020603050405020304" pitchFamily="18" charset="0"/>
                            <a:cs typeface="Times New Roman" panose="02020603050405020304" pitchFamily="18" charset="0"/>
                          </a:rPr>
                          <m:t> </m:t>
                        </m:r>
                        <m:r>
                          <m:rPr>
                            <m:nor/>
                          </m:rPr>
                          <a:rPr lang="en-US" sz="2000" i="1" dirty="0">
                            <a:latin typeface="Times New Roman" panose="02020603050405020304" pitchFamily="18" charset="0"/>
                            <a:cs typeface="Times New Roman" panose="02020603050405020304" pitchFamily="18" charset="0"/>
                          </a:rPr>
                          <m:t>document</m:t>
                        </m:r>
                        <m:r>
                          <m:rPr>
                            <m:nor/>
                          </m:rPr>
                          <a:rPr lang="en-US" sz="2000" i="1" dirty="0">
                            <a:latin typeface="Times New Roman" panose="02020603050405020304" pitchFamily="18" charset="0"/>
                            <a:cs typeface="Times New Roman" panose="02020603050405020304" pitchFamily="18" charset="0"/>
                          </a:rPr>
                          <m:t> </m:t>
                        </m:r>
                        <m:r>
                          <m:rPr>
                            <m:nor/>
                          </m:rPr>
                          <a:rPr lang="en-US" sz="2000" i="1" dirty="0">
                            <a:latin typeface="Times New Roman" panose="02020603050405020304" pitchFamily="18" charset="0"/>
                            <a:cs typeface="Times New Roman" panose="02020603050405020304" pitchFamily="18" charset="0"/>
                          </a:rPr>
                          <m:t>d</m:t>
                        </m:r>
                        <m:r>
                          <m:rPr>
                            <m:nor/>
                          </m:rPr>
                          <a:rPr lang="en-US" sz="2000" i="1" dirty="0">
                            <a:latin typeface="Times New Roman" panose="02020603050405020304" pitchFamily="18" charset="0"/>
                            <a:cs typeface="Times New Roman" panose="02020603050405020304" pitchFamily="18" charset="0"/>
                          </a:rPr>
                          <m:t> </m:t>
                        </m:r>
                      </m:den>
                    </m:f>
                  </m:oMath>
                </a14:m>
                <a:endParaRPr lang="en-US" sz="2000" i="1" dirty="0">
                  <a:latin typeface="Times New Roman" panose="02020603050405020304" pitchFamily="18" charset="0"/>
                  <a:cs typeface="Times New Roman" panose="02020603050405020304" pitchFamily="18" charset="0"/>
                </a:endParaRPr>
              </a:p>
              <a:p>
                <a:r>
                  <a:rPr lang="en-US" sz="2000" i="1" dirty="0">
                    <a:latin typeface="Times New Roman" panose="02020603050405020304" pitchFamily="18" charset="0"/>
                    <a:cs typeface="Times New Roman" panose="02020603050405020304" pitchFamily="18" charset="0"/>
                  </a:rPr>
                  <a:t>IDF (w, D) = </a:t>
                </a:r>
                <a14:m>
                  <m:oMath xmlns:m="http://schemas.openxmlformats.org/officeDocument/2006/math">
                    <m:f>
                      <m:fPr>
                        <m:ctrlPr>
                          <a:rPr lang="en-US" sz="2000" i="1" smtClean="0">
                            <a:latin typeface="Cambria Math" panose="02040503050406030204" pitchFamily="18" charset="0"/>
                            <a:cs typeface="Times New Roman" panose="02020603050405020304" pitchFamily="18" charset="0"/>
                          </a:rPr>
                        </m:ctrlPr>
                      </m:fPr>
                      <m:num>
                        <m:r>
                          <m:rPr>
                            <m:nor/>
                          </m:rPr>
                          <a:rPr lang="en-US" sz="2000" i="1" dirty="0">
                            <a:latin typeface="Times New Roman" panose="02020603050405020304" pitchFamily="18" charset="0"/>
                            <a:cs typeface="Times New Roman" panose="02020603050405020304" pitchFamily="18" charset="0"/>
                          </a:rPr>
                          <m:t>log</m:t>
                        </m:r>
                        <m:r>
                          <m:rPr>
                            <m:nor/>
                          </m:rPr>
                          <a:rPr lang="en-US" sz="2000" i="1" dirty="0">
                            <a:latin typeface="Times New Roman" panose="02020603050405020304" pitchFamily="18" charset="0"/>
                            <a:cs typeface="Times New Roman" panose="02020603050405020304" pitchFamily="18" charset="0"/>
                          </a:rPr>
                          <m:t> (</m:t>
                        </m:r>
                        <m:r>
                          <m:rPr>
                            <m:nor/>
                          </m:rPr>
                          <a:rPr lang="en-US" sz="2000" i="1" dirty="0">
                            <a:latin typeface="Times New Roman" panose="02020603050405020304" pitchFamily="18" charset="0"/>
                            <a:cs typeface="Times New Roman" panose="02020603050405020304" pitchFamily="18" charset="0"/>
                          </a:rPr>
                          <m:t>Total</m:t>
                        </m:r>
                        <m:r>
                          <m:rPr>
                            <m:nor/>
                          </m:rPr>
                          <a:rPr lang="en-US" sz="2000" i="1" dirty="0">
                            <a:latin typeface="Times New Roman" panose="02020603050405020304" pitchFamily="18" charset="0"/>
                            <a:cs typeface="Times New Roman" panose="02020603050405020304" pitchFamily="18" charset="0"/>
                          </a:rPr>
                          <m:t> </m:t>
                        </m:r>
                        <m:r>
                          <m:rPr>
                            <m:nor/>
                          </m:rPr>
                          <a:rPr lang="en-US" sz="2000" i="1" dirty="0">
                            <a:latin typeface="Times New Roman" panose="02020603050405020304" pitchFamily="18" charset="0"/>
                            <a:cs typeface="Times New Roman" panose="02020603050405020304" pitchFamily="18" charset="0"/>
                          </a:rPr>
                          <m:t>number</m:t>
                        </m:r>
                        <m:r>
                          <m:rPr>
                            <m:nor/>
                          </m:rPr>
                          <a:rPr lang="en-US" sz="2000" i="1" dirty="0">
                            <a:latin typeface="Times New Roman" panose="02020603050405020304" pitchFamily="18" charset="0"/>
                            <a:cs typeface="Times New Roman" panose="02020603050405020304" pitchFamily="18" charset="0"/>
                          </a:rPr>
                          <m:t> </m:t>
                        </m:r>
                        <m:r>
                          <m:rPr>
                            <m:nor/>
                          </m:rPr>
                          <a:rPr lang="en-US" sz="2000" i="1" dirty="0">
                            <a:latin typeface="Times New Roman" panose="02020603050405020304" pitchFamily="18" charset="0"/>
                            <a:cs typeface="Times New Roman" panose="02020603050405020304" pitchFamily="18" charset="0"/>
                          </a:rPr>
                          <m:t>of</m:t>
                        </m:r>
                        <m:r>
                          <m:rPr>
                            <m:nor/>
                          </m:rPr>
                          <a:rPr lang="en-US" sz="2000" i="1" dirty="0">
                            <a:latin typeface="Times New Roman" panose="02020603050405020304" pitchFamily="18" charset="0"/>
                            <a:cs typeface="Times New Roman" panose="02020603050405020304" pitchFamily="18" charset="0"/>
                          </a:rPr>
                          <m:t> </m:t>
                        </m:r>
                        <m:r>
                          <m:rPr>
                            <m:nor/>
                          </m:rPr>
                          <a:rPr lang="en-US" sz="2000" i="1" dirty="0">
                            <a:latin typeface="Times New Roman" panose="02020603050405020304" pitchFamily="18" charset="0"/>
                            <a:cs typeface="Times New Roman" panose="02020603050405020304" pitchFamily="18" charset="0"/>
                          </a:rPr>
                          <m:t>documents</m:t>
                        </m:r>
                        <m:r>
                          <m:rPr>
                            <m:nor/>
                          </m:rPr>
                          <a:rPr lang="en-US" sz="2000" i="1" dirty="0">
                            <a:latin typeface="Times New Roman" panose="02020603050405020304" pitchFamily="18" charset="0"/>
                            <a:cs typeface="Times New Roman" panose="02020603050405020304" pitchFamily="18" charset="0"/>
                          </a:rPr>
                          <m:t> </m:t>
                        </m:r>
                        <m:r>
                          <m:rPr>
                            <m:nor/>
                          </m:rPr>
                          <a:rPr lang="en-US" sz="2000" i="1" dirty="0">
                            <a:latin typeface="Times New Roman" panose="02020603050405020304" pitchFamily="18" charset="0"/>
                            <a:cs typeface="Times New Roman" panose="02020603050405020304" pitchFamily="18" charset="0"/>
                          </a:rPr>
                          <m:t>in</m:t>
                        </m:r>
                        <m:r>
                          <m:rPr>
                            <m:nor/>
                          </m:rPr>
                          <a:rPr lang="en-US" sz="2000" i="1" dirty="0">
                            <a:latin typeface="Times New Roman" panose="02020603050405020304" pitchFamily="18" charset="0"/>
                            <a:cs typeface="Times New Roman" panose="02020603050405020304" pitchFamily="18" charset="0"/>
                          </a:rPr>
                          <m:t> </m:t>
                        </m:r>
                        <m:r>
                          <m:rPr>
                            <m:nor/>
                          </m:rPr>
                          <a:rPr lang="en-US" sz="2000" i="1" dirty="0">
                            <a:latin typeface="Times New Roman" panose="02020603050405020304" pitchFamily="18" charset="0"/>
                            <a:cs typeface="Times New Roman" panose="02020603050405020304" pitchFamily="18" charset="0"/>
                          </a:rPr>
                          <m:t>the</m:t>
                        </m:r>
                        <m:r>
                          <m:rPr>
                            <m:nor/>
                          </m:rPr>
                          <a:rPr lang="en-US" sz="2000" i="1" dirty="0">
                            <a:latin typeface="Times New Roman" panose="02020603050405020304" pitchFamily="18" charset="0"/>
                            <a:cs typeface="Times New Roman" panose="02020603050405020304" pitchFamily="18" charset="0"/>
                          </a:rPr>
                          <m:t> </m:t>
                        </m:r>
                        <m:r>
                          <m:rPr>
                            <m:nor/>
                          </m:rPr>
                          <a:rPr lang="en-US" sz="2000" i="1" dirty="0">
                            <a:latin typeface="Times New Roman" panose="02020603050405020304" pitchFamily="18" charset="0"/>
                            <a:cs typeface="Times New Roman" panose="02020603050405020304" pitchFamily="18" charset="0"/>
                          </a:rPr>
                          <m:t>corpus</m:t>
                        </m:r>
                        <m:r>
                          <m:rPr>
                            <m:nor/>
                          </m:rPr>
                          <a:rPr lang="en-US" sz="2000" i="1" dirty="0">
                            <a:latin typeface="Times New Roman" panose="02020603050405020304" pitchFamily="18" charset="0"/>
                            <a:cs typeface="Times New Roman" panose="02020603050405020304" pitchFamily="18" charset="0"/>
                          </a:rPr>
                          <m:t> </m:t>
                        </m:r>
                        <m:r>
                          <m:rPr>
                            <m:nor/>
                          </m:rPr>
                          <a:rPr lang="en-US" sz="2000" i="1" dirty="0">
                            <a:latin typeface="Times New Roman" panose="02020603050405020304" pitchFamily="18" charset="0"/>
                            <a:cs typeface="Times New Roman" panose="02020603050405020304" pitchFamily="18" charset="0"/>
                          </a:rPr>
                          <m:t>D</m:t>
                        </m:r>
                        <m:r>
                          <m:rPr>
                            <m:nor/>
                          </m:rPr>
                          <a:rPr lang="en-US" sz="2000" i="1" dirty="0">
                            <a:latin typeface="Times New Roman" panose="02020603050405020304" pitchFamily="18" charset="0"/>
                            <a:cs typeface="Times New Roman" panose="02020603050405020304" pitchFamily="18" charset="0"/>
                          </a:rPr>
                          <m:t>)</m:t>
                        </m:r>
                      </m:num>
                      <m:den>
                        <m:r>
                          <m:rPr>
                            <m:nor/>
                          </m:rPr>
                          <a:rPr lang="en-US" sz="2000" i="1" dirty="0">
                            <a:latin typeface="Times New Roman" panose="02020603050405020304" pitchFamily="18" charset="0"/>
                            <a:cs typeface="Times New Roman" panose="02020603050405020304" pitchFamily="18" charset="0"/>
                          </a:rPr>
                          <m:t>(</m:t>
                        </m:r>
                        <m:r>
                          <m:rPr>
                            <m:nor/>
                          </m:rPr>
                          <a:rPr lang="en-US" sz="2000" i="1" dirty="0">
                            <a:latin typeface="Times New Roman" panose="02020603050405020304" pitchFamily="18" charset="0"/>
                            <a:cs typeface="Times New Roman" panose="02020603050405020304" pitchFamily="18" charset="0"/>
                          </a:rPr>
                          <m:t>No</m:t>
                        </m:r>
                        <m:r>
                          <m:rPr>
                            <m:nor/>
                          </m:rPr>
                          <a:rPr lang="en-US" sz="2000" i="1" dirty="0">
                            <a:latin typeface="Times New Roman" panose="02020603050405020304" pitchFamily="18" charset="0"/>
                            <a:cs typeface="Times New Roman" panose="02020603050405020304" pitchFamily="18" charset="0"/>
                          </a:rPr>
                          <m:t>. </m:t>
                        </m:r>
                        <m:r>
                          <m:rPr>
                            <m:nor/>
                          </m:rPr>
                          <a:rPr lang="en-US" sz="2000" i="1" dirty="0">
                            <a:latin typeface="Times New Roman" panose="02020603050405020304" pitchFamily="18" charset="0"/>
                            <a:cs typeface="Times New Roman" panose="02020603050405020304" pitchFamily="18" charset="0"/>
                          </a:rPr>
                          <m:t>of</m:t>
                        </m:r>
                        <m:r>
                          <m:rPr>
                            <m:nor/>
                          </m:rPr>
                          <a:rPr lang="en-US" sz="2000" i="1" dirty="0">
                            <a:latin typeface="Times New Roman" panose="02020603050405020304" pitchFamily="18" charset="0"/>
                            <a:cs typeface="Times New Roman" panose="02020603050405020304" pitchFamily="18" charset="0"/>
                          </a:rPr>
                          <m:t> </m:t>
                        </m:r>
                        <m:r>
                          <m:rPr>
                            <m:nor/>
                          </m:rPr>
                          <a:rPr lang="en-US" sz="2000" i="1" dirty="0">
                            <a:latin typeface="Times New Roman" panose="02020603050405020304" pitchFamily="18" charset="0"/>
                            <a:cs typeface="Times New Roman" panose="02020603050405020304" pitchFamily="18" charset="0"/>
                          </a:rPr>
                          <m:t>documents</m:t>
                        </m:r>
                        <m:r>
                          <m:rPr>
                            <m:nor/>
                          </m:rPr>
                          <a:rPr lang="en-US" sz="2000" i="1" dirty="0">
                            <a:latin typeface="Times New Roman" panose="02020603050405020304" pitchFamily="18" charset="0"/>
                            <a:cs typeface="Times New Roman" panose="02020603050405020304" pitchFamily="18" charset="0"/>
                          </a:rPr>
                          <m:t> </m:t>
                        </m:r>
                        <m:r>
                          <m:rPr>
                            <m:nor/>
                          </m:rPr>
                          <a:rPr lang="en-US" sz="2000" i="1" dirty="0">
                            <a:latin typeface="Times New Roman" panose="02020603050405020304" pitchFamily="18" charset="0"/>
                            <a:cs typeface="Times New Roman" panose="02020603050405020304" pitchFamily="18" charset="0"/>
                          </a:rPr>
                          <m:t>containing</m:t>
                        </m:r>
                        <m:r>
                          <m:rPr>
                            <m:nor/>
                          </m:rPr>
                          <a:rPr lang="en-US" sz="2000" i="1" dirty="0">
                            <a:latin typeface="Times New Roman" panose="02020603050405020304" pitchFamily="18" charset="0"/>
                            <a:cs typeface="Times New Roman" panose="02020603050405020304" pitchFamily="18" charset="0"/>
                          </a:rPr>
                          <m:t> </m:t>
                        </m:r>
                        <m:r>
                          <m:rPr>
                            <m:nor/>
                          </m:rPr>
                          <a:rPr lang="en-US" sz="2000" i="1" dirty="0">
                            <a:latin typeface="Times New Roman" panose="02020603050405020304" pitchFamily="18" charset="0"/>
                            <a:cs typeface="Times New Roman" panose="02020603050405020304" pitchFamily="18" charset="0"/>
                          </a:rPr>
                          <m:t>word</m:t>
                        </m:r>
                        <m:r>
                          <m:rPr>
                            <m:nor/>
                          </m:rPr>
                          <a:rPr lang="en-US" sz="2000" i="1" dirty="0">
                            <a:latin typeface="Times New Roman" panose="02020603050405020304" pitchFamily="18" charset="0"/>
                            <a:cs typeface="Times New Roman" panose="02020603050405020304" pitchFamily="18" charset="0"/>
                          </a:rPr>
                          <m:t> </m:t>
                        </m:r>
                        <m:r>
                          <m:rPr>
                            <m:nor/>
                          </m:rPr>
                          <a:rPr lang="en-US" sz="2000" i="1" dirty="0">
                            <a:latin typeface="Times New Roman" panose="02020603050405020304" pitchFamily="18" charset="0"/>
                            <a:cs typeface="Times New Roman" panose="02020603050405020304" pitchFamily="18" charset="0"/>
                          </a:rPr>
                          <m:t>w</m:t>
                        </m:r>
                        <m:r>
                          <m:rPr>
                            <m:nor/>
                          </m:rPr>
                          <a:rPr lang="en-US" sz="2000" i="1" dirty="0">
                            <a:latin typeface="Times New Roman" panose="02020603050405020304" pitchFamily="18" charset="0"/>
                            <a:cs typeface="Times New Roman" panose="02020603050405020304" pitchFamily="18" charset="0"/>
                          </a:rPr>
                          <m:t> </m:t>
                        </m:r>
                        <m:r>
                          <m:rPr>
                            <m:nor/>
                          </m:rPr>
                          <a:rPr lang="en-US" sz="2000" i="1" dirty="0">
                            <a:latin typeface="Times New Roman" panose="02020603050405020304" pitchFamily="18" charset="0"/>
                            <a:cs typeface="Times New Roman" panose="02020603050405020304" pitchFamily="18" charset="0"/>
                          </a:rPr>
                          <m:t>in</m:t>
                        </m:r>
                        <m:r>
                          <m:rPr>
                            <m:nor/>
                          </m:rPr>
                          <a:rPr lang="en-US" sz="2000" i="1" dirty="0">
                            <a:latin typeface="Times New Roman" panose="02020603050405020304" pitchFamily="18" charset="0"/>
                            <a:cs typeface="Times New Roman" panose="02020603050405020304" pitchFamily="18" charset="0"/>
                          </a:rPr>
                          <m:t> </m:t>
                        </m:r>
                        <m:r>
                          <m:rPr>
                            <m:nor/>
                          </m:rPr>
                          <a:rPr lang="en-US" sz="2000" i="1" dirty="0">
                            <a:latin typeface="Times New Roman" panose="02020603050405020304" pitchFamily="18" charset="0"/>
                            <a:cs typeface="Times New Roman" panose="02020603050405020304" pitchFamily="18" charset="0"/>
                          </a:rPr>
                          <m:t>corpus</m:t>
                        </m:r>
                        <m:r>
                          <m:rPr>
                            <m:nor/>
                          </m:rPr>
                          <a:rPr lang="en-US" sz="2000" i="1" dirty="0">
                            <a:latin typeface="Times New Roman" panose="02020603050405020304" pitchFamily="18" charset="0"/>
                            <a:cs typeface="Times New Roman" panose="02020603050405020304" pitchFamily="18" charset="0"/>
                          </a:rPr>
                          <m:t> </m:t>
                        </m:r>
                        <m:r>
                          <m:rPr>
                            <m:nor/>
                          </m:rPr>
                          <a:rPr lang="en-US" sz="2000" i="1" dirty="0">
                            <a:latin typeface="Times New Roman" panose="02020603050405020304" pitchFamily="18" charset="0"/>
                            <a:cs typeface="Times New Roman" panose="02020603050405020304" pitchFamily="18" charset="0"/>
                          </a:rPr>
                          <m:t>D</m:t>
                        </m:r>
                        <m:r>
                          <m:rPr>
                            <m:nor/>
                          </m:rPr>
                          <a:rPr lang="en-US" sz="2000" i="1" dirty="0">
                            <a:latin typeface="Times New Roman" panose="02020603050405020304" pitchFamily="18" charset="0"/>
                            <a:cs typeface="Times New Roman" panose="02020603050405020304" pitchFamily="18" charset="0"/>
                          </a:rPr>
                          <m:t>+1)</m:t>
                        </m:r>
                      </m:den>
                    </m:f>
                  </m:oMath>
                </a14:m>
                <a:endParaRPr lang="en-US" sz="2000" i="1" dirty="0">
                  <a:latin typeface="Times New Roman" panose="02020603050405020304" pitchFamily="18" charset="0"/>
                  <a:cs typeface="Times New Roman" panose="02020603050405020304" pitchFamily="18" charset="0"/>
                </a:endParaRPr>
              </a:p>
              <a:p>
                <a:r>
                  <a:rPr lang="en-US" sz="2000" i="1" dirty="0">
                    <a:latin typeface="Times New Roman" panose="02020603050405020304" pitchFamily="18" charset="0"/>
                    <a:cs typeface="Times New Roman" panose="02020603050405020304" pitchFamily="18" charset="0"/>
                  </a:rPr>
                  <a:t>TF-IDF = TF(</a:t>
                </a:r>
                <a:r>
                  <a:rPr lang="en-US" sz="2000" i="1" dirty="0" err="1">
                    <a:latin typeface="Times New Roman" panose="02020603050405020304" pitchFamily="18" charset="0"/>
                    <a:cs typeface="Times New Roman" panose="02020603050405020304" pitchFamily="18" charset="0"/>
                  </a:rPr>
                  <a:t>w,d</a:t>
                </a:r>
                <a:r>
                  <a:rPr lang="en-US" sz="2000" i="1" dirty="0">
                    <a:latin typeface="Times New Roman" panose="02020603050405020304" pitchFamily="18" charset="0"/>
                    <a:cs typeface="Times New Roman" panose="02020603050405020304" pitchFamily="18" charset="0"/>
                  </a:rPr>
                  <a:t>) * IDF(</a:t>
                </a:r>
                <a:r>
                  <a:rPr lang="en-US" sz="2000" i="1" dirty="0" err="1">
                    <a:latin typeface="Times New Roman" panose="02020603050405020304" pitchFamily="18" charset="0"/>
                    <a:cs typeface="Times New Roman" panose="02020603050405020304" pitchFamily="18" charset="0"/>
                  </a:rPr>
                  <a:t>w,D</a:t>
                </a:r>
                <a:r>
                  <a:rPr lang="en-US" sz="2000" i="1"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7️⃣ </a:t>
                </a:r>
                <a:r>
                  <a:rPr lang="en-US" sz="2000" b="1" dirty="0">
                    <a:latin typeface="Times New Roman" panose="02020603050405020304" pitchFamily="18" charset="0"/>
                    <a:cs typeface="Times New Roman" panose="02020603050405020304" pitchFamily="18" charset="0"/>
                  </a:rPr>
                  <a:t>Word Embedding</a:t>
                </a:r>
                <a:r>
                  <a:rPr lang="en-US" sz="2000" dirty="0">
                    <a:latin typeface="Times New Roman" panose="02020603050405020304" pitchFamily="18" charset="0"/>
                    <a:cs typeface="Times New Roman" panose="02020603050405020304" pitchFamily="18" charset="0"/>
                  </a:rPr>
                  <a:t> – Represents words in vector form, capturing semantic relationships. </a:t>
                </a:r>
              </a:p>
              <a:p>
                <a:endParaRPr lang="en-IN" dirty="0"/>
              </a:p>
            </p:txBody>
          </p:sp>
        </mc:Choice>
        <mc:Fallback xmlns="">
          <p:sp>
            <p:nvSpPr>
              <p:cNvPr id="3" name="Content Placeholder 2">
                <a:extLst>
                  <a:ext uri="{FF2B5EF4-FFF2-40B4-BE49-F238E27FC236}">
                    <a16:creationId xmlns:a16="http://schemas.microsoft.com/office/drawing/2014/main" id="{FABCDEBF-ADF5-6058-0F79-5BF49547C9CE}"/>
                  </a:ext>
                </a:extLst>
              </p:cNvPr>
              <p:cNvSpPr>
                <a:spLocks noGrp="1" noRot="1" noChangeAspect="1" noMove="1" noResize="1" noEditPoints="1" noAdjustHandles="1" noChangeArrowheads="1" noChangeShapeType="1" noTextEdit="1"/>
              </p:cNvSpPr>
              <p:nvPr>
                <p:ph idx="1"/>
              </p:nvPr>
            </p:nvSpPr>
            <p:spPr>
              <a:xfrm>
                <a:off x="838200" y="576943"/>
                <a:ext cx="10515600" cy="5600020"/>
              </a:xfrm>
              <a:blipFill>
                <a:blip r:embed="rId2"/>
                <a:stretch>
                  <a:fillRect l="-638" r="-754"/>
                </a:stretch>
              </a:blipFill>
            </p:spPr>
            <p:txBody>
              <a:bodyPr/>
              <a:lstStyle/>
              <a:p>
                <a:r>
                  <a:rPr lang="en-IN">
                    <a:noFill/>
                  </a:rPr>
                  <a:t> </a:t>
                </a:r>
              </a:p>
            </p:txBody>
          </p:sp>
        </mc:Fallback>
      </mc:AlternateContent>
    </p:spTree>
    <p:extLst>
      <p:ext uri="{BB962C8B-B14F-4D97-AF65-F5344CB8AC3E}">
        <p14:creationId xmlns:p14="http://schemas.microsoft.com/office/powerpoint/2010/main" val="1353217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65" name="Rectangle 64">
            <a:extLst>
              <a:ext uri="{FF2B5EF4-FFF2-40B4-BE49-F238E27FC236}">
                <a16:creationId xmlns:a16="http://schemas.microsoft.com/office/drawing/2014/main" id="{B36F400F-DF28-43BC-8D8E-4929793B39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15000"/>
            </a:schemeClr>
          </a:solidFill>
          <a:ln w="127000" cap="sq" cmpd="thinThick">
            <a:solidFill>
              <a:schemeClr val="tx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BB826-4B97-8642-2483-C930DC871BE8}"/>
              </a:ext>
            </a:extLst>
          </p:cNvPr>
          <p:cNvSpPr>
            <a:spLocks noGrp="1"/>
          </p:cNvSpPr>
          <p:nvPr>
            <p:ph type="title"/>
          </p:nvPr>
        </p:nvSpPr>
        <p:spPr>
          <a:xfrm>
            <a:off x="838200" y="668377"/>
            <a:ext cx="10515600" cy="1325563"/>
          </a:xfrm>
        </p:spPr>
        <p:txBody>
          <a:bodyPr vert="horz" lIns="91440" tIns="45720" rIns="91440" bIns="45720" rtlCol="0">
            <a:normAutofit/>
          </a:bodyPr>
          <a:lstStyle/>
          <a:p>
            <a:pPr>
              <a:lnSpc>
                <a:spcPct val="150000"/>
              </a:lnSpc>
            </a:pPr>
            <a:r>
              <a:rPr lang="en-US" sz="3200" b="1" kern="1200">
                <a:latin typeface="Times New Roman" panose="02020603050405020304" pitchFamily="18" charset="0"/>
                <a:cs typeface="Times New Roman" panose="02020603050405020304" pitchFamily="18" charset="0"/>
              </a:rPr>
              <a:t>Libraries Used</a:t>
            </a:r>
            <a:br>
              <a:rPr lang="en-US" kern="1200">
                <a:latin typeface="Times New Roman" panose="02020603050405020304" pitchFamily="18" charset="0"/>
                <a:cs typeface="Times New Roman" panose="02020603050405020304" pitchFamily="18" charset="0"/>
              </a:rPr>
            </a:br>
            <a:r>
              <a:rPr kumimoji="0" lang="en-US" altLang="en-US" sz="2400" b="1" i="0" u="none" strike="noStrike" cap="none" normalizeH="0" baseline="0">
                <a:ln>
                  <a:noFill/>
                </a:ln>
                <a:effectLst/>
                <a:latin typeface="Times New Roman" panose="02020603050405020304" pitchFamily="18" charset="0"/>
                <a:cs typeface="Times New Roman" panose="02020603050405020304" pitchFamily="18" charset="0"/>
              </a:rPr>
              <a:t>1. Data Handling &amp; Manipulation:</a:t>
            </a:r>
            <a:endParaRPr lang="en-US" sz="2400" kern="1200" dirty="0">
              <a:latin typeface="Times New Roman" panose="02020603050405020304" pitchFamily="18" charset="0"/>
              <a:cs typeface="Times New Roman" panose="02020603050405020304" pitchFamily="18" charset="0"/>
            </a:endParaRPr>
          </a:p>
        </p:txBody>
      </p:sp>
      <p:sp>
        <p:nvSpPr>
          <p:cNvPr id="34" name="Content Placeholder 33">
            <a:extLst>
              <a:ext uri="{FF2B5EF4-FFF2-40B4-BE49-F238E27FC236}">
                <a16:creationId xmlns:a16="http://schemas.microsoft.com/office/drawing/2014/main" id="{EE15619F-BDF0-DAC7-0E68-BBFE90C8B765}"/>
              </a:ext>
            </a:extLst>
          </p:cNvPr>
          <p:cNvSpPr>
            <a:spLocks noGrp="1"/>
          </p:cNvSpPr>
          <p:nvPr>
            <p:ph sz="half" idx="1"/>
          </p:nvPr>
        </p:nvSpPr>
        <p:spPr>
          <a:xfrm>
            <a:off x="838200" y="2177456"/>
            <a:ext cx="5573486" cy="3795748"/>
          </a:xfrm>
        </p:spPr>
        <p:txBody>
          <a:bodyPr>
            <a:normAutofit/>
          </a:bodyPr>
          <a:lstStyle/>
          <a:p>
            <a:pPr marL="0" marR="0" lvl="0" indent="0" fontAlgn="base">
              <a:spcBef>
                <a:spcPct val="0"/>
              </a:spcBef>
              <a:spcAft>
                <a:spcPts val="600"/>
              </a:spcAft>
              <a:buClrTx/>
              <a:buSzTx/>
              <a:buNone/>
              <a:tabLst/>
            </a:pPr>
            <a:r>
              <a:rPr kumimoji="0" lang="en-US" altLang="en-US" sz="1800" b="1" i="0" u="none" strike="noStrike" cap="none" normalizeH="0" baseline="0">
                <a:ln>
                  <a:noFill/>
                </a:ln>
                <a:effectLst/>
                <a:latin typeface="Times New Roman" panose="02020603050405020304" pitchFamily="18" charset="0"/>
                <a:cs typeface="Times New Roman" panose="02020603050405020304" pitchFamily="18" charset="0"/>
              </a:rPr>
              <a:t>🔹 pandas – Dataset Handling &amp; Preprocessing</a:t>
            </a:r>
          </a:p>
          <a:p>
            <a:pPr marL="285750" marR="0" lvl="0" indent="-228600" fontAlgn="base">
              <a:spcBef>
                <a:spcPct val="0"/>
              </a:spcBef>
              <a:spcAft>
                <a:spcPts val="600"/>
              </a:spcAft>
              <a:buClrTx/>
              <a:buSzTx/>
              <a:buFont typeface="Arial" panose="020B0604020202020204" pitchFamily="34" charset="0"/>
              <a:buChar char="•"/>
              <a:tabLst/>
            </a:pPr>
            <a:r>
              <a:rPr kumimoji="0" lang="en-US" altLang="en-US" sz="1800" b="0" i="0" u="none" strike="noStrike" cap="none" normalizeH="0" baseline="0">
                <a:ln>
                  <a:noFill/>
                </a:ln>
                <a:effectLst/>
                <a:latin typeface="Times New Roman" panose="02020603050405020304" pitchFamily="18" charset="0"/>
                <a:cs typeface="Times New Roman" panose="02020603050405020304" pitchFamily="18" charset="0"/>
              </a:rPr>
              <a:t>Loads the Amazon reviews dataset (read_csv()).</a:t>
            </a:r>
          </a:p>
          <a:p>
            <a:pPr marL="285750" marR="0" lvl="0" indent="-228600" fontAlgn="base">
              <a:spcBef>
                <a:spcPct val="0"/>
              </a:spcBef>
              <a:spcAft>
                <a:spcPts val="600"/>
              </a:spcAft>
              <a:buClrTx/>
              <a:buSzTx/>
              <a:buFont typeface="Arial" panose="020B0604020202020204" pitchFamily="34" charset="0"/>
              <a:buChar char="•"/>
              <a:tabLst/>
            </a:pPr>
            <a:r>
              <a:rPr kumimoji="0" lang="en-US" altLang="en-US" sz="1800" b="0" i="0" u="none" strike="noStrike" cap="none" normalizeH="0" baseline="0">
                <a:ln>
                  <a:noFill/>
                </a:ln>
                <a:effectLst/>
                <a:latin typeface="Times New Roman" panose="02020603050405020304" pitchFamily="18" charset="0"/>
                <a:cs typeface="Times New Roman" panose="02020603050405020304" pitchFamily="18" charset="0"/>
              </a:rPr>
              <a:t>Cleans data by handling missing values (dropna(), fillna()).</a:t>
            </a:r>
          </a:p>
          <a:p>
            <a:pPr marL="285750" marR="0" lvl="0" indent="-228600" fontAlgn="base">
              <a:spcBef>
                <a:spcPct val="0"/>
              </a:spcBef>
              <a:spcAft>
                <a:spcPts val="600"/>
              </a:spcAft>
              <a:buClrTx/>
              <a:buSzTx/>
              <a:buFont typeface="Arial" panose="020B0604020202020204" pitchFamily="34" charset="0"/>
              <a:buChar char="•"/>
              <a:tabLst/>
            </a:pPr>
            <a:r>
              <a:rPr kumimoji="0" lang="en-US" altLang="en-US" sz="1800" b="0" i="0" u="none" strike="noStrike" cap="none" normalizeH="0" baseline="0">
                <a:ln>
                  <a:noFill/>
                </a:ln>
                <a:effectLst/>
                <a:latin typeface="Times New Roman" panose="02020603050405020304" pitchFamily="18" charset="0"/>
                <a:cs typeface="Times New Roman" panose="02020603050405020304" pitchFamily="18" charset="0"/>
              </a:rPr>
              <a:t>Applies text transformations before analysis (apply(), str.lower()).</a:t>
            </a:r>
            <a:endParaRPr kumimoji="0" lang="en-US" altLang="en-US" sz="1800" b="1" i="0" u="none" strike="noStrike" cap="none" normalizeH="0" baseline="0">
              <a:ln>
                <a:noFill/>
              </a:ln>
              <a:effectLst/>
              <a:latin typeface="Times New Roman" panose="02020603050405020304" pitchFamily="18" charset="0"/>
              <a:cs typeface="Times New Roman" panose="02020603050405020304" pitchFamily="18" charset="0"/>
            </a:endParaRPr>
          </a:p>
          <a:p>
            <a:pPr marL="0" marR="0" lvl="0" indent="0" fontAlgn="base">
              <a:spcBef>
                <a:spcPct val="0"/>
              </a:spcBef>
              <a:spcAft>
                <a:spcPts val="600"/>
              </a:spcAft>
              <a:buClrTx/>
              <a:buSzTx/>
              <a:buNone/>
              <a:tabLst/>
            </a:pPr>
            <a:r>
              <a:rPr kumimoji="0" lang="en-US" altLang="en-US" sz="1800" b="1" i="0" u="none" strike="noStrike" cap="none" normalizeH="0" baseline="0">
                <a:ln>
                  <a:noFill/>
                </a:ln>
                <a:effectLst/>
                <a:latin typeface="Times New Roman" panose="02020603050405020304" pitchFamily="18" charset="0"/>
                <a:cs typeface="Times New Roman" panose="02020603050405020304" pitchFamily="18" charset="0"/>
              </a:rPr>
              <a:t>🔹 NumPy – Numerical Computation</a:t>
            </a:r>
          </a:p>
          <a:p>
            <a:pPr marL="285750" marR="0" lvl="0" indent="-228600" fontAlgn="base">
              <a:spcBef>
                <a:spcPct val="0"/>
              </a:spcBef>
              <a:spcAft>
                <a:spcPts val="600"/>
              </a:spcAft>
              <a:buClrTx/>
              <a:buSzTx/>
              <a:buFont typeface="Arial" panose="020B0604020202020204" pitchFamily="34" charset="0"/>
              <a:buChar char="•"/>
              <a:tabLst/>
            </a:pPr>
            <a:r>
              <a:rPr kumimoji="0" lang="en-US" altLang="en-US" sz="1800" b="0" i="0" u="none" strike="noStrike" cap="none" normalizeH="0" baseline="0">
                <a:ln>
                  <a:noFill/>
                </a:ln>
                <a:effectLst/>
                <a:latin typeface="Times New Roman" panose="02020603050405020304" pitchFamily="18" charset="0"/>
                <a:cs typeface="Times New Roman" panose="02020603050405020304" pitchFamily="18" charset="0"/>
              </a:rPr>
              <a:t>Manages multi-dimensional arrays for text features.</a:t>
            </a:r>
          </a:p>
          <a:p>
            <a:pPr marL="285750" marR="0" lvl="0" indent="-228600" fontAlgn="base">
              <a:spcBef>
                <a:spcPct val="0"/>
              </a:spcBef>
              <a:spcAft>
                <a:spcPts val="600"/>
              </a:spcAft>
              <a:buClrTx/>
              <a:buSzTx/>
              <a:buFont typeface="Arial" panose="020B0604020202020204" pitchFamily="34" charset="0"/>
              <a:buChar char="•"/>
              <a:tabLst/>
            </a:pPr>
            <a:r>
              <a:rPr kumimoji="0" lang="en-US" altLang="en-US" sz="1800" b="0" i="0" u="none" strike="noStrike" cap="none" normalizeH="0" baseline="0">
                <a:ln>
                  <a:noFill/>
                </a:ln>
                <a:effectLst/>
                <a:latin typeface="Times New Roman" panose="02020603050405020304" pitchFamily="18" charset="0"/>
                <a:cs typeface="Times New Roman" panose="02020603050405020304" pitchFamily="18" charset="0"/>
              </a:rPr>
              <a:t>Optimizes TF-IDF, BoW, and Word2Vec computations.</a:t>
            </a:r>
          </a:p>
          <a:p>
            <a:pPr marL="285750" marR="0" lvl="0" indent="-228600" fontAlgn="base">
              <a:spcBef>
                <a:spcPct val="0"/>
              </a:spcBef>
              <a:spcAft>
                <a:spcPts val="600"/>
              </a:spcAft>
              <a:buClrTx/>
              <a:buSzTx/>
              <a:buFont typeface="Arial" panose="020B0604020202020204" pitchFamily="34" charset="0"/>
              <a:buChar char="•"/>
              <a:tabLst/>
            </a:pPr>
            <a:r>
              <a:rPr kumimoji="0" lang="en-US" altLang="en-US" sz="1800" b="0" i="0" u="none" strike="noStrike" cap="none" normalizeH="0" baseline="0">
                <a:ln>
                  <a:noFill/>
                </a:ln>
                <a:effectLst/>
                <a:latin typeface="Times New Roman" panose="02020603050405020304" pitchFamily="18" charset="0"/>
                <a:cs typeface="Times New Roman" panose="02020603050405020304" pitchFamily="18" charset="0"/>
              </a:rPr>
              <a:t>Enables efficient probability calculations for Naïve Bayes</a:t>
            </a:r>
            <a:r>
              <a:rPr kumimoji="0" lang="en-US" altLang="en-US" sz="1700" b="0" i="0" u="none" strike="noStrike" cap="none" normalizeH="0" baseline="0">
                <a:ln>
                  <a:noFill/>
                </a:ln>
                <a:effectLst/>
                <a:latin typeface="Times New Roman" panose="02020603050405020304" pitchFamily="18" charset="0"/>
                <a:cs typeface="Times New Roman" panose="02020603050405020304" pitchFamily="18" charset="0"/>
              </a:rPr>
              <a:t>.</a:t>
            </a:r>
            <a:endParaRPr kumimoji="0" lang="en-US" altLang="en-US" sz="1700" b="0" i="0" u="none" strike="noStrike" cap="none" normalizeH="0" baseline="0" dirty="0">
              <a:ln>
                <a:noFill/>
              </a:ln>
              <a:effectLst/>
              <a:latin typeface="Times New Roman" panose="02020603050405020304" pitchFamily="18" charset="0"/>
              <a:cs typeface="Times New Roman" panose="02020603050405020304" pitchFamily="18" charset="0"/>
            </a:endParaRPr>
          </a:p>
        </p:txBody>
      </p:sp>
      <p:sp>
        <p:nvSpPr>
          <p:cNvPr id="40" name="Content Placeholder 39">
            <a:extLst>
              <a:ext uri="{FF2B5EF4-FFF2-40B4-BE49-F238E27FC236}">
                <a16:creationId xmlns:a16="http://schemas.microsoft.com/office/drawing/2014/main" id="{0CB4F092-832B-09A6-BA0F-71FD4A8B9801}"/>
              </a:ext>
            </a:extLst>
          </p:cNvPr>
          <p:cNvSpPr>
            <a:spLocks noGrp="1"/>
          </p:cNvSpPr>
          <p:nvPr>
            <p:ph sz="half" idx="2"/>
          </p:nvPr>
        </p:nvSpPr>
        <p:spPr>
          <a:xfrm>
            <a:off x="6256020" y="2177456"/>
            <a:ext cx="5097780" cy="3795748"/>
          </a:xfrm>
        </p:spPr>
        <p:txBody>
          <a:bodyPr>
            <a:normAutofit/>
          </a:bodyPr>
          <a:lstStyle/>
          <a:p>
            <a:pPr marL="0" marR="0" lvl="0" indent="0" fontAlgn="base">
              <a:spcBef>
                <a:spcPct val="0"/>
              </a:spcBef>
              <a:spcAft>
                <a:spcPts val="600"/>
              </a:spcAft>
              <a:buClrTx/>
              <a:buSzTx/>
              <a:buNone/>
              <a:tabLst/>
            </a:pPr>
            <a:r>
              <a:rPr kumimoji="0" lang="en-US" altLang="en-US" sz="1800" b="1" i="0" u="none" strike="noStrike" cap="none" normalizeH="0" baseline="0">
                <a:ln>
                  <a:noFill/>
                </a:ln>
                <a:effectLst/>
                <a:latin typeface="Times New Roman" panose="02020603050405020304" pitchFamily="18" charset="0"/>
                <a:cs typeface="Times New Roman" panose="02020603050405020304" pitchFamily="18" charset="0"/>
              </a:rPr>
              <a:t>🔹 matplotlib.pyplot – Data Visualization</a:t>
            </a:r>
          </a:p>
          <a:p>
            <a:pPr marL="285750" marR="0" lvl="0" indent="-228600" fontAlgn="base">
              <a:spcBef>
                <a:spcPct val="0"/>
              </a:spcBef>
              <a:spcAft>
                <a:spcPts val="600"/>
              </a:spcAft>
              <a:buClrTx/>
              <a:buSzTx/>
              <a:buFont typeface="Arial" panose="020B0604020202020204" pitchFamily="34" charset="0"/>
              <a:buChar char="•"/>
              <a:tabLst/>
            </a:pPr>
            <a:r>
              <a:rPr kumimoji="0" lang="en-US" altLang="en-US" sz="1800" b="0" i="0" u="none" strike="noStrike" cap="none" normalizeH="0" baseline="0">
                <a:ln>
                  <a:noFill/>
                </a:ln>
                <a:effectLst/>
                <a:latin typeface="Times New Roman" panose="02020603050405020304" pitchFamily="18" charset="0"/>
                <a:cs typeface="Times New Roman" panose="02020603050405020304" pitchFamily="18" charset="0"/>
              </a:rPr>
              <a:t>Plots </a:t>
            </a:r>
            <a:r>
              <a:rPr kumimoji="0" lang="en-US" altLang="en-US" sz="1800" i="0" u="none" strike="noStrike" cap="none" normalizeH="0" baseline="0">
                <a:ln>
                  <a:noFill/>
                </a:ln>
                <a:effectLst/>
                <a:latin typeface="Times New Roman" panose="02020603050405020304" pitchFamily="18" charset="0"/>
                <a:cs typeface="Times New Roman" panose="02020603050405020304" pitchFamily="18" charset="0"/>
              </a:rPr>
              <a:t>star ratings distribution using histograms.</a:t>
            </a:r>
          </a:p>
          <a:p>
            <a:pPr marL="285750" marR="0" lvl="0" indent="-228600" fontAlgn="base">
              <a:spcBef>
                <a:spcPct val="0"/>
              </a:spcBef>
              <a:spcAft>
                <a:spcPts val="600"/>
              </a:spcAft>
              <a:buClrTx/>
              <a:buSzTx/>
              <a:buFont typeface="Arial" panose="020B0604020202020204" pitchFamily="34" charset="0"/>
              <a:buChar char="•"/>
              <a:tabLst/>
            </a:pPr>
            <a:r>
              <a:rPr kumimoji="0" lang="en-US" altLang="en-US" sz="1800" i="0" u="none" strike="noStrike" cap="none" normalizeH="0" baseline="0">
                <a:ln>
                  <a:noFill/>
                </a:ln>
                <a:effectLst/>
                <a:latin typeface="Times New Roman" panose="02020603050405020304" pitchFamily="18" charset="0"/>
                <a:cs typeface="Times New Roman" panose="02020603050405020304" pitchFamily="18" charset="0"/>
              </a:rPr>
              <a:t>Visualizes sentiment classification </a:t>
            </a:r>
            <a:r>
              <a:rPr kumimoji="0" lang="en-US" altLang="en-US" sz="1800" b="0" i="0" u="none" strike="noStrike" cap="none" normalizeH="0" baseline="0">
                <a:ln>
                  <a:noFill/>
                </a:ln>
                <a:effectLst/>
                <a:latin typeface="Times New Roman" panose="02020603050405020304" pitchFamily="18" charset="0"/>
                <a:cs typeface="Times New Roman" panose="02020603050405020304" pitchFamily="18" charset="0"/>
              </a:rPr>
              <a:t>results.</a:t>
            </a:r>
          </a:p>
          <a:p>
            <a:pPr marL="285750" marR="0" lvl="0" indent="-228600" fontAlgn="base">
              <a:spcBef>
                <a:spcPct val="0"/>
              </a:spcBef>
              <a:spcAft>
                <a:spcPts val="600"/>
              </a:spcAft>
              <a:buClrTx/>
              <a:buSzTx/>
              <a:buFont typeface="Arial" panose="020B0604020202020204" pitchFamily="34" charset="0"/>
              <a:buChar char="•"/>
              <a:tabLst/>
            </a:pPr>
            <a:r>
              <a:rPr kumimoji="0" lang="en-US" altLang="en-US" sz="1800" b="0" i="0" u="none" strike="noStrike" cap="none" normalizeH="0" baseline="0">
                <a:ln>
                  <a:noFill/>
                </a:ln>
                <a:effectLst/>
                <a:latin typeface="Times New Roman" panose="02020603050405020304" pitchFamily="18" charset="0"/>
                <a:cs typeface="Times New Roman" panose="02020603050405020304" pitchFamily="18" charset="0"/>
              </a:rPr>
              <a:t>Displays model accuracy and performance metrics.</a:t>
            </a:r>
          </a:p>
          <a:p>
            <a:pPr marL="0" marR="0" lvl="0" indent="0" fontAlgn="base">
              <a:spcBef>
                <a:spcPct val="0"/>
              </a:spcBef>
              <a:spcAft>
                <a:spcPts val="600"/>
              </a:spcAft>
              <a:buClrTx/>
              <a:buSzTx/>
              <a:buNone/>
              <a:tabLst/>
            </a:pPr>
            <a:endParaRPr kumimoji="0" lang="en-US" altLang="en-US" sz="1800" b="1" i="0" u="none" strike="noStrike" cap="none" normalizeH="0" baseline="0">
              <a:ln>
                <a:noFill/>
              </a:ln>
              <a:effectLst/>
              <a:latin typeface="Times New Roman" panose="02020603050405020304" pitchFamily="18" charset="0"/>
              <a:cs typeface="Times New Roman" panose="02020603050405020304" pitchFamily="18" charset="0"/>
            </a:endParaRPr>
          </a:p>
          <a:p>
            <a:pPr marL="0" marR="0" lvl="0" indent="0" fontAlgn="base">
              <a:spcBef>
                <a:spcPct val="0"/>
              </a:spcBef>
              <a:spcAft>
                <a:spcPts val="600"/>
              </a:spcAft>
              <a:buClrTx/>
              <a:buSzTx/>
              <a:buNone/>
              <a:tabLst/>
            </a:pPr>
            <a:r>
              <a:rPr kumimoji="0" lang="en-US" altLang="en-US" sz="1800" b="1" i="0" u="none" strike="noStrike" cap="none" normalizeH="0" baseline="0">
                <a:ln>
                  <a:noFill/>
                </a:ln>
                <a:effectLst/>
                <a:latin typeface="Times New Roman" panose="02020603050405020304" pitchFamily="18" charset="0"/>
                <a:cs typeface="Times New Roman" panose="02020603050405020304" pitchFamily="18" charset="0"/>
              </a:rPr>
              <a:t>🔹 seaborn – Advanced Statistical Visualization</a:t>
            </a:r>
          </a:p>
          <a:p>
            <a:pPr marL="285750" marR="0" lvl="0" indent="-228600" fontAlgn="base">
              <a:spcBef>
                <a:spcPct val="0"/>
              </a:spcBef>
              <a:spcAft>
                <a:spcPts val="600"/>
              </a:spcAft>
              <a:buClrTx/>
              <a:buSzTx/>
              <a:buFont typeface="Arial" panose="020B0604020202020204" pitchFamily="34" charset="0"/>
              <a:buChar char="•"/>
              <a:tabLst/>
            </a:pPr>
            <a:r>
              <a:rPr kumimoji="0" lang="en-US" altLang="en-US" sz="1800" b="0" i="0" u="none" strike="noStrike" cap="none" normalizeH="0" baseline="0">
                <a:ln>
                  <a:noFill/>
                </a:ln>
                <a:effectLst/>
                <a:latin typeface="Times New Roman" panose="02020603050405020304" pitchFamily="18" charset="0"/>
                <a:cs typeface="Times New Roman" panose="02020603050405020304" pitchFamily="18" charset="0"/>
              </a:rPr>
              <a:t>Creates </a:t>
            </a:r>
            <a:r>
              <a:rPr kumimoji="0" lang="en-US" altLang="en-US" sz="1800" i="0" u="none" strike="noStrike" cap="none" normalizeH="0" baseline="0">
                <a:ln>
                  <a:noFill/>
                </a:ln>
                <a:effectLst/>
                <a:latin typeface="Times New Roman" panose="02020603050405020304" pitchFamily="18" charset="0"/>
                <a:cs typeface="Times New Roman" panose="02020603050405020304" pitchFamily="18" charset="0"/>
              </a:rPr>
              <a:t>heatmaps to show feature correlations.</a:t>
            </a:r>
          </a:p>
          <a:p>
            <a:pPr marL="285750" marR="0" lvl="0" indent="-228600" fontAlgn="base">
              <a:spcBef>
                <a:spcPct val="0"/>
              </a:spcBef>
              <a:spcAft>
                <a:spcPts val="600"/>
              </a:spcAft>
              <a:buClrTx/>
              <a:buSzTx/>
              <a:buFont typeface="Arial" panose="020B0604020202020204" pitchFamily="34" charset="0"/>
              <a:buChar char="•"/>
              <a:tabLst/>
            </a:pPr>
            <a:r>
              <a:rPr kumimoji="0" lang="en-US" altLang="en-US" sz="1800" i="0" u="none" strike="noStrike" cap="none" normalizeH="0" baseline="0">
                <a:ln>
                  <a:noFill/>
                </a:ln>
                <a:effectLst/>
                <a:latin typeface="Times New Roman" panose="02020603050405020304" pitchFamily="18" charset="0"/>
                <a:cs typeface="Times New Roman" panose="02020603050405020304" pitchFamily="18" charset="0"/>
              </a:rPr>
              <a:t>Uses count plots </a:t>
            </a:r>
            <a:r>
              <a:rPr kumimoji="0" lang="en-US" altLang="en-US" sz="1800" b="0" i="0" u="none" strike="noStrike" cap="none" normalizeH="0" baseline="0">
                <a:ln>
                  <a:noFill/>
                </a:ln>
                <a:effectLst/>
                <a:latin typeface="Times New Roman" panose="02020603050405020304" pitchFamily="18" charset="0"/>
                <a:cs typeface="Times New Roman" panose="02020603050405020304" pitchFamily="18" charset="0"/>
              </a:rPr>
              <a:t>for sentiment distribution.</a:t>
            </a:r>
          </a:p>
          <a:p>
            <a:pPr marL="285750" marR="0" lvl="0" indent="-228600" fontAlgn="base">
              <a:spcBef>
                <a:spcPct val="0"/>
              </a:spcBef>
              <a:spcAft>
                <a:spcPts val="600"/>
              </a:spcAft>
              <a:buClrTx/>
              <a:buSzTx/>
              <a:buFont typeface="Arial" panose="020B0604020202020204" pitchFamily="34" charset="0"/>
              <a:buChar char="•"/>
              <a:tabLst/>
            </a:pPr>
            <a:r>
              <a:rPr kumimoji="0" lang="en-US" altLang="en-US" sz="1800" b="0" i="0" u="none" strike="noStrike" cap="none" normalizeH="0" baseline="0">
                <a:ln>
                  <a:noFill/>
                </a:ln>
                <a:effectLst/>
                <a:latin typeface="Times New Roman" panose="02020603050405020304" pitchFamily="18" charset="0"/>
                <a:cs typeface="Times New Roman" panose="02020603050405020304" pitchFamily="18" charset="0"/>
              </a:rPr>
              <a:t>Enhances visual aesthetics for easy interpretation.</a:t>
            </a:r>
          </a:p>
          <a:p>
            <a:endParaRPr lang="en-IN" sz="1700" dirty="0"/>
          </a:p>
        </p:txBody>
      </p:sp>
    </p:spTree>
    <p:extLst>
      <p:ext uri="{BB962C8B-B14F-4D97-AF65-F5344CB8AC3E}">
        <p14:creationId xmlns:p14="http://schemas.microsoft.com/office/powerpoint/2010/main" val="7083642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84697CDA-BDB7-4883-B48B-1D4EDB2F0E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0DC0EC46-2230-4728-856D-F353111210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8" y="643467"/>
            <a:ext cx="10905066" cy="5562249"/>
          </a:xfrm>
          <a:custGeom>
            <a:avLst/>
            <a:gdLst>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8506 w 11243827"/>
              <a:gd name="connsiteY105" fmla="*/ 5632788 h 5641173"/>
              <a:gd name="connsiteX106" fmla="*/ 7912803 w 11243827"/>
              <a:gd name="connsiteY106" fmla="*/ 5629702 h 5641173"/>
              <a:gd name="connsiteX107" fmla="*/ 7890915 w 11243827"/>
              <a:gd name="connsiteY107" fmla="*/ 5612272 h 5641173"/>
              <a:gd name="connsiteX108" fmla="*/ 7727691 w 11243827"/>
              <a:gd name="connsiteY108" fmla="*/ 5621064 h 5641173"/>
              <a:gd name="connsiteX109" fmla="*/ 7685998 w 11243827"/>
              <a:gd name="connsiteY109" fmla="*/ 5615564 h 5641173"/>
              <a:gd name="connsiteX110" fmla="*/ 7649302 w 11243827"/>
              <a:gd name="connsiteY110" fmla="*/ 5626541 h 5641173"/>
              <a:gd name="connsiteX111" fmla="*/ 7634083 w 11243827"/>
              <a:gd name="connsiteY111" fmla="*/ 5620862 h 5641173"/>
              <a:gd name="connsiteX112" fmla="*/ 7631455 w 11243827"/>
              <a:gd name="connsiteY112" fmla="*/ 5619708 h 5641173"/>
              <a:gd name="connsiteX113" fmla="*/ 7620952 w 11243827"/>
              <a:gd name="connsiteY113" fmla="*/ 5618872 h 5641173"/>
              <a:gd name="connsiteX114" fmla="*/ 7617992 w 11243827"/>
              <a:gd name="connsiteY114" fmla="*/ 5613914 h 5641173"/>
              <a:gd name="connsiteX115" fmla="*/ 7602182 w 11243827"/>
              <a:gd name="connsiteY115" fmla="*/ 5609271 h 5641173"/>
              <a:gd name="connsiteX116" fmla="*/ 7582847 w 11243827"/>
              <a:gd name="connsiteY116" fmla="*/ 5609047 h 5641173"/>
              <a:gd name="connsiteX117" fmla="*/ 7514158 w 11243827"/>
              <a:gd name="connsiteY117" fmla="*/ 5607737 h 5641173"/>
              <a:gd name="connsiteX118" fmla="*/ 7502955 w 11243827"/>
              <a:gd name="connsiteY118" fmla="*/ 5610415 h 5641173"/>
              <a:gd name="connsiteX119" fmla="*/ 7466391 w 11243827"/>
              <a:gd name="connsiteY119" fmla="*/ 5605949 h 5641173"/>
              <a:gd name="connsiteX120" fmla="*/ 7433806 w 11243827"/>
              <a:gd name="connsiteY120" fmla="*/ 5604945 h 5641173"/>
              <a:gd name="connsiteX121" fmla="*/ 7412693 w 11243827"/>
              <a:gd name="connsiteY121" fmla="*/ 5607075 h 5641173"/>
              <a:gd name="connsiteX122" fmla="*/ 7407159 w 11243827"/>
              <a:gd name="connsiteY122" fmla="*/ 5605310 h 5641173"/>
              <a:gd name="connsiteX123" fmla="*/ 7385900 w 11243827"/>
              <a:gd name="connsiteY123" fmla="*/ 5604171 h 5641173"/>
              <a:gd name="connsiteX124" fmla="*/ 7375071 w 11243827"/>
              <a:gd name="connsiteY124" fmla="*/ 5606788 h 5641173"/>
              <a:gd name="connsiteX125" fmla="*/ 7364382 w 11243827"/>
              <a:gd name="connsiteY125" fmla="*/ 5600762 h 5641173"/>
              <a:gd name="connsiteX126" fmla="*/ 7361770 w 11243827"/>
              <a:gd name="connsiteY126" fmla="*/ 5596347 h 5641173"/>
              <a:gd name="connsiteX127" fmla="*/ 7346641 w 11243827"/>
              <a:gd name="connsiteY127" fmla="*/ 5598329 h 5641173"/>
              <a:gd name="connsiteX128" fmla="*/ 7334238 w 11243827"/>
              <a:gd name="connsiteY128" fmla="*/ 5594014 h 5641173"/>
              <a:gd name="connsiteX129" fmla="*/ 7323426 w 11243827"/>
              <a:gd name="connsiteY129" fmla="*/ 5596835 h 5641173"/>
              <a:gd name="connsiteX130" fmla="*/ 7318938 w 11243827"/>
              <a:gd name="connsiteY130" fmla="*/ 5596200 h 5641173"/>
              <a:gd name="connsiteX131" fmla="*/ 7307784 w 11243827"/>
              <a:gd name="connsiteY131" fmla="*/ 5594065 h 5641173"/>
              <a:gd name="connsiteX132" fmla="*/ 7288540 w 11243827"/>
              <a:gd name="connsiteY132" fmla="*/ 5589320 h 5641173"/>
              <a:gd name="connsiteX133" fmla="*/ 7282537 w 11243827"/>
              <a:gd name="connsiteY133" fmla="*/ 5588660 h 5641173"/>
              <a:gd name="connsiteX134" fmla="*/ 7269466 w 11243827"/>
              <a:gd name="connsiteY134" fmla="*/ 5581404 h 5641173"/>
              <a:gd name="connsiteX135" fmla="*/ 7244165 w 11243827"/>
              <a:gd name="connsiteY135" fmla="*/ 5575200 h 5641173"/>
              <a:gd name="connsiteX136" fmla="*/ 7199619 w 11243827"/>
              <a:gd name="connsiteY136" fmla="*/ 5553550 h 5641173"/>
              <a:gd name="connsiteX137" fmla="*/ 7173434 w 11243827"/>
              <a:gd name="connsiteY137" fmla="*/ 5543219 h 5641173"/>
              <a:gd name="connsiteX138" fmla="*/ 7155718 w 11243827"/>
              <a:gd name="connsiteY138" fmla="*/ 5533697 h 5641173"/>
              <a:gd name="connsiteX139" fmla="*/ 7103430 w 11243827"/>
              <a:gd name="connsiteY139" fmla="*/ 5520249 h 5641173"/>
              <a:gd name="connsiteX140" fmla="*/ 7013746 w 11243827"/>
              <a:gd name="connsiteY140" fmla="*/ 5502470 h 5641173"/>
              <a:gd name="connsiteX141" fmla="*/ 6995379 w 11243827"/>
              <a:gd name="connsiteY141" fmla="*/ 5497693 h 5641173"/>
              <a:gd name="connsiteX142" fmla="*/ 6982475 w 11243827"/>
              <a:gd name="connsiteY142" fmla="*/ 5489641 h 5641173"/>
              <a:gd name="connsiteX143" fmla="*/ 6981994 w 11243827"/>
              <a:gd name="connsiteY143" fmla="*/ 5484335 h 5641173"/>
              <a:gd name="connsiteX144" fmla="*/ 6972355 w 11243827"/>
              <a:gd name="connsiteY144" fmla="*/ 5481074 h 5641173"/>
              <a:gd name="connsiteX145" fmla="*/ 6970394 w 11243827"/>
              <a:gd name="connsiteY145" fmla="*/ 5479383 h 5641173"/>
              <a:gd name="connsiteX146" fmla="*/ 6958543 w 11243827"/>
              <a:gd name="connsiteY146" fmla="*/ 5470507 h 5641173"/>
              <a:gd name="connsiteX147" fmla="*/ 6918276 w 11243827"/>
              <a:gd name="connsiteY147" fmla="*/ 5472034 h 5641173"/>
              <a:gd name="connsiteX148" fmla="*/ 6881046 w 11243827"/>
              <a:gd name="connsiteY148" fmla="*/ 5457070 h 5641173"/>
              <a:gd name="connsiteX149" fmla="*/ 6720917 w 11243827"/>
              <a:gd name="connsiteY149" fmla="*/ 5426664 h 5641173"/>
              <a:gd name="connsiteX150" fmla="*/ 6724964 w 11243827"/>
              <a:gd name="connsiteY150" fmla="*/ 5414071 h 5641173"/>
              <a:gd name="connsiteX151" fmla="*/ 6717823 w 11243827"/>
              <a:gd name="connsiteY151" fmla="*/ 5410317 h 5641173"/>
              <a:gd name="connsiteX152" fmla="*/ 6660723 w 11243827"/>
              <a:gd name="connsiteY152" fmla="*/ 5408304 h 5641173"/>
              <a:gd name="connsiteX153" fmla="*/ 6532914 w 11243827"/>
              <a:gd name="connsiteY153" fmla="*/ 5431205 h 5641173"/>
              <a:gd name="connsiteX154" fmla="*/ 6317327 w 11243827"/>
              <a:gd name="connsiteY154" fmla="*/ 5481889 h 5641173"/>
              <a:gd name="connsiteX155" fmla="*/ 6196243 w 11243827"/>
              <a:gd name="connsiteY155" fmla="*/ 5515042 h 5641173"/>
              <a:gd name="connsiteX156" fmla="*/ 6099124 w 11243827"/>
              <a:gd name="connsiteY156" fmla="*/ 5516848 h 5641173"/>
              <a:gd name="connsiteX157" fmla="*/ 6016077 w 11243827"/>
              <a:gd name="connsiteY157" fmla="*/ 5528642 h 5641173"/>
              <a:gd name="connsiteX158" fmla="*/ 6004389 w 11243827"/>
              <a:gd name="connsiteY158" fmla="*/ 5531206 h 5641173"/>
              <a:gd name="connsiteX159" fmla="*/ 5933945 w 11243827"/>
              <a:gd name="connsiteY159" fmla="*/ 5538840 h 5641173"/>
              <a:gd name="connsiteX160" fmla="*/ 5883936 w 11243827"/>
              <a:gd name="connsiteY160" fmla="*/ 5553807 h 5641173"/>
              <a:gd name="connsiteX161" fmla="*/ 5798331 w 11243827"/>
              <a:gd name="connsiteY161" fmla="*/ 5564248 h 5641173"/>
              <a:gd name="connsiteX162" fmla="*/ 5712738 w 11243827"/>
              <a:gd name="connsiteY162" fmla="*/ 5573120 h 5641173"/>
              <a:gd name="connsiteX163" fmla="*/ 5681342 w 11243827"/>
              <a:gd name="connsiteY163" fmla="*/ 5575621 h 5641173"/>
              <a:gd name="connsiteX164" fmla="*/ 5627167 w 11243827"/>
              <a:gd name="connsiteY164" fmla="*/ 5583215 h 5641173"/>
              <a:gd name="connsiteX165" fmla="*/ 5591414 w 11243827"/>
              <a:gd name="connsiteY165" fmla="*/ 5587695 h 5641173"/>
              <a:gd name="connsiteX166" fmla="*/ 5583028 w 11243827"/>
              <a:gd name="connsiteY166" fmla="*/ 5580877 h 5641173"/>
              <a:gd name="connsiteX167" fmla="*/ 5549426 w 11243827"/>
              <a:gd name="connsiteY167" fmla="*/ 5582858 h 5641173"/>
              <a:gd name="connsiteX168" fmla="*/ 5519999 w 11243827"/>
              <a:gd name="connsiteY168" fmla="*/ 5592246 h 5641173"/>
              <a:gd name="connsiteX169" fmla="*/ 5480028 w 11243827"/>
              <a:gd name="connsiteY169" fmla="*/ 5597282 h 5641173"/>
              <a:gd name="connsiteX170" fmla="*/ 5456175 w 11243827"/>
              <a:gd name="connsiteY170" fmla="*/ 5600371 h 5641173"/>
              <a:gd name="connsiteX171" fmla="*/ 5388463 w 11243827"/>
              <a:gd name="connsiteY171" fmla="*/ 5602638 h 5641173"/>
              <a:gd name="connsiteX172" fmla="*/ 5265898 w 11243827"/>
              <a:gd name="connsiteY172" fmla="*/ 5591830 h 5641173"/>
              <a:gd name="connsiteX173" fmla="*/ 5231231 w 11243827"/>
              <a:gd name="connsiteY173" fmla="*/ 5592790 h 5641173"/>
              <a:gd name="connsiteX174" fmla="*/ 5226996 w 11243827"/>
              <a:gd name="connsiteY174" fmla="*/ 5595040 h 5641173"/>
              <a:gd name="connsiteX175" fmla="*/ 5175988 w 11243827"/>
              <a:gd name="connsiteY175" fmla="*/ 5588131 h 5641173"/>
              <a:gd name="connsiteX176" fmla="*/ 5107470 w 11243827"/>
              <a:gd name="connsiteY176" fmla="*/ 5594771 h 5641173"/>
              <a:gd name="connsiteX177" fmla="*/ 5027868 w 11243827"/>
              <a:gd name="connsiteY177" fmla="*/ 5605624 h 5641173"/>
              <a:gd name="connsiteX178" fmla="*/ 5007324 w 11243827"/>
              <a:gd name="connsiteY178" fmla="*/ 5609209 h 5641173"/>
              <a:gd name="connsiteX179" fmla="*/ 4952559 w 11243827"/>
              <a:gd name="connsiteY179" fmla="*/ 5611402 h 5641173"/>
              <a:gd name="connsiteX180" fmla="*/ 4826081 w 11243827"/>
              <a:gd name="connsiteY180" fmla="*/ 5616191 h 5641173"/>
              <a:gd name="connsiteX181" fmla="*/ 4823501 w 11243827"/>
              <a:gd name="connsiteY181" fmla="*/ 5619174 h 5641173"/>
              <a:gd name="connsiteX182" fmla="*/ 4813093 w 11243827"/>
              <a:gd name="connsiteY182" fmla="*/ 5620026 h 5641173"/>
              <a:gd name="connsiteX183" fmla="*/ 4810563 w 11243827"/>
              <a:gd name="connsiteY183" fmla="*/ 5620787 h 5641173"/>
              <a:gd name="connsiteX184" fmla="*/ 4795818 w 11243827"/>
              <a:gd name="connsiteY184" fmla="*/ 5624618 h 5641173"/>
              <a:gd name="connsiteX185" fmla="*/ 4758404 w 11243827"/>
              <a:gd name="connsiteY185" fmla="*/ 5619510 h 5641173"/>
              <a:gd name="connsiteX186" fmla="*/ 4717254 w 11243827"/>
              <a:gd name="connsiteY186" fmla="*/ 5624155 h 5641173"/>
              <a:gd name="connsiteX187" fmla="*/ 4591958 w 11243827"/>
              <a:gd name="connsiteY187" fmla="*/ 5624710 h 5641173"/>
              <a:gd name="connsiteX188" fmla="*/ 4476215 w 11243827"/>
              <a:gd name="connsiteY188" fmla="*/ 5628210 h 5641173"/>
              <a:gd name="connsiteX189" fmla="*/ 4425193 w 11243827"/>
              <a:gd name="connsiteY189" fmla="*/ 5627414 h 5641173"/>
              <a:gd name="connsiteX190" fmla="*/ 4383866 w 11243827"/>
              <a:gd name="connsiteY190" fmla="*/ 5626546 h 5641173"/>
              <a:gd name="connsiteX191" fmla="*/ 4385596 w 11243827"/>
              <a:gd name="connsiteY191" fmla="*/ 5634646 h 5641173"/>
              <a:gd name="connsiteX192" fmla="*/ 4360864 w 11243827"/>
              <a:gd name="connsiteY192" fmla="*/ 5641173 h 5641173"/>
              <a:gd name="connsiteX193" fmla="*/ 4328321 w 11243827"/>
              <a:gd name="connsiteY193" fmla="*/ 5626332 h 5641173"/>
              <a:gd name="connsiteX194" fmla="*/ 4309842 w 11243827"/>
              <a:gd name="connsiteY194" fmla="*/ 5626471 h 5641173"/>
              <a:gd name="connsiteX195" fmla="*/ 4277424 w 11243827"/>
              <a:gd name="connsiteY195" fmla="*/ 5631598 h 5641173"/>
              <a:gd name="connsiteX196" fmla="*/ 4266627 w 11243827"/>
              <a:gd name="connsiteY196" fmla="*/ 5633969 h 5641173"/>
              <a:gd name="connsiteX197" fmla="*/ 4185525 w 11243827"/>
              <a:gd name="connsiteY197" fmla="*/ 5617508 h 5641173"/>
              <a:gd name="connsiteX198" fmla="*/ 4177617 w 11243827"/>
              <a:gd name="connsiteY198" fmla="*/ 5610903 h 5641173"/>
              <a:gd name="connsiteX199" fmla="*/ 4136948 w 11243827"/>
              <a:gd name="connsiteY199" fmla="*/ 5608031 h 5641173"/>
              <a:gd name="connsiteX200" fmla="*/ 4132323 w 11243827"/>
              <a:gd name="connsiteY200" fmla="*/ 5609784 h 5641173"/>
              <a:gd name="connsiteX201" fmla="*/ 4098620 w 11243827"/>
              <a:gd name="connsiteY201" fmla="*/ 5599672 h 5641173"/>
              <a:gd name="connsiteX202" fmla="*/ 3963475 w 11243827"/>
              <a:gd name="connsiteY202" fmla="*/ 5581841 h 5641173"/>
              <a:gd name="connsiteX203" fmla="*/ 3703613 w 11243827"/>
              <a:gd name="connsiteY203" fmla="*/ 5572482 h 5641173"/>
              <a:gd name="connsiteX204" fmla="*/ 3432987 w 11243827"/>
              <a:gd name="connsiteY204" fmla="*/ 5545768 h 5641173"/>
              <a:gd name="connsiteX205" fmla="*/ 3176381 w 11243827"/>
              <a:gd name="connsiteY205" fmla="*/ 5556110 h 5641173"/>
              <a:gd name="connsiteX206" fmla="*/ 2710156 w 11243827"/>
              <a:gd name="connsiteY206" fmla="*/ 5527517 h 5641173"/>
              <a:gd name="connsiteX207" fmla="*/ 2550206 w 11243827"/>
              <a:gd name="connsiteY207" fmla="*/ 5524958 h 5641173"/>
              <a:gd name="connsiteX208" fmla="*/ 2443041 w 11243827"/>
              <a:gd name="connsiteY208" fmla="*/ 5523990 h 5641173"/>
              <a:gd name="connsiteX209" fmla="*/ 2435613 w 11243827"/>
              <a:gd name="connsiteY209" fmla="*/ 5526704 h 5641173"/>
              <a:gd name="connsiteX210" fmla="*/ 2405682 w 11243827"/>
              <a:gd name="connsiteY210" fmla="*/ 5528307 h 5641173"/>
              <a:gd name="connsiteX211" fmla="*/ 2397487 w 11243827"/>
              <a:gd name="connsiteY211" fmla="*/ 5540337 h 5641173"/>
              <a:gd name="connsiteX212" fmla="*/ 2297454 w 11243827"/>
              <a:gd name="connsiteY212" fmla="*/ 5550765 h 5641173"/>
              <a:gd name="connsiteX213" fmla="*/ 2056700 w 11243827"/>
              <a:gd name="connsiteY213" fmla="*/ 5555489 h 5641173"/>
              <a:gd name="connsiteX214" fmla="*/ 1878530 w 11243827"/>
              <a:gd name="connsiteY214" fmla="*/ 5535330 h 5641173"/>
              <a:gd name="connsiteX215" fmla="*/ 1859292 w 11243827"/>
              <a:gd name="connsiteY215" fmla="*/ 5535461 h 5641173"/>
              <a:gd name="connsiteX216" fmla="*/ 1835626 w 11243827"/>
              <a:gd name="connsiteY216" fmla="*/ 5533793 h 5641173"/>
              <a:gd name="connsiteX217" fmla="*/ 1798939 w 11243827"/>
              <a:gd name="connsiteY217" fmla="*/ 5540285 h 5641173"/>
              <a:gd name="connsiteX218" fmla="*/ 1779046 w 11243827"/>
              <a:gd name="connsiteY218" fmla="*/ 5549949 h 5641173"/>
              <a:gd name="connsiteX219" fmla="*/ 1772421 w 11243827"/>
              <a:gd name="connsiteY219" fmla="*/ 5549018 h 5641173"/>
              <a:gd name="connsiteX220" fmla="*/ 1772052 w 11243827"/>
              <a:gd name="connsiteY220" fmla="*/ 5545689 h 5641173"/>
              <a:gd name="connsiteX221" fmla="*/ 1711543 w 11243827"/>
              <a:gd name="connsiteY221" fmla="*/ 5534558 h 5641173"/>
              <a:gd name="connsiteX222" fmla="*/ 1698891 w 11243827"/>
              <a:gd name="connsiteY222" fmla="*/ 5513187 h 5641173"/>
              <a:gd name="connsiteX223" fmla="*/ 1538763 w 11243827"/>
              <a:gd name="connsiteY223" fmla="*/ 5482781 h 5641173"/>
              <a:gd name="connsiteX224" fmla="*/ 1501533 w 11243827"/>
              <a:gd name="connsiteY224" fmla="*/ 5467817 h 5641173"/>
              <a:gd name="connsiteX225" fmla="*/ 1461266 w 11243827"/>
              <a:gd name="connsiteY225" fmla="*/ 5469343 h 5641173"/>
              <a:gd name="connsiteX226" fmla="*/ 1449415 w 11243827"/>
              <a:gd name="connsiteY226" fmla="*/ 5460467 h 5641173"/>
              <a:gd name="connsiteX227" fmla="*/ 1447454 w 11243827"/>
              <a:gd name="connsiteY227" fmla="*/ 5458776 h 5641173"/>
              <a:gd name="connsiteX228" fmla="*/ 1437814 w 11243827"/>
              <a:gd name="connsiteY228" fmla="*/ 5455515 h 5641173"/>
              <a:gd name="connsiteX229" fmla="*/ 1437334 w 11243827"/>
              <a:gd name="connsiteY229" fmla="*/ 5450209 h 5641173"/>
              <a:gd name="connsiteX230" fmla="*/ 1424429 w 11243827"/>
              <a:gd name="connsiteY230" fmla="*/ 5442157 h 5641173"/>
              <a:gd name="connsiteX231" fmla="*/ 1406063 w 11243827"/>
              <a:gd name="connsiteY231" fmla="*/ 5437380 h 5641173"/>
              <a:gd name="connsiteX232" fmla="*/ 1316379 w 11243827"/>
              <a:gd name="connsiteY232" fmla="*/ 5419601 h 5641173"/>
              <a:gd name="connsiteX233" fmla="*/ 1264090 w 11243827"/>
              <a:gd name="connsiteY233" fmla="*/ 5406153 h 5641173"/>
              <a:gd name="connsiteX234" fmla="*/ 1246374 w 11243827"/>
              <a:gd name="connsiteY234" fmla="*/ 5396631 h 5641173"/>
              <a:gd name="connsiteX235" fmla="*/ 1220190 w 11243827"/>
              <a:gd name="connsiteY235" fmla="*/ 5386301 h 5641173"/>
              <a:gd name="connsiteX236" fmla="*/ 1175643 w 11243827"/>
              <a:gd name="connsiteY236" fmla="*/ 5364651 h 5641173"/>
              <a:gd name="connsiteX237" fmla="*/ 1150342 w 11243827"/>
              <a:gd name="connsiteY237" fmla="*/ 5358447 h 5641173"/>
              <a:gd name="connsiteX238" fmla="*/ 1137272 w 11243827"/>
              <a:gd name="connsiteY238" fmla="*/ 5351191 h 5641173"/>
              <a:gd name="connsiteX239" fmla="*/ 1131268 w 11243827"/>
              <a:gd name="connsiteY239" fmla="*/ 5350530 h 5641173"/>
              <a:gd name="connsiteX240" fmla="*/ 1112024 w 11243827"/>
              <a:gd name="connsiteY240" fmla="*/ 5345786 h 5641173"/>
              <a:gd name="connsiteX241" fmla="*/ 1100870 w 11243827"/>
              <a:gd name="connsiteY241" fmla="*/ 5343651 h 5641173"/>
              <a:gd name="connsiteX242" fmla="*/ 1096383 w 11243827"/>
              <a:gd name="connsiteY242" fmla="*/ 5343015 h 5641173"/>
              <a:gd name="connsiteX243" fmla="*/ 1085571 w 11243827"/>
              <a:gd name="connsiteY243" fmla="*/ 5345836 h 5641173"/>
              <a:gd name="connsiteX244" fmla="*/ 1073168 w 11243827"/>
              <a:gd name="connsiteY244" fmla="*/ 5341521 h 5641173"/>
              <a:gd name="connsiteX245" fmla="*/ 1058039 w 11243827"/>
              <a:gd name="connsiteY245" fmla="*/ 5343504 h 5641173"/>
              <a:gd name="connsiteX246" fmla="*/ 1055426 w 11243827"/>
              <a:gd name="connsiteY246" fmla="*/ 5339088 h 5641173"/>
              <a:gd name="connsiteX247" fmla="*/ 1044738 w 11243827"/>
              <a:gd name="connsiteY247" fmla="*/ 5333063 h 5641173"/>
              <a:gd name="connsiteX248" fmla="*/ 1033909 w 11243827"/>
              <a:gd name="connsiteY248" fmla="*/ 5335680 h 5641173"/>
              <a:gd name="connsiteX249" fmla="*/ 1012649 w 11243827"/>
              <a:gd name="connsiteY249" fmla="*/ 5334541 h 5641173"/>
              <a:gd name="connsiteX250" fmla="*/ 1007115 w 11243827"/>
              <a:gd name="connsiteY250" fmla="*/ 5332775 h 5641173"/>
              <a:gd name="connsiteX251" fmla="*/ 986002 w 11243827"/>
              <a:gd name="connsiteY251" fmla="*/ 5334906 h 5641173"/>
              <a:gd name="connsiteX252" fmla="*/ 953418 w 11243827"/>
              <a:gd name="connsiteY252" fmla="*/ 5333901 h 5641173"/>
              <a:gd name="connsiteX253" fmla="*/ 916854 w 11243827"/>
              <a:gd name="connsiteY253" fmla="*/ 5329435 h 5641173"/>
              <a:gd name="connsiteX254" fmla="*/ 905651 w 11243827"/>
              <a:gd name="connsiteY254" fmla="*/ 5332114 h 5641173"/>
              <a:gd name="connsiteX255" fmla="*/ 836961 w 11243827"/>
              <a:gd name="connsiteY255" fmla="*/ 5330803 h 5641173"/>
              <a:gd name="connsiteX256" fmla="*/ 817627 w 11243827"/>
              <a:gd name="connsiteY256" fmla="*/ 5330580 h 5641173"/>
              <a:gd name="connsiteX257" fmla="*/ 801817 w 11243827"/>
              <a:gd name="connsiteY257" fmla="*/ 5325937 h 5641173"/>
              <a:gd name="connsiteX258" fmla="*/ 798857 w 11243827"/>
              <a:gd name="connsiteY258" fmla="*/ 5320979 h 5641173"/>
              <a:gd name="connsiteX259" fmla="*/ 788354 w 11243827"/>
              <a:gd name="connsiteY259" fmla="*/ 5320143 h 5641173"/>
              <a:gd name="connsiteX260" fmla="*/ 785726 w 11243827"/>
              <a:gd name="connsiteY260" fmla="*/ 5318989 h 5641173"/>
              <a:gd name="connsiteX261" fmla="*/ 770507 w 11243827"/>
              <a:gd name="connsiteY261" fmla="*/ 5313309 h 5641173"/>
              <a:gd name="connsiteX262" fmla="*/ 733810 w 11243827"/>
              <a:gd name="connsiteY262" fmla="*/ 5324286 h 5641173"/>
              <a:gd name="connsiteX263" fmla="*/ 692117 w 11243827"/>
              <a:gd name="connsiteY263" fmla="*/ 5318786 h 5641173"/>
              <a:gd name="connsiteX264" fmla="*/ 528894 w 11243827"/>
              <a:gd name="connsiteY264" fmla="*/ 5327578 h 5641173"/>
              <a:gd name="connsiteX265" fmla="*/ 507005 w 11243827"/>
              <a:gd name="connsiteY265" fmla="*/ 5310149 h 5641173"/>
              <a:gd name="connsiteX266" fmla="*/ 441302 w 11243827"/>
              <a:gd name="connsiteY266" fmla="*/ 5307062 h 5641173"/>
              <a:gd name="connsiteX267" fmla="*/ 336819 w 11243827"/>
              <a:gd name="connsiteY267" fmla="*/ 5336690 h 5641173"/>
              <a:gd name="connsiteX268" fmla="*/ 215763 w 11243827"/>
              <a:gd name="connsiteY268" fmla="*/ 5332575 h 5641173"/>
              <a:gd name="connsiteX269" fmla="*/ 205927 w 11243827"/>
              <a:gd name="connsiteY269" fmla="*/ 5339672 h 5641173"/>
              <a:gd name="connsiteX270" fmla="*/ 194189 w 11243827"/>
              <a:gd name="connsiteY270" fmla="*/ 5343588 h 5641173"/>
              <a:gd name="connsiteX271" fmla="*/ 192552 w 11243827"/>
              <a:gd name="connsiteY271" fmla="*/ 5342845 h 5641173"/>
              <a:gd name="connsiteX272" fmla="*/ 178320 w 11243827"/>
              <a:gd name="connsiteY272" fmla="*/ 5343766 h 5641173"/>
              <a:gd name="connsiteX273" fmla="*/ 175596 w 11243827"/>
              <a:gd name="connsiteY273" fmla="*/ 5346411 h 5641173"/>
              <a:gd name="connsiteX274" fmla="*/ 165951 w 11243827"/>
              <a:gd name="connsiteY274" fmla="*/ 5347808 h 5641173"/>
              <a:gd name="connsiteX275" fmla="*/ 147287 w 11243827"/>
              <a:gd name="connsiteY275" fmla="*/ 5352625 h 5641173"/>
              <a:gd name="connsiteX276" fmla="*/ 143484 w 11243827"/>
              <a:gd name="connsiteY276" fmla="*/ 5351591 h 5641173"/>
              <a:gd name="connsiteX277" fmla="*/ 114847 w 11243827"/>
              <a:gd name="connsiteY277" fmla="*/ 5355844 h 5641173"/>
              <a:gd name="connsiteX278" fmla="*/ 114306 w 11243827"/>
              <a:gd name="connsiteY278" fmla="*/ 5354983 h 5641173"/>
              <a:gd name="connsiteX279" fmla="*/ 105588 w 11243827"/>
              <a:gd name="connsiteY279" fmla="*/ 5352169 h 5641173"/>
              <a:gd name="connsiteX280" fmla="*/ 89264 w 11243827"/>
              <a:gd name="connsiteY280" fmla="*/ 5348886 h 5641173"/>
              <a:gd name="connsiteX281" fmla="*/ 49794 w 11243827"/>
              <a:gd name="connsiteY281" fmla="*/ 5329950 h 5641173"/>
              <a:gd name="connsiteX282" fmla="*/ 19924 w 11243827"/>
              <a:gd name="connsiteY282" fmla="*/ 5334282 h 5641173"/>
              <a:gd name="connsiteX283" fmla="*/ 13819 w 11243827"/>
              <a:gd name="connsiteY283" fmla="*/ 5334653 h 5641173"/>
              <a:gd name="connsiteX284" fmla="*/ 13657 w 11243827"/>
              <a:gd name="connsiteY284" fmla="*/ 5334455 h 5641173"/>
              <a:gd name="connsiteX285" fmla="*/ 7139 w 11243827"/>
              <a:gd name="connsiteY285" fmla="*/ 5334438 h 5641173"/>
              <a:gd name="connsiteX286" fmla="*/ 2684 w 11243827"/>
              <a:gd name="connsiteY286" fmla="*/ 5335333 h 5641173"/>
              <a:gd name="connsiteX287" fmla="*/ 0 w 11243827"/>
              <a:gd name="connsiteY287" fmla="*/ 5335496 h 5641173"/>
              <a:gd name="connsiteX288" fmla="*/ 0 w 11243827"/>
              <a:gd name="connsiteY288" fmla="*/ 10592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20917 w 11243827"/>
              <a:gd name="connsiteY148" fmla="*/ 5426664 h 5641173"/>
              <a:gd name="connsiteX149" fmla="*/ 6724964 w 11243827"/>
              <a:gd name="connsiteY149" fmla="*/ 5414071 h 5641173"/>
              <a:gd name="connsiteX150" fmla="*/ 6717823 w 11243827"/>
              <a:gd name="connsiteY150" fmla="*/ 5410317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20917 w 11243827"/>
              <a:gd name="connsiteY148" fmla="*/ 5426664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20917 w 11243827"/>
              <a:gd name="connsiteY148" fmla="*/ 5637174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804792 w 11243827"/>
              <a:gd name="connsiteY148" fmla="*/ 5439822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804792 w 11243827"/>
              <a:gd name="connsiteY148" fmla="*/ 5439822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87273"/>
              <a:gd name="connsiteX1" fmla="*/ 11243827 w 11243827"/>
              <a:gd name="connsiteY1" fmla="*/ 1470035 h 5687273"/>
              <a:gd name="connsiteX2" fmla="*/ 11243827 w 11243827"/>
              <a:gd name="connsiteY2" fmla="*/ 5001571 h 5687273"/>
              <a:gd name="connsiteX3" fmla="*/ 11243827 w 11243827"/>
              <a:gd name="connsiteY3" fmla="*/ 5209610 h 5687273"/>
              <a:gd name="connsiteX4" fmla="*/ 11240675 w 11243827"/>
              <a:gd name="connsiteY4" fmla="*/ 5210442 h 5687273"/>
              <a:gd name="connsiteX5" fmla="*/ 11179959 w 11243827"/>
              <a:gd name="connsiteY5" fmla="*/ 5221199 h 5687273"/>
              <a:gd name="connsiteX6" fmla="*/ 11105493 w 11243827"/>
              <a:gd name="connsiteY6" fmla="*/ 5259905 h 5687273"/>
              <a:gd name="connsiteX7" fmla="*/ 11078640 w 11243827"/>
              <a:gd name="connsiteY7" fmla="*/ 5263531 h 5687273"/>
              <a:gd name="connsiteX8" fmla="*/ 11079616 w 11243827"/>
              <a:gd name="connsiteY8" fmla="*/ 5270380 h 5687273"/>
              <a:gd name="connsiteX9" fmla="*/ 11069641 w 11243827"/>
              <a:gd name="connsiteY9" fmla="*/ 5270884 h 5687273"/>
              <a:gd name="connsiteX10" fmla="*/ 11047377 w 11243827"/>
              <a:gd name="connsiteY10" fmla="*/ 5271051 h 5687273"/>
              <a:gd name="connsiteX11" fmla="*/ 10980705 w 11243827"/>
              <a:gd name="connsiteY11" fmla="*/ 5272951 h 5687273"/>
              <a:gd name="connsiteX12" fmla="*/ 10962514 w 11243827"/>
              <a:gd name="connsiteY12" fmla="*/ 5286084 h 5687273"/>
              <a:gd name="connsiteX13" fmla="*/ 10945307 w 11243827"/>
              <a:gd name="connsiteY13" fmla="*/ 5286290 h 5687273"/>
              <a:gd name="connsiteX14" fmla="*/ 10845516 w 11243827"/>
              <a:gd name="connsiteY14" fmla="*/ 5303894 h 5687273"/>
              <a:gd name="connsiteX15" fmla="*/ 10831795 w 11243827"/>
              <a:gd name="connsiteY15" fmla="*/ 5305210 h 5687273"/>
              <a:gd name="connsiteX16" fmla="*/ 10824365 w 11243827"/>
              <a:gd name="connsiteY16" fmla="*/ 5311111 h 5687273"/>
              <a:gd name="connsiteX17" fmla="*/ 10797756 w 11243827"/>
              <a:gd name="connsiteY17" fmla="*/ 5312285 h 5687273"/>
              <a:gd name="connsiteX18" fmla="*/ 10796525 w 11243827"/>
              <a:gd name="connsiteY18" fmla="*/ 5315645 h 5687273"/>
              <a:gd name="connsiteX19" fmla="*/ 10709063 w 11243827"/>
              <a:gd name="connsiteY19" fmla="*/ 5344492 h 5687273"/>
              <a:gd name="connsiteX20" fmla="*/ 10694078 w 11243827"/>
              <a:gd name="connsiteY20" fmla="*/ 5349258 h 5687273"/>
              <a:gd name="connsiteX21" fmla="*/ 10681131 w 11243827"/>
              <a:gd name="connsiteY21" fmla="*/ 5347812 h 5687273"/>
              <a:gd name="connsiteX22" fmla="*/ 10609448 w 11243827"/>
              <a:gd name="connsiteY22" fmla="*/ 5351931 h 5687273"/>
              <a:gd name="connsiteX23" fmla="*/ 10592397 w 11243827"/>
              <a:gd name="connsiteY23" fmla="*/ 5349402 h 5687273"/>
              <a:gd name="connsiteX24" fmla="*/ 10585227 w 11243827"/>
              <a:gd name="connsiteY24" fmla="*/ 5344063 h 5687273"/>
              <a:gd name="connsiteX25" fmla="*/ 10557472 w 11243827"/>
              <a:gd name="connsiteY25" fmla="*/ 5354151 h 5687273"/>
              <a:gd name="connsiteX26" fmla="*/ 10514646 w 11243827"/>
              <a:gd name="connsiteY26" fmla="*/ 5361064 h 5687273"/>
              <a:gd name="connsiteX27" fmla="*/ 10494292 w 11243827"/>
              <a:gd name="connsiteY27" fmla="*/ 5366054 h 5687273"/>
              <a:gd name="connsiteX28" fmla="*/ 10477869 w 11243827"/>
              <a:gd name="connsiteY28" fmla="*/ 5363025 h 5687273"/>
              <a:gd name="connsiteX29" fmla="*/ 10384411 w 11243827"/>
              <a:gd name="connsiteY29" fmla="*/ 5362257 h 5687273"/>
              <a:gd name="connsiteX30" fmla="*/ 10362921 w 11243827"/>
              <a:gd name="connsiteY30" fmla="*/ 5357444 h 5687273"/>
              <a:gd name="connsiteX31" fmla="*/ 10352736 w 11243827"/>
              <a:gd name="connsiteY31" fmla="*/ 5347851 h 5687273"/>
              <a:gd name="connsiteX32" fmla="*/ 10344754 w 11243827"/>
              <a:gd name="connsiteY32" fmla="*/ 5351272 h 5687273"/>
              <a:gd name="connsiteX33" fmla="*/ 10288226 w 11243827"/>
              <a:gd name="connsiteY33" fmla="*/ 5351613 h 5687273"/>
              <a:gd name="connsiteX34" fmla="*/ 10251350 w 11243827"/>
              <a:gd name="connsiteY34" fmla="*/ 5352711 h 5687273"/>
              <a:gd name="connsiteX35" fmla="*/ 10249108 w 11243827"/>
              <a:gd name="connsiteY35" fmla="*/ 5365881 h 5687273"/>
              <a:gd name="connsiteX36" fmla="*/ 10216272 w 11243827"/>
              <a:gd name="connsiteY36" fmla="*/ 5370573 h 5687273"/>
              <a:gd name="connsiteX37" fmla="*/ 10181278 w 11243827"/>
              <a:gd name="connsiteY37" fmla="*/ 5362119 h 5687273"/>
              <a:gd name="connsiteX38" fmla="*/ 10140033 w 11243827"/>
              <a:gd name="connsiteY38" fmla="*/ 5363304 h 5687273"/>
              <a:gd name="connsiteX39" fmla="*/ 10115353 w 11243827"/>
              <a:gd name="connsiteY39" fmla="*/ 5363869 h 5687273"/>
              <a:gd name="connsiteX40" fmla="*/ 10050578 w 11243827"/>
              <a:gd name="connsiteY40" fmla="*/ 5376153 h 5687273"/>
              <a:gd name="connsiteX41" fmla="*/ 9945478 w 11243827"/>
              <a:gd name="connsiteY41" fmla="*/ 5422859 h 5687273"/>
              <a:gd name="connsiteX42" fmla="*/ 9912481 w 11243827"/>
              <a:gd name="connsiteY42" fmla="*/ 5429477 h 5687273"/>
              <a:gd name="connsiteX43" fmla="*/ 9906713 w 11243827"/>
              <a:gd name="connsiteY43" fmla="*/ 5426784 h 5687273"/>
              <a:gd name="connsiteX44" fmla="*/ 9742436 w 11243827"/>
              <a:gd name="connsiteY44" fmla="*/ 5454834 h 5687273"/>
              <a:gd name="connsiteX45" fmla="*/ 9713044 w 11243827"/>
              <a:gd name="connsiteY45" fmla="*/ 5456476 h 5687273"/>
              <a:gd name="connsiteX46" fmla="*/ 9691033 w 11243827"/>
              <a:gd name="connsiteY46" fmla="*/ 5455451 h 5687273"/>
              <a:gd name="connsiteX47" fmla="*/ 9638355 w 11243827"/>
              <a:gd name="connsiteY47" fmla="*/ 5464794 h 5687273"/>
              <a:gd name="connsiteX48" fmla="*/ 9552434 w 11243827"/>
              <a:gd name="connsiteY48" fmla="*/ 5485280 h 5687273"/>
              <a:gd name="connsiteX49" fmla="*/ 9533883 w 11243827"/>
              <a:gd name="connsiteY49" fmla="*/ 5488516 h 5687273"/>
              <a:gd name="connsiteX50" fmla="*/ 9516916 w 11243827"/>
              <a:gd name="connsiteY50" fmla="*/ 5486828 h 5687273"/>
              <a:gd name="connsiteX51" fmla="*/ 9512093 w 11243827"/>
              <a:gd name="connsiteY51" fmla="*/ 5482541 h 5687273"/>
              <a:gd name="connsiteX52" fmla="*/ 9501725 w 11243827"/>
              <a:gd name="connsiteY52" fmla="*/ 5483603 h 5687273"/>
              <a:gd name="connsiteX53" fmla="*/ 9498754 w 11243827"/>
              <a:gd name="connsiteY53" fmla="*/ 5482951 h 5687273"/>
              <a:gd name="connsiteX54" fmla="*/ 9481932 w 11243827"/>
              <a:gd name="connsiteY54" fmla="*/ 5480151 h 5687273"/>
              <a:gd name="connsiteX55" fmla="*/ 9451321 w 11243827"/>
              <a:gd name="connsiteY55" fmla="*/ 5497375 h 5687273"/>
              <a:gd name="connsiteX56" fmla="*/ 9409298 w 11243827"/>
              <a:gd name="connsiteY56" fmla="*/ 5499478 h 5687273"/>
              <a:gd name="connsiteX57" fmla="*/ 9257007 w 11243827"/>
              <a:gd name="connsiteY57" fmla="*/ 5537183 h 5687273"/>
              <a:gd name="connsiteX58" fmla="*/ 9229078 w 11243827"/>
              <a:gd name="connsiteY58" fmla="*/ 5524154 h 5687273"/>
              <a:gd name="connsiteX59" fmla="*/ 9165105 w 11243827"/>
              <a:gd name="connsiteY59" fmla="*/ 5532892 h 5687273"/>
              <a:gd name="connsiteX60" fmla="*/ 9077301 w 11243827"/>
              <a:gd name="connsiteY60" fmla="*/ 5580356 h 5687273"/>
              <a:gd name="connsiteX61" fmla="*/ 8960065 w 11243827"/>
              <a:gd name="connsiteY61" fmla="*/ 5597982 h 5687273"/>
              <a:gd name="connsiteX62" fmla="*/ 8953536 w 11243827"/>
              <a:gd name="connsiteY62" fmla="*/ 5606638 h 5687273"/>
              <a:gd name="connsiteX63" fmla="*/ 8943907 w 11243827"/>
              <a:gd name="connsiteY63" fmla="*/ 5612541 h 5687273"/>
              <a:gd name="connsiteX64" fmla="*/ 8942046 w 11243827"/>
              <a:gd name="connsiteY64" fmla="*/ 5612112 h 5687273"/>
              <a:gd name="connsiteX65" fmla="*/ 8928824 w 11243827"/>
              <a:gd name="connsiteY65" fmla="*/ 5615549 h 5687273"/>
              <a:gd name="connsiteX66" fmla="*/ 8927294 w 11243827"/>
              <a:gd name="connsiteY66" fmla="*/ 5618607 h 5687273"/>
              <a:gd name="connsiteX67" fmla="*/ 8918651 w 11243827"/>
              <a:gd name="connsiteY67" fmla="*/ 5621688 h 5687273"/>
              <a:gd name="connsiteX68" fmla="*/ 8902772 w 11243827"/>
              <a:gd name="connsiteY68" fmla="*/ 5629703 h 5687273"/>
              <a:gd name="connsiteX69" fmla="*/ 8898724 w 11243827"/>
              <a:gd name="connsiteY69" fmla="*/ 5629379 h 5687273"/>
              <a:gd name="connsiteX70" fmla="*/ 8873099 w 11243827"/>
              <a:gd name="connsiteY70" fmla="*/ 5638628 h 5687273"/>
              <a:gd name="connsiteX71" fmla="*/ 8872234 w 11243827"/>
              <a:gd name="connsiteY71" fmla="*/ 5637889 h 5687273"/>
              <a:gd name="connsiteX72" fmla="*/ 8862777 w 11243827"/>
              <a:gd name="connsiteY72" fmla="*/ 5636711 h 5687273"/>
              <a:gd name="connsiteX73" fmla="*/ 8845869 w 11243827"/>
              <a:gd name="connsiteY73" fmla="*/ 5636436 h 5687273"/>
              <a:gd name="connsiteX74" fmla="*/ 8800548 w 11243827"/>
              <a:gd name="connsiteY74" fmla="*/ 5625084 h 5687273"/>
              <a:gd name="connsiteX75" fmla="*/ 8773774 w 11243827"/>
              <a:gd name="connsiteY75" fmla="*/ 5634630 h 5687273"/>
              <a:gd name="connsiteX76" fmla="*/ 8698255 w 11243827"/>
              <a:gd name="connsiteY76" fmla="*/ 5636083 h 5687273"/>
              <a:gd name="connsiteX77" fmla="*/ 8619167 w 11243827"/>
              <a:gd name="connsiteY77" fmla="*/ 5619130 h 5687273"/>
              <a:gd name="connsiteX78" fmla="*/ 8539822 w 11243827"/>
              <a:gd name="connsiteY78" fmla="*/ 5616905 h 5687273"/>
              <a:gd name="connsiteX79" fmla="*/ 8511094 w 11243827"/>
              <a:gd name="connsiteY79" fmla="*/ 5617360 h 5687273"/>
              <a:gd name="connsiteX80" fmla="*/ 8459886 w 11243827"/>
              <a:gd name="connsiteY80" fmla="*/ 5612612 h 5687273"/>
              <a:gd name="connsiteX81" fmla="*/ 8436432 w 11243827"/>
              <a:gd name="connsiteY81" fmla="*/ 5606990 h 5687273"/>
              <a:gd name="connsiteX82" fmla="*/ 8435403 w 11243827"/>
              <a:gd name="connsiteY82" fmla="*/ 5607336 h 5687273"/>
              <a:gd name="connsiteX83" fmla="*/ 8433307 w 11243827"/>
              <a:gd name="connsiteY83" fmla="*/ 5604917 h 5687273"/>
              <a:gd name="connsiteX84" fmla="*/ 8428968 w 11243827"/>
              <a:gd name="connsiteY84" fmla="*/ 5603796 h 5687273"/>
              <a:gd name="connsiteX85" fmla="*/ 8417124 w 11243827"/>
              <a:gd name="connsiteY85" fmla="*/ 5604518 h 5687273"/>
              <a:gd name="connsiteX86" fmla="*/ 8412669 w 11243827"/>
              <a:gd name="connsiteY86" fmla="*/ 5605413 h 5687273"/>
              <a:gd name="connsiteX87" fmla="*/ 8406152 w 11243827"/>
              <a:gd name="connsiteY87" fmla="*/ 5605396 h 5687273"/>
              <a:gd name="connsiteX88" fmla="*/ 8405989 w 11243827"/>
              <a:gd name="connsiteY88" fmla="*/ 5605197 h 5687273"/>
              <a:gd name="connsiteX89" fmla="*/ 8399884 w 11243827"/>
              <a:gd name="connsiteY89" fmla="*/ 5605568 h 5687273"/>
              <a:gd name="connsiteX90" fmla="*/ 8370014 w 11243827"/>
              <a:gd name="connsiteY90" fmla="*/ 5609900 h 5687273"/>
              <a:gd name="connsiteX91" fmla="*/ 8330544 w 11243827"/>
              <a:gd name="connsiteY91" fmla="*/ 5590964 h 5687273"/>
              <a:gd name="connsiteX92" fmla="*/ 8314221 w 11243827"/>
              <a:gd name="connsiteY92" fmla="*/ 5587682 h 5687273"/>
              <a:gd name="connsiteX93" fmla="*/ 8305502 w 11243827"/>
              <a:gd name="connsiteY93" fmla="*/ 5584868 h 5687273"/>
              <a:gd name="connsiteX94" fmla="*/ 8304962 w 11243827"/>
              <a:gd name="connsiteY94" fmla="*/ 5584007 h 5687273"/>
              <a:gd name="connsiteX95" fmla="*/ 8276324 w 11243827"/>
              <a:gd name="connsiteY95" fmla="*/ 5588260 h 5687273"/>
              <a:gd name="connsiteX96" fmla="*/ 8272522 w 11243827"/>
              <a:gd name="connsiteY96" fmla="*/ 5587226 h 5687273"/>
              <a:gd name="connsiteX97" fmla="*/ 8253857 w 11243827"/>
              <a:gd name="connsiteY97" fmla="*/ 5592043 h 5687273"/>
              <a:gd name="connsiteX98" fmla="*/ 8244212 w 11243827"/>
              <a:gd name="connsiteY98" fmla="*/ 5593439 h 5687273"/>
              <a:gd name="connsiteX99" fmla="*/ 8241488 w 11243827"/>
              <a:gd name="connsiteY99" fmla="*/ 5596085 h 5687273"/>
              <a:gd name="connsiteX100" fmla="*/ 8227256 w 11243827"/>
              <a:gd name="connsiteY100" fmla="*/ 5597005 h 5687273"/>
              <a:gd name="connsiteX101" fmla="*/ 8225619 w 11243827"/>
              <a:gd name="connsiteY101" fmla="*/ 5596262 h 5687273"/>
              <a:gd name="connsiteX102" fmla="*/ 8213882 w 11243827"/>
              <a:gd name="connsiteY102" fmla="*/ 5600179 h 5687273"/>
              <a:gd name="connsiteX103" fmla="*/ 8204045 w 11243827"/>
              <a:gd name="connsiteY103" fmla="*/ 5607275 h 5687273"/>
              <a:gd name="connsiteX104" fmla="*/ 8082989 w 11243827"/>
              <a:gd name="connsiteY104" fmla="*/ 5603160 h 5687273"/>
              <a:gd name="connsiteX105" fmla="*/ 7976942 w 11243827"/>
              <a:gd name="connsiteY105" fmla="*/ 5598455 h 5687273"/>
              <a:gd name="connsiteX106" fmla="*/ 7915584 w 11243827"/>
              <a:gd name="connsiteY106" fmla="*/ 5684635 h 5687273"/>
              <a:gd name="connsiteX107" fmla="*/ 7727691 w 11243827"/>
              <a:gd name="connsiteY107" fmla="*/ 5621064 h 5687273"/>
              <a:gd name="connsiteX108" fmla="*/ 7685998 w 11243827"/>
              <a:gd name="connsiteY108" fmla="*/ 5615564 h 5687273"/>
              <a:gd name="connsiteX109" fmla="*/ 7649302 w 11243827"/>
              <a:gd name="connsiteY109" fmla="*/ 5626541 h 5687273"/>
              <a:gd name="connsiteX110" fmla="*/ 7634083 w 11243827"/>
              <a:gd name="connsiteY110" fmla="*/ 5620862 h 5687273"/>
              <a:gd name="connsiteX111" fmla="*/ 7631455 w 11243827"/>
              <a:gd name="connsiteY111" fmla="*/ 5619708 h 5687273"/>
              <a:gd name="connsiteX112" fmla="*/ 7620952 w 11243827"/>
              <a:gd name="connsiteY112" fmla="*/ 5618872 h 5687273"/>
              <a:gd name="connsiteX113" fmla="*/ 7617992 w 11243827"/>
              <a:gd name="connsiteY113" fmla="*/ 5613914 h 5687273"/>
              <a:gd name="connsiteX114" fmla="*/ 7602182 w 11243827"/>
              <a:gd name="connsiteY114" fmla="*/ 5609271 h 5687273"/>
              <a:gd name="connsiteX115" fmla="*/ 7582847 w 11243827"/>
              <a:gd name="connsiteY115" fmla="*/ 5609047 h 5687273"/>
              <a:gd name="connsiteX116" fmla="*/ 7514158 w 11243827"/>
              <a:gd name="connsiteY116" fmla="*/ 5607737 h 5687273"/>
              <a:gd name="connsiteX117" fmla="*/ 7502955 w 11243827"/>
              <a:gd name="connsiteY117" fmla="*/ 5610415 h 5687273"/>
              <a:gd name="connsiteX118" fmla="*/ 7466391 w 11243827"/>
              <a:gd name="connsiteY118" fmla="*/ 5605949 h 5687273"/>
              <a:gd name="connsiteX119" fmla="*/ 7433806 w 11243827"/>
              <a:gd name="connsiteY119" fmla="*/ 5604945 h 5687273"/>
              <a:gd name="connsiteX120" fmla="*/ 7412693 w 11243827"/>
              <a:gd name="connsiteY120" fmla="*/ 5607075 h 5687273"/>
              <a:gd name="connsiteX121" fmla="*/ 7407159 w 11243827"/>
              <a:gd name="connsiteY121" fmla="*/ 5605310 h 5687273"/>
              <a:gd name="connsiteX122" fmla="*/ 7385900 w 11243827"/>
              <a:gd name="connsiteY122" fmla="*/ 5604171 h 5687273"/>
              <a:gd name="connsiteX123" fmla="*/ 7375071 w 11243827"/>
              <a:gd name="connsiteY123" fmla="*/ 5606788 h 5687273"/>
              <a:gd name="connsiteX124" fmla="*/ 7364382 w 11243827"/>
              <a:gd name="connsiteY124" fmla="*/ 5600762 h 5687273"/>
              <a:gd name="connsiteX125" fmla="*/ 7361770 w 11243827"/>
              <a:gd name="connsiteY125" fmla="*/ 5596347 h 5687273"/>
              <a:gd name="connsiteX126" fmla="*/ 7346641 w 11243827"/>
              <a:gd name="connsiteY126" fmla="*/ 5598329 h 5687273"/>
              <a:gd name="connsiteX127" fmla="*/ 7334238 w 11243827"/>
              <a:gd name="connsiteY127" fmla="*/ 5594014 h 5687273"/>
              <a:gd name="connsiteX128" fmla="*/ 7323426 w 11243827"/>
              <a:gd name="connsiteY128" fmla="*/ 5596835 h 5687273"/>
              <a:gd name="connsiteX129" fmla="*/ 7318938 w 11243827"/>
              <a:gd name="connsiteY129" fmla="*/ 5596200 h 5687273"/>
              <a:gd name="connsiteX130" fmla="*/ 7307784 w 11243827"/>
              <a:gd name="connsiteY130" fmla="*/ 5594065 h 5687273"/>
              <a:gd name="connsiteX131" fmla="*/ 7288540 w 11243827"/>
              <a:gd name="connsiteY131" fmla="*/ 5589320 h 5687273"/>
              <a:gd name="connsiteX132" fmla="*/ 7282537 w 11243827"/>
              <a:gd name="connsiteY132" fmla="*/ 5588660 h 5687273"/>
              <a:gd name="connsiteX133" fmla="*/ 7269466 w 11243827"/>
              <a:gd name="connsiteY133" fmla="*/ 5581404 h 5687273"/>
              <a:gd name="connsiteX134" fmla="*/ 7244165 w 11243827"/>
              <a:gd name="connsiteY134" fmla="*/ 5575200 h 5687273"/>
              <a:gd name="connsiteX135" fmla="*/ 7199619 w 11243827"/>
              <a:gd name="connsiteY135" fmla="*/ 5553550 h 5687273"/>
              <a:gd name="connsiteX136" fmla="*/ 7173434 w 11243827"/>
              <a:gd name="connsiteY136" fmla="*/ 5543219 h 5687273"/>
              <a:gd name="connsiteX137" fmla="*/ 7155718 w 11243827"/>
              <a:gd name="connsiteY137" fmla="*/ 5533697 h 5687273"/>
              <a:gd name="connsiteX138" fmla="*/ 7103430 w 11243827"/>
              <a:gd name="connsiteY138" fmla="*/ 5520249 h 5687273"/>
              <a:gd name="connsiteX139" fmla="*/ 7013746 w 11243827"/>
              <a:gd name="connsiteY139" fmla="*/ 5502470 h 5687273"/>
              <a:gd name="connsiteX140" fmla="*/ 6995379 w 11243827"/>
              <a:gd name="connsiteY140" fmla="*/ 5497693 h 5687273"/>
              <a:gd name="connsiteX141" fmla="*/ 6982475 w 11243827"/>
              <a:gd name="connsiteY141" fmla="*/ 5489641 h 5687273"/>
              <a:gd name="connsiteX142" fmla="*/ 6981994 w 11243827"/>
              <a:gd name="connsiteY142" fmla="*/ 5484335 h 5687273"/>
              <a:gd name="connsiteX143" fmla="*/ 6972355 w 11243827"/>
              <a:gd name="connsiteY143" fmla="*/ 5481074 h 5687273"/>
              <a:gd name="connsiteX144" fmla="*/ 6970394 w 11243827"/>
              <a:gd name="connsiteY144" fmla="*/ 5479383 h 5687273"/>
              <a:gd name="connsiteX145" fmla="*/ 6958543 w 11243827"/>
              <a:gd name="connsiteY145" fmla="*/ 5470507 h 5687273"/>
              <a:gd name="connsiteX146" fmla="*/ 6918276 w 11243827"/>
              <a:gd name="connsiteY146" fmla="*/ 5472034 h 5687273"/>
              <a:gd name="connsiteX147" fmla="*/ 6881046 w 11243827"/>
              <a:gd name="connsiteY147" fmla="*/ 5457070 h 5687273"/>
              <a:gd name="connsiteX148" fmla="*/ 6752164 w 11243827"/>
              <a:gd name="connsiteY148" fmla="*/ 5425021 h 5687273"/>
              <a:gd name="connsiteX149" fmla="*/ 6724964 w 11243827"/>
              <a:gd name="connsiteY149" fmla="*/ 5414071 h 5687273"/>
              <a:gd name="connsiteX150" fmla="*/ 6683286 w 11243827"/>
              <a:gd name="connsiteY150" fmla="*/ 5405383 h 5687273"/>
              <a:gd name="connsiteX151" fmla="*/ 6644277 w 11243827"/>
              <a:gd name="connsiteY151" fmla="*/ 5429684 h 5687273"/>
              <a:gd name="connsiteX152" fmla="*/ 6532914 w 11243827"/>
              <a:gd name="connsiteY152" fmla="*/ 5431205 h 5687273"/>
              <a:gd name="connsiteX153" fmla="*/ 6307459 w 11243827"/>
              <a:gd name="connsiteY153" fmla="*/ 5467087 h 5687273"/>
              <a:gd name="connsiteX154" fmla="*/ 6196243 w 11243827"/>
              <a:gd name="connsiteY154" fmla="*/ 5515042 h 5687273"/>
              <a:gd name="connsiteX155" fmla="*/ 6099124 w 11243827"/>
              <a:gd name="connsiteY155" fmla="*/ 5516848 h 5687273"/>
              <a:gd name="connsiteX156" fmla="*/ 6016077 w 11243827"/>
              <a:gd name="connsiteY156" fmla="*/ 5528642 h 5687273"/>
              <a:gd name="connsiteX157" fmla="*/ 6004389 w 11243827"/>
              <a:gd name="connsiteY157" fmla="*/ 5531206 h 5687273"/>
              <a:gd name="connsiteX158" fmla="*/ 5933945 w 11243827"/>
              <a:gd name="connsiteY158" fmla="*/ 5538840 h 5687273"/>
              <a:gd name="connsiteX159" fmla="*/ 5883936 w 11243827"/>
              <a:gd name="connsiteY159" fmla="*/ 5553807 h 5687273"/>
              <a:gd name="connsiteX160" fmla="*/ 5798331 w 11243827"/>
              <a:gd name="connsiteY160" fmla="*/ 5564248 h 5687273"/>
              <a:gd name="connsiteX161" fmla="*/ 5712738 w 11243827"/>
              <a:gd name="connsiteY161" fmla="*/ 5573120 h 5687273"/>
              <a:gd name="connsiteX162" fmla="*/ 5681342 w 11243827"/>
              <a:gd name="connsiteY162" fmla="*/ 5575621 h 5687273"/>
              <a:gd name="connsiteX163" fmla="*/ 5627167 w 11243827"/>
              <a:gd name="connsiteY163" fmla="*/ 5583215 h 5687273"/>
              <a:gd name="connsiteX164" fmla="*/ 5591414 w 11243827"/>
              <a:gd name="connsiteY164" fmla="*/ 5587695 h 5687273"/>
              <a:gd name="connsiteX165" fmla="*/ 5583028 w 11243827"/>
              <a:gd name="connsiteY165" fmla="*/ 5580877 h 5687273"/>
              <a:gd name="connsiteX166" fmla="*/ 5549426 w 11243827"/>
              <a:gd name="connsiteY166" fmla="*/ 5582858 h 5687273"/>
              <a:gd name="connsiteX167" fmla="*/ 5519999 w 11243827"/>
              <a:gd name="connsiteY167" fmla="*/ 5592246 h 5687273"/>
              <a:gd name="connsiteX168" fmla="*/ 5480028 w 11243827"/>
              <a:gd name="connsiteY168" fmla="*/ 5597282 h 5687273"/>
              <a:gd name="connsiteX169" fmla="*/ 5456175 w 11243827"/>
              <a:gd name="connsiteY169" fmla="*/ 5600371 h 5687273"/>
              <a:gd name="connsiteX170" fmla="*/ 5388463 w 11243827"/>
              <a:gd name="connsiteY170" fmla="*/ 5602638 h 5687273"/>
              <a:gd name="connsiteX171" fmla="*/ 5265898 w 11243827"/>
              <a:gd name="connsiteY171" fmla="*/ 5591830 h 5687273"/>
              <a:gd name="connsiteX172" fmla="*/ 5231231 w 11243827"/>
              <a:gd name="connsiteY172" fmla="*/ 5592790 h 5687273"/>
              <a:gd name="connsiteX173" fmla="*/ 5226996 w 11243827"/>
              <a:gd name="connsiteY173" fmla="*/ 5595040 h 5687273"/>
              <a:gd name="connsiteX174" fmla="*/ 5175988 w 11243827"/>
              <a:gd name="connsiteY174" fmla="*/ 5588131 h 5687273"/>
              <a:gd name="connsiteX175" fmla="*/ 5107470 w 11243827"/>
              <a:gd name="connsiteY175" fmla="*/ 5594771 h 5687273"/>
              <a:gd name="connsiteX176" fmla="*/ 5027868 w 11243827"/>
              <a:gd name="connsiteY176" fmla="*/ 5605624 h 5687273"/>
              <a:gd name="connsiteX177" fmla="*/ 5007324 w 11243827"/>
              <a:gd name="connsiteY177" fmla="*/ 5609209 h 5687273"/>
              <a:gd name="connsiteX178" fmla="*/ 4952559 w 11243827"/>
              <a:gd name="connsiteY178" fmla="*/ 5611402 h 5687273"/>
              <a:gd name="connsiteX179" fmla="*/ 4826081 w 11243827"/>
              <a:gd name="connsiteY179" fmla="*/ 5616191 h 5687273"/>
              <a:gd name="connsiteX180" fmla="*/ 4823501 w 11243827"/>
              <a:gd name="connsiteY180" fmla="*/ 5619174 h 5687273"/>
              <a:gd name="connsiteX181" fmla="*/ 4813093 w 11243827"/>
              <a:gd name="connsiteY181" fmla="*/ 5620026 h 5687273"/>
              <a:gd name="connsiteX182" fmla="*/ 4810563 w 11243827"/>
              <a:gd name="connsiteY182" fmla="*/ 5620787 h 5687273"/>
              <a:gd name="connsiteX183" fmla="*/ 4795818 w 11243827"/>
              <a:gd name="connsiteY183" fmla="*/ 5624618 h 5687273"/>
              <a:gd name="connsiteX184" fmla="*/ 4758404 w 11243827"/>
              <a:gd name="connsiteY184" fmla="*/ 5619510 h 5687273"/>
              <a:gd name="connsiteX185" fmla="*/ 4717254 w 11243827"/>
              <a:gd name="connsiteY185" fmla="*/ 5624155 h 5687273"/>
              <a:gd name="connsiteX186" fmla="*/ 4591958 w 11243827"/>
              <a:gd name="connsiteY186" fmla="*/ 5624710 h 5687273"/>
              <a:gd name="connsiteX187" fmla="*/ 4476215 w 11243827"/>
              <a:gd name="connsiteY187" fmla="*/ 5628210 h 5687273"/>
              <a:gd name="connsiteX188" fmla="*/ 4425193 w 11243827"/>
              <a:gd name="connsiteY188" fmla="*/ 5627414 h 5687273"/>
              <a:gd name="connsiteX189" fmla="*/ 4383866 w 11243827"/>
              <a:gd name="connsiteY189" fmla="*/ 5626546 h 5687273"/>
              <a:gd name="connsiteX190" fmla="*/ 4385596 w 11243827"/>
              <a:gd name="connsiteY190" fmla="*/ 5634646 h 5687273"/>
              <a:gd name="connsiteX191" fmla="*/ 4360864 w 11243827"/>
              <a:gd name="connsiteY191" fmla="*/ 5641173 h 5687273"/>
              <a:gd name="connsiteX192" fmla="*/ 4328321 w 11243827"/>
              <a:gd name="connsiteY192" fmla="*/ 5626332 h 5687273"/>
              <a:gd name="connsiteX193" fmla="*/ 4309842 w 11243827"/>
              <a:gd name="connsiteY193" fmla="*/ 5626471 h 5687273"/>
              <a:gd name="connsiteX194" fmla="*/ 4277424 w 11243827"/>
              <a:gd name="connsiteY194" fmla="*/ 5631598 h 5687273"/>
              <a:gd name="connsiteX195" fmla="*/ 4266627 w 11243827"/>
              <a:gd name="connsiteY195" fmla="*/ 5633969 h 5687273"/>
              <a:gd name="connsiteX196" fmla="*/ 4185525 w 11243827"/>
              <a:gd name="connsiteY196" fmla="*/ 5617508 h 5687273"/>
              <a:gd name="connsiteX197" fmla="*/ 4177617 w 11243827"/>
              <a:gd name="connsiteY197" fmla="*/ 5610903 h 5687273"/>
              <a:gd name="connsiteX198" fmla="*/ 4136948 w 11243827"/>
              <a:gd name="connsiteY198" fmla="*/ 5608031 h 5687273"/>
              <a:gd name="connsiteX199" fmla="*/ 4132323 w 11243827"/>
              <a:gd name="connsiteY199" fmla="*/ 5609784 h 5687273"/>
              <a:gd name="connsiteX200" fmla="*/ 4098620 w 11243827"/>
              <a:gd name="connsiteY200" fmla="*/ 5599672 h 5687273"/>
              <a:gd name="connsiteX201" fmla="*/ 3963475 w 11243827"/>
              <a:gd name="connsiteY201" fmla="*/ 5581841 h 5687273"/>
              <a:gd name="connsiteX202" fmla="*/ 3703613 w 11243827"/>
              <a:gd name="connsiteY202" fmla="*/ 5572482 h 5687273"/>
              <a:gd name="connsiteX203" fmla="*/ 3432987 w 11243827"/>
              <a:gd name="connsiteY203" fmla="*/ 5545768 h 5687273"/>
              <a:gd name="connsiteX204" fmla="*/ 3176381 w 11243827"/>
              <a:gd name="connsiteY204" fmla="*/ 5556110 h 5687273"/>
              <a:gd name="connsiteX205" fmla="*/ 2710156 w 11243827"/>
              <a:gd name="connsiteY205" fmla="*/ 5527517 h 5687273"/>
              <a:gd name="connsiteX206" fmla="*/ 2550206 w 11243827"/>
              <a:gd name="connsiteY206" fmla="*/ 5524958 h 5687273"/>
              <a:gd name="connsiteX207" fmla="*/ 2443041 w 11243827"/>
              <a:gd name="connsiteY207" fmla="*/ 5523990 h 5687273"/>
              <a:gd name="connsiteX208" fmla="*/ 2435613 w 11243827"/>
              <a:gd name="connsiteY208" fmla="*/ 5526704 h 5687273"/>
              <a:gd name="connsiteX209" fmla="*/ 2405682 w 11243827"/>
              <a:gd name="connsiteY209" fmla="*/ 5528307 h 5687273"/>
              <a:gd name="connsiteX210" fmla="*/ 2397487 w 11243827"/>
              <a:gd name="connsiteY210" fmla="*/ 5540337 h 5687273"/>
              <a:gd name="connsiteX211" fmla="*/ 2297454 w 11243827"/>
              <a:gd name="connsiteY211" fmla="*/ 5550765 h 5687273"/>
              <a:gd name="connsiteX212" fmla="*/ 2056700 w 11243827"/>
              <a:gd name="connsiteY212" fmla="*/ 5555489 h 5687273"/>
              <a:gd name="connsiteX213" fmla="*/ 1878530 w 11243827"/>
              <a:gd name="connsiteY213" fmla="*/ 5535330 h 5687273"/>
              <a:gd name="connsiteX214" fmla="*/ 1859292 w 11243827"/>
              <a:gd name="connsiteY214" fmla="*/ 5535461 h 5687273"/>
              <a:gd name="connsiteX215" fmla="*/ 1835626 w 11243827"/>
              <a:gd name="connsiteY215" fmla="*/ 5533793 h 5687273"/>
              <a:gd name="connsiteX216" fmla="*/ 1798939 w 11243827"/>
              <a:gd name="connsiteY216" fmla="*/ 5540285 h 5687273"/>
              <a:gd name="connsiteX217" fmla="*/ 1779046 w 11243827"/>
              <a:gd name="connsiteY217" fmla="*/ 5549949 h 5687273"/>
              <a:gd name="connsiteX218" fmla="*/ 1772421 w 11243827"/>
              <a:gd name="connsiteY218" fmla="*/ 5549018 h 5687273"/>
              <a:gd name="connsiteX219" fmla="*/ 1772052 w 11243827"/>
              <a:gd name="connsiteY219" fmla="*/ 5545689 h 5687273"/>
              <a:gd name="connsiteX220" fmla="*/ 1711543 w 11243827"/>
              <a:gd name="connsiteY220" fmla="*/ 5534558 h 5687273"/>
              <a:gd name="connsiteX221" fmla="*/ 1698891 w 11243827"/>
              <a:gd name="connsiteY221" fmla="*/ 5513187 h 5687273"/>
              <a:gd name="connsiteX222" fmla="*/ 1538763 w 11243827"/>
              <a:gd name="connsiteY222" fmla="*/ 5482781 h 5687273"/>
              <a:gd name="connsiteX223" fmla="*/ 1501533 w 11243827"/>
              <a:gd name="connsiteY223" fmla="*/ 5467817 h 5687273"/>
              <a:gd name="connsiteX224" fmla="*/ 1461266 w 11243827"/>
              <a:gd name="connsiteY224" fmla="*/ 5469343 h 5687273"/>
              <a:gd name="connsiteX225" fmla="*/ 1449415 w 11243827"/>
              <a:gd name="connsiteY225" fmla="*/ 5460467 h 5687273"/>
              <a:gd name="connsiteX226" fmla="*/ 1447454 w 11243827"/>
              <a:gd name="connsiteY226" fmla="*/ 5458776 h 5687273"/>
              <a:gd name="connsiteX227" fmla="*/ 1437814 w 11243827"/>
              <a:gd name="connsiteY227" fmla="*/ 5455515 h 5687273"/>
              <a:gd name="connsiteX228" fmla="*/ 1437334 w 11243827"/>
              <a:gd name="connsiteY228" fmla="*/ 5450209 h 5687273"/>
              <a:gd name="connsiteX229" fmla="*/ 1424429 w 11243827"/>
              <a:gd name="connsiteY229" fmla="*/ 5442157 h 5687273"/>
              <a:gd name="connsiteX230" fmla="*/ 1406063 w 11243827"/>
              <a:gd name="connsiteY230" fmla="*/ 5437380 h 5687273"/>
              <a:gd name="connsiteX231" fmla="*/ 1316379 w 11243827"/>
              <a:gd name="connsiteY231" fmla="*/ 5419601 h 5687273"/>
              <a:gd name="connsiteX232" fmla="*/ 1264090 w 11243827"/>
              <a:gd name="connsiteY232" fmla="*/ 5406153 h 5687273"/>
              <a:gd name="connsiteX233" fmla="*/ 1246374 w 11243827"/>
              <a:gd name="connsiteY233" fmla="*/ 5396631 h 5687273"/>
              <a:gd name="connsiteX234" fmla="*/ 1220190 w 11243827"/>
              <a:gd name="connsiteY234" fmla="*/ 5386301 h 5687273"/>
              <a:gd name="connsiteX235" fmla="*/ 1175643 w 11243827"/>
              <a:gd name="connsiteY235" fmla="*/ 5364651 h 5687273"/>
              <a:gd name="connsiteX236" fmla="*/ 1150342 w 11243827"/>
              <a:gd name="connsiteY236" fmla="*/ 5358447 h 5687273"/>
              <a:gd name="connsiteX237" fmla="*/ 1137272 w 11243827"/>
              <a:gd name="connsiteY237" fmla="*/ 5351191 h 5687273"/>
              <a:gd name="connsiteX238" fmla="*/ 1131268 w 11243827"/>
              <a:gd name="connsiteY238" fmla="*/ 5350530 h 5687273"/>
              <a:gd name="connsiteX239" fmla="*/ 1112024 w 11243827"/>
              <a:gd name="connsiteY239" fmla="*/ 5345786 h 5687273"/>
              <a:gd name="connsiteX240" fmla="*/ 1100870 w 11243827"/>
              <a:gd name="connsiteY240" fmla="*/ 5343651 h 5687273"/>
              <a:gd name="connsiteX241" fmla="*/ 1096383 w 11243827"/>
              <a:gd name="connsiteY241" fmla="*/ 5343015 h 5687273"/>
              <a:gd name="connsiteX242" fmla="*/ 1085571 w 11243827"/>
              <a:gd name="connsiteY242" fmla="*/ 5345836 h 5687273"/>
              <a:gd name="connsiteX243" fmla="*/ 1073168 w 11243827"/>
              <a:gd name="connsiteY243" fmla="*/ 5341521 h 5687273"/>
              <a:gd name="connsiteX244" fmla="*/ 1058039 w 11243827"/>
              <a:gd name="connsiteY244" fmla="*/ 5343504 h 5687273"/>
              <a:gd name="connsiteX245" fmla="*/ 1055426 w 11243827"/>
              <a:gd name="connsiteY245" fmla="*/ 5339088 h 5687273"/>
              <a:gd name="connsiteX246" fmla="*/ 1044738 w 11243827"/>
              <a:gd name="connsiteY246" fmla="*/ 5333063 h 5687273"/>
              <a:gd name="connsiteX247" fmla="*/ 1033909 w 11243827"/>
              <a:gd name="connsiteY247" fmla="*/ 5335680 h 5687273"/>
              <a:gd name="connsiteX248" fmla="*/ 1012649 w 11243827"/>
              <a:gd name="connsiteY248" fmla="*/ 5334541 h 5687273"/>
              <a:gd name="connsiteX249" fmla="*/ 1007115 w 11243827"/>
              <a:gd name="connsiteY249" fmla="*/ 5332775 h 5687273"/>
              <a:gd name="connsiteX250" fmla="*/ 986002 w 11243827"/>
              <a:gd name="connsiteY250" fmla="*/ 5334906 h 5687273"/>
              <a:gd name="connsiteX251" fmla="*/ 953418 w 11243827"/>
              <a:gd name="connsiteY251" fmla="*/ 5333901 h 5687273"/>
              <a:gd name="connsiteX252" fmla="*/ 916854 w 11243827"/>
              <a:gd name="connsiteY252" fmla="*/ 5329435 h 5687273"/>
              <a:gd name="connsiteX253" fmla="*/ 905651 w 11243827"/>
              <a:gd name="connsiteY253" fmla="*/ 5332114 h 5687273"/>
              <a:gd name="connsiteX254" fmla="*/ 836961 w 11243827"/>
              <a:gd name="connsiteY254" fmla="*/ 5330803 h 5687273"/>
              <a:gd name="connsiteX255" fmla="*/ 817627 w 11243827"/>
              <a:gd name="connsiteY255" fmla="*/ 5330580 h 5687273"/>
              <a:gd name="connsiteX256" fmla="*/ 801817 w 11243827"/>
              <a:gd name="connsiteY256" fmla="*/ 5325937 h 5687273"/>
              <a:gd name="connsiteX257" fmla="*/ 798857 w 11243827"/>
              <a:gd name="connsiteY257" fmla="*/ 5320979 h 5687273"/>
              <a:gd name="connsiteX258" fmla="*/ 788354 w 11243827"/>
              <a:gd name="connsiteY258" fmla="*/ 5320143 h 5687273"/>
              <a:gd name="connsiteX259" fmla="*/ 785726 w 11243827"/>
              <a:gd name="connsiteY259" fmla="*/ 5318989 h 5687273"/>
              <a:gd name="connsiteX260" fmla="*/ 770507 w 11243827"/>
              <a:gd name="connsiteY260" fmla="*/ 5313309 h 5687273"/>
              <a:gd name="connsiteX261" fmla="*/ 733810 w 11243827"/>
              <a:gd name="connsiteY261" fmla="*/ 5324286 h 5687273"/>
              <a:gd name="connsiteX262" fmla="*/ 692117 w 11243827"/>
              <a:gd name="connsiteY262" fmla="*/ 5318786 h 5687273"/>
              <a:gd name="connsiteX263" fmla="*/ 528894 w 11243827"/>
              <a:gd name="connsiteY263" fmla="*/ 5327578 h 5687273"/>
              <a:gd name="connsiteX264" fmla="*/ 507005 w 11243827"/>
              <a:gd name="connsiteY264" fmla="*/ 5310149 h 5687273"/>
              <a:gd name="connsiteX265" fmla="*/ 441302 w 11243827"/>
              <a:gd name="connsiteY265" fmla="*/ 5307062 h 5687273"/>
              <a:gd name="connsiteX266" fmla="*/ 336819 w 11243827"/>
              <a:gd name="connsiteY266" fmla="*/ 5336690 h 5687273"/>
              <a:gd name="connsiteX267" fmla="*/ 215763 w 11243827"/>
              <a:gd name="connsiteY267" fmla="*/ 5332575 h 5687273"/>
              <a:gd name="connsiteX268" fmla="*/ 205927 w 11243827"/>
              <a:gd name="connsiteY268" fmla="*/ 5339672 h 5687273"/>
              <a:gd name="connsiteX269" fmla="*/ 194189 w 11243827"/>
              <a:gd name="connsiteY269" fmla="*/ 5343588 h 5687273"/>
              <a:gd name="connsiteX270" fmla="*/ 192552 w 11243827"/>
              <a:gd name="connsiteY270" fmla="*/ 5342845 h 5687273"/>
              <a:gd name="connsiteX271" fmla="*/ 178320 w 11243827"/>
              <a:gd name="connsiteY271" fmla="*/ 5343766 h 5687273"/>
              <a:gd name="connsiteX272" fmla="*/ 175596 w 11243827"/>
              <a:gd name="connsiteY272" fmla="*/ 5346411 h 5687273"/>
              <a:gd name="connsiteX273" fmla="*/ 165951 w 11243827"/>
              <a:gd name="connsiteY273" fmla="*/ 5347808 h 5687273"/>
              <a:gd name="connsiteX274" fmla="*/ 147287 w 11243827"/>
              <a:gd name="connsiteY274" fmla="*/ 5352625 h 5687273"/>
              <a:gd name="connsiteX275" fmla="*/ 143484 w 11243827"/>
              <a:gd name="connsiteY275" fmla="*/ 5351591 h 5687273"/>
              <a:gd name="connsiteX276" fmla="*/ 114847 w 11243827"/>
              <a:gd name="connsiteY276" fmla="*/ 5355844 h 5687273"/>
              <a:gd name="connsiteX277" fmla="*/ 114306 w 11243827"/>
              <a:gd name="connsiteY277" fmla="*/ 5354983 h 5687273"/>
              <a:gd name="connsiteX278" fmla="*/ 105588 w 11243827"/>
              <a:gd name="connsiteY278" fmla="*/ 5352169 h 5687273"/>
              <a:gd name="connsiteX279" fmla="*/ 89264 w 11243827"/>
              <a:gd name="connsiteY279" fmla="*/ 5348886 h 5687273"/>
              <a:gd name="connsiteX280" fmla="*/ 49794 w 11243827"/>
              <a:gd name="connsiteY280" fmla="*/ 5329950 h 5687273"/>
              <a:gd name="connsiteX281" fmla="*/ 19924 w 11243827"/>
              <a:gd name="connsiteY281" fmla="*/ 5334282 h 5687273"/>
              <a:gd name="connsiteX282" fmla="*/ 13819 w 11243827"/>
              <a:gd name="connsiteY282" fmla="*/ 5334653 h 5687273"/>
              <a:gd name="connsiteX283" fmla="*/ 13657 w 11243827"/>
              <a:gd name="connsiteY283" fmla="*/ 5334455 h 5687273"/>
              <a:gd name="connsiteX284" fmla="*/ 7139 w 11243827"/>
              <a:gd name="connsiteY284" fmla="*/ 5334438 h 5687273"/>
              <a:gd name="connsiteX285" fmla="*/ 2684 w 11243827"/>
              <a:gd name="connsiteY285" fmla="*/ 5335333 h 5687273"/>
              <a:gd name="connsiteX286" fmla="*/ 0 w 11243827"/>
              <a:gd name="connsiteY286" fmla="*/ 5335496 h 5687273"/>
              <a:gd name="connsiteX287" fmla="*/ 0 w 11243827"/>
              <a:gd name="connsiteY287" fmla="*/ 10592 h 5687273"/>
              <a:gd name="connsiteX288" fmla="*/ 11243827 w 11243827"/>
              <a:gd name="connsiteY288" fmla="*/ 0 h 56872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441302 w 11243827"/>
              <a:gd name="connsiteY264" fmla="*/ 5307062 h 5641173"/>
              <a:gd name="connsiteX265" fmla="*/ 336819 w 11243827"/>
              <a:gd name="connsiteY265" fmla="*/ 5336690 h 5641173"/>
              <a:gd name="connsiteX266" fmla="*/ 215763 w 11243827"/>
              <a:gd name="connsiteY266" fmla="*/ 5332575 h 5641173"/>
              <a:gd name="connsiteX267" fmla="*/ 205927 w 11243827"/>
              <a:gd name="connsiteY267" fmla="*/ 5339672 h 5641173"/>
              <a:gd name="connsiteX268" fmla="*/ 194189 w 11243827"/>
              <a:gd name="connsiteY268" fmla="*/ 5343588 h 5641173"/>
              <a:gd name="connsiteX269" fmla="*/ 192552 w 11243827"/>
              <a:gd name="connsiteY269" fmla="*/ 5342845 h 5641173"/>
              <a:gd name="connsiteX270" fmla="*/ 178320 w 11243827"/>
              <a:gd name="connsiteY270" fmla="*/ 5343766 h 5641173"/>
              <a:gd name="connsiteX271" fmla="*/ 175596 w 11243827"/>
              <a:gd name="connsiteY271" fmla="*/ 5346411 h 5641173"/>
              <a:gd name="connsiteX272" fmla="*/ 165951 w 11243827"/>
              <a:gd name="connsiteY272" fmla="*/ 5347808 h 5641173"/>
              <a:gd name="connsiteX273" fmla="*/ 147287 w 11243827"/>
              <a:gd name="connsiteY273" fmla="*/ 5352625 h 5641173"/>
              <a:gd name="connsiteX274" fmla="*/ 143484 w 11243827"/>
              <a:gd name="connsiteY274" fmla="*/ 5351591 h 5641173"/>
              <a:gd name="connsiteX275" fmla="*/ 114847 w 11243827"/>
              <a:gd name="connsiteY275" fmla="*/ 5355844 h 5641173"/>
              <a:gd name="connsiteX276" fmla="*/ 114306 w 11243827"/>
              <a:gd name="connsiteY276" fmla="*/ 5354983 h 5641173"/>
              <a:gd name="connsiteX277" fmla="*/ 105588 w 11243827"/>
              <a:gd name="connsiteY277" fmla="*/ 5352169 h 5641173"/>
              <a:gd name="connsiteX278" fmla="*/ 89264 w 11243827"/>
              <a:gd name="connsiteY278" fmla="*/ 5348886 h 5641173"/>
              <a:gd name="connsiteX279" fmla="*/ 49794 w 11243827"/>
              <a:gd name="connsiteY279" fmla="*/ 5329950 h 5641173"/>
              <a:gd name="connsiteX280" fmla="*/ 19924 w 11243827"/>
              <a:gd name="connsiteY280" fmla="*/ 5334282 h 5641173"/>
              <a:gd name="connsiteX281" fmla="*/ 13819 w 11243827"/>
              <a:gd name="connsiteY281" fmla="*/ 5334653 h 5641173"/>
              <a:gd name="connsiteX282" fmla="*/ 13657 w 11243827"/>
              <a:gd name="connsiteY282" fmla="*/ 5334455 h 5641173"/>
              <a:gd name="connsiteX283" fmla="*/ 7139 w 11243827"/>
              <a:gd name="connsiteY283" fmla="*/ 5334438 h 5641173"/>
              <a:gd name="connsiteX284" fmla="*/ 2684 w 11243827"/>
              <a:gd name="connsiteY284" fmla="*/ 5335333 h 5641173"/>
              <a:gd name="connsiteX285" fmla="*/ 0 w 11243827"/>
              <a:gd name="connsiteY285" fmla="*/ 5335496 h 5641173"/>
              <a:gd name="connsiteX286" fmla="*/ 0 w 11243827"/>
              <a:gd name="connsiteY286" fmla="*/ 10592 h 5641173"/>
              <a:gd name="connsiteX287" fmla="*/ 11243827 w 11243827"/>
              <a:gd name="connsiteY287"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441302 w 11243827"/>
              <a:gd name="connsiteY264" fmla="*/ 5307062 h 5641173"/>
              <a:gd name="connsiteX265" fmla="*/ 336819 w 11243827"/>
              <a:gd name="connsiteY265" fmla="*/ 5336690 h 5641173"/>
              <a:gd name="connsiteX266" fmla="*/ 215763 w 11243827"/>
              <a:gd name="connsiteY266" fmla="*/ 5332575 h 5641173"/>
              <a:gd name="connsiteX267" fmla="*/ 270932 w 11243827"/>
              <a:gd name="connsiteY267" fmla="*/ 5345451 h 5641173"/>
              <a:gd name="connsiteX268" fmla="*/ 194189 w 11243827"/>
              <a:gd name="connsiteY268" fmla="*/ 5343588 h 5641173"/>
              <a:gd name="connsiteX269" fmla="*/ 192552 w 11243827"/>
              <a:gd name="connsiteY269" fmla="*/ 5342845 h 5641173"/>
              <a:gd name="connsiteX270" fmla="*/ 178320 w 11243827"/>
              <a:gd name="connsiteY270" fmla="*/ 5343766 h 5641173"/>
              <a:gd name="connsiteX271" fmla="*/ 175596 w 11243827"/>
              <a:gd name="connsiteY271" fmla="*/ 5346411 h 5641173"/>
              <a:gd name="connsiteX272" fmla="*/ 165951 w 11243827"/>
              <a:gd name="connsiteY272" fmla="*/ 5347808 h 5641173"/>
              <a:gd name="connsiteX273" fmla="*/ 147287 w 11243827"/>
              <a:gd name="connsiteY273" fmla="*/ 5352625 h 5641173"/>
              <a:gd name="connsiteX274" fmla="*/ 143484 w 11243827"/>
              <a:gd name="connsiteY274" fmla="*/ 5351591 h 5641173"/>
              <a:gd name="connsiteX275" fmla="*/ 114847 w 11243827"/>
              <a:gd name="connsiteY275" fmla="*/ 5355844 h 5641173"/>
              <a:gd name="connsiteX276" fmla="*/ 114306 w 11243827"/>
              <a:gd name="connsiteY276" fmla="*/ 5354983 h 5641173"/>
              <a:gd name="connsiteX277" fmla="*/ 105588 w 11243827"/>
              <a:gd name="connsiteY277" fmla="*/ 5352169 h 5641173"/>
              <a:gd name="connsiteX278" fmla="*/ 89264 w 11243827"/>
              <a:gd name="connsiteY278" fmla="*/ 5348886 h 5641173"/>
              <a:gd name="connsiteX279" fmla="*/ 49794 w 11243827"/>
              <a:gd name="connsiteY279" fmla="*/ 5329950 h 5641173"/>
              <a:gd name="connsiteX280" fmla="*/ 19924 w 11243827"/>
              <a:gd name="connsiteY280" fmla="*/ 5334282 h 5641173"/>
              <a:gd name="connsiteX281" fmla="*/ 13819 w 11243827"/>
              <a:gd name="connsiteY281" fmla="*/ 5334653 h 5641173"/>
              <a:gd name="connsiteX282" fmla="*/ 13657 w 11243827"/>
              <a:gd name="connsiteY282" fmla="*/ 5334455 h 5641173"/>
              <a:gd name="connsiteX283" fmla="*/ 7139 w 11243827"/>
              <a:gd name="connsiteY283" fmla="*/ 5334438 h 5641173"/>
              <a:gd name="connsiteX284" fmla="*/ 2684 w 11243827"/>
              <a:gd name="connsiteY284" fmla="*/ 5335333 h 5641173"/>
              <a:gd name="connsiteX285" fmla="*/ 0 w 11243827"/>
              <a:gd name="connsiteY285" fmla="*/ 5335496 h 5641173"/>
              <a:gd name="connsiteX286" fmla="*/ 0 w 11243827"/>
              <a:gd name="connsiteY286" fmla="*/ 10592 h 5641173"/>
              <a:gd name="connsiteX287" fmla="*/ 11243827 w 11243827"/>
              <a:gd name="connsiteY287"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441302 w 11243827"/>
              <a:gd name="connsiteY264" fmla="*/ 5307062 h 5641173"/>
              <a:gd name="connsiteX265" fmla="*/ 336819 w 11243827"/>
              <a:gd name="connsiteY265" fmla="*/ 5336690 h 5641173"/>
              <a:gd name="connsiteX266" fmla="*/ 270932 w 11243827"/>
              <a:gd name="connsiteY266" fmla="*/ 5345451 h 5641173"/>
              <a:gd name="connsiteX267" fmla="*/ 194189 w 11243827"/>
              <a:gd name="connsiteY267" fmla="*/ 5343588 h 5641173"/>
              <a:gd name="connsiteX268" fmla="*/ 192552 w 11243827"/>
              <a:gd name="connsiteY268" fmla="*/ 5342845 h 5641173"/>
              <a:gd name="connsiteX269" fmla="*/ 178320 w 11243827"/>
              <a:gd name="connsiteY269" fmla="*/ 5343766 h 5641173"/>
              <a:gd name="connsiteX270" fmla="*/ 175596 w 11243827"/>
              <a:gd name="connsiteY270" fmla="*/ 5346411 h 5641173"/>
              <a:gd name="connsiteX271" fmla="*/ 165951 w 11243827"/>
              <a:gd name="connsiteY271" fmla="*/ 5347808 h 5641173"/>
              <a:gd name="connsiteX272" fmla="*/ 147287 w 11243827"/>
              <a:gd name="connsiteY272" fmla="*/ 5352625 h 5641173"/>
              <a:gd name="connsiteX273" fmla="*/ 143484 w 11243827"/>
              <a:gd name="connsiteY273" fmla="*/ 5351591 h 5641173"/>
              <a:gd name="connsiteX274" fmla="*/ 114847 w 11243827"/>
              <a:gd name="connsiteY274" fmla="*/ 5355844 h 5641173"/>
              <a:gd name="connsiteX275" fmla="*/ 114306 w 11243827"/>
              <a:gd name="connsiteY275" fmla="*/ 5354983 h 5641173"/>
              <a:gd name="connsiteX276" fmla="*/ 105588 w 11243827"/>
              <a:gd name="connsiteY276" fmla="*/ 5352169 h 5641173"/>
              <a:gd name="connsiteX277" fmla="*/ 89264 w 11243827"/>
              <a:gd name="connsiteY277" fmla="*/ 5348886 h 5641173"/>
              <a:gd name="connsiteX278" fmla="*/ 49794 w 11243827"/>
              <a:gd name="connsiteY278" fmla="*/ 5329950 h 5641173"/>
              <a:gd name="connsiteX279" fmla="*/ 19924 w 11243827"/>
              <a:gd name="connsiteY279" fmla="*/ 5334282 h 5641173"/>
              <a:gd name="connsiteX280" fmla="*/ 13819 w 11243827"/>
              <a:gd name="connsiteY280" fmla="*/ 5334653 h 5641173"/>
              <a:gd name="connsiteX281" fmla="*/ 13657 w 11243827"/>
              <a:gd name="connsiteY281" fmla="*/ 5334455 h 5641173"/>
              <a:gd name="connsiteX282" fmla="*/ 7139 w 11243827"/>
              <a:gd name="connsiteY282" fmla="*/ 5334438 h 5641173"/>
              <a:gd name="connsiteX283" fmla="*/ 2684 w 11243827"/>
              <a:gd name="connsiteY283" fmla="*/ 5335333 h 5641173"/>
              <a:gd name="connsiteX284" fmla="*/ 0 w 11243827"/>
              <a:gd name="connsiteY284" fmla="*/ 5335496 h 5641173"/>
              <a:gd name="connsiteX285" fmla="*/ 0 w 11243827"/>
              <a:gd name="connsiteY285" fmla="*/ 10592 h 5641173"/>
              <a:gd name="connsiteX286" fmla="*/ 11243827 w 11243827"/>
              <a:gd name="connsiteY286"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441302 w 11243827"/>
              <a:gd name="connsiteY264" fmla="*/ 5307062 h 5641173"/>
              <a:gd name="connsiteX265" fmla="*/ 336819 w 11243827"/>
              <a:gd name="connsiteY265" fmla="*/ 5336690 h 5641173"/>
              <a:gd name="connsiteX266" fmla="*/ 270932 w 11243827"/>
              <a:gd name="connsiteY266" fmla="*/ 5345451 h 5641173"/>
              <a:gd name="connsiteX267" fmla="*/ 194189 w 11243827"/>
              <a:gd name="connsiteY267" fmla="*/ 5343588 h 5641173"/>
              <a:gd name="connsiteX268" fmla="*/ 192552 w 11243827"/>
              <a:gd name="connsiteY268" fmla="*/ 5342845 h 5641173"/>
              <a:gd name="connsiteX269" fmla="*/ 178320 w 11243827"/>
              <a:gd name="connsiteY269" fmla="*/ 5343766 h 5641173"/>
              <a:gd name="connsiteX270" fmla="*/ 175596 w 11243827"/>
              <a:gd name="connsiteY270" fmla="*/ 5346411 h 5641173"/>
              <a:gd name="connsiteX271" fmla="*/ 165951 w 11243827"/>
              <a:gd name="connsiteY271" fmla="*/ 5347808 h 5641173"/>
              <a:gd name="connsiteX272" fmla="*/ 147287 w 11243827"/>
              <a:gd name="connsiteY272" fmla="*/ 5352625 h 5641173"/>
              <a:gd name="connsiteX273" fmla="*/ 143484 w 11243827"/>
              <a:gd name="connsiteY273" fmla="*/ 5351591 h 5641173"/>
              <a:gd name="connsiteX274" fmla="*/ 114847 w 11243827"/>
              <a:gd name="connsiteY274" fmla="*/ 5355844 h 5641173"/>
              <a:gd name="connsiteX275" fmla="*/ 114306 w 11243827"/>
              <a:gd name="connsiteY275" fmla="*/ 5354983 h 5641173"/>
              <a:gd name="connsiteX276" fmla="*/ 89264 w 11243827"/>
              <a:gd name="connsiteY276" fmla="*/ 5348886 h 5641173"/>
              <a:gd name="connsiteX277" fmla="*/ 49794 w 11243827"/>
              <a:gd name="connsiteY277" fmla="*/ 5329950 h 5641173"/>
              <a:gd name="connsiteX278" fmla="*/ 19924 w 11243827"/>
              <a:gd name="connsiteY278" fmla="*/ 5334282 h 5641173"/>
              <a:gd name="connsiteX279" fmla="*/ 13819 w 11243827"/>
              <a:gd name="connsiteY279" fmla="*/ 5334653 h 5641173"/>
              <a:gd name="connsiteX280" fmla="*/ 13657 w 11243827"/>
              <a:gd name="connsiteY280" fmla="*/ 5334455 h 5641173"/>
              <a:gd name="connsiteX281" fmla="*/ 7139 w 11243827"/>
              <a:gd name="connsiteY281" fmla="*/ 5334438 h 5641173"/>
              <a:gd name="connsiteX282" fmla="*/ 2684 w 11243827"/>
              <a:gd name="connsiteY282" fmla="*/ 5335333 h 5641173"/>
              <a:gd name="connsiteX283" fmla="*/ 0 w 11243827"/>
              <a:gd name="connsiteY283" fmla="*/ 5335496 h 5641173"/>
              <a:gd name="connsiteX284" fmla="*/ 0 w 11243827"/>
              <a:gd name="connsiteY284" fmla="*/ 10592 h 5641173"/>
              <a:gd name="connsiteX285" fmla="*/ 11243827 w 11243827"/>
              <a:gd name="connsiteY285"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441302 w 11243827"/>
              <a:gd name="connsiteY264" fmla="*/ 5307062 h 5641173"/>
              <a:gd name="connsiteX265" fmla="*/ 336819 w 11243827"/>
              <a:gd name="connsiteY265" fmla="*/ 5336690 h 5641173"/>
              <a:gd name="connsiteX266" fmla="*/ 270932 w 11243827"/>
              <a:gd name="connsiteY266" fmla="*/ 5345451 h 5641173"/>
              <a:gd name="connsiteX267" fmla="*/ 194189 w 11243827"/>
              <a:gd name="connsiteY267" fmla="*/ 5343588 h 5641173"/>
              <a:gd name="connsiteX268" fmla="*/ 192552 w 11243827"/>
              <a:gd name="connsiteY268" fmla="*/ 5342845 h 5641173"/>
              <a:gd name="connsiteX269" fmla="*/ 178320 w 11243827"/>
              <a:gd name="connsiteY269" fmla="*/ 5343766 h 5641173"/>
              <a:gd name="connsiteX270" fmla="*/ 175596 w 11243827"/>
              <a:gd name="connsiteY270" fmla="*/ 5346411 h 5641173"/>
              <a:gd name="connsiteX271" fmla="*/ 165951 w 11243827"/>
              <a:gd name="connsiteY271" fmla="*/ 5347808 h 5641173"/>
              <a:gd name="connsiteX272" fmla="*/ 147287 w 11243827"/>
              <a:gd name="connsiteY272" fmla="*/ 5352625 h 5641173"/>
              <a:gd name="connsiteX273" fmla="*/ 114847 w 11243827"/>
              <a:gd name="connsiteY273" fmla="*/ 5355844 h 5641173"/>
              <a:gd name="connsiteX274" fmla="*/ 114306 w 11243827"/>
              <a:gd name="connsiteY274" fmla="*/ 5354983 h 5641173"/>
              <a:gd name="connsiteX275" fmla="*/ 89264 w 11243827"/>
              <a:gd name="connsiteY275" fmla="*/ 5348886 h 5641173"/>
              <a:gd name="connsiteX276" fmla="*/ 49794 w 11243827"/>
              <a:gd name="connsiteY276" fmla="*/ 5329950 h 5641173"/>
              <a:gd name="connsiteX277" fmla="*/ 19924 w 11243827"/>
              <a:gd name="connsiteY277" fmla="*/ 5334282 h 5641173"/>
              <a:gd name="connsiteX278" fmla="*/ 13819 w 11243827"/>
              <a:gd name="connsiteY278" fmla="*/ 5334653 h 5641173"/>
              <a:gd name="connsiteX279" fmla="*/ 13657 w 11243827"/>
              <a:gd name="connsiteY279" fmla="*/ 5334455 h 5641173"/>
              <a:gd name="connsiteX280" fmla="*/ 7139 w 11243827"/>
              <a:gd name="connsiteY280" fmla="*/ 5334438 h 5641173"/>
              <a:gd name="connsiteX281" fmla="*/ 2684 w 11243827"/>
              <a:gd name="connsiteY281" fmla="*/ 5335333 h 5641173"/>
              <a:gd name="connsiteX282" fmla="*/ 0 w 11243827"/>
              <a:gd name="connsiteY282" fmla="*/ 5335496 h 5641173"/>
              <a:gd name="connsiteX283" fmla="*/ 0 w 11243827"/>
              <a:gd name="connsiteY283" fmla="*/ 10592 h 5641173"/>
              <a:gd name="connsiteX284" fmla="*/ 11243827 w 11243827"/>
              <a:gd name="connsiteY284"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441302 w 11243827"/>
              <a:gd name="connsiteY264" fmla="*/ 5307062 h 5641173"/>
              <a:gd name="connsiteX265" fmla="*/ 336819 w 11243827"/>
              <a:gd name="connsiteY265" fmla="*/ 5336690 h 5641173"/>
              <a:gd name="connsiteX266" fmla="*/ 270932 w 11243827"/>
              <a:gd name="connsiteY266" fmla="*/ 5345451 h 5641173"/>
              <a:gd name="connsiteX267" fmla="*/ 194189 w 11243827"/>
              <a:gd name="connsiteY267" fmla="*/ 5343588 h 5641173"/>
              <a:gd name="connsiteX268" fmla="*/ 192552 w 11243827"/>
              <a:gd name="connsiteY268" fmla="*/ 5342845 h 5641173"/>
              <a:gd name="connsiteX269" fmla="*/ 178320 w 11243827"/>
              <a:gd name="connsiteY269" fmla="*/ 5343766 h 5641173"/>
              <a:gd name="connsiteX270" fmla="*/ 175596 w 11243827"/>
              <a:gd name="connsiteY270" fmla="*/ 5346411 h 5641173"/>
              <a:gd name="connsiteX271" fmla="*/ 147287 w 11243827"/>
              <a:gd name="connsiteY271" fmla="*/ 5352625 h 5641173"/>
              <a:gd name="connsiteX272" fmla="*/ 114847 w 11243827"/>
              <a:gd name="connsiteY272" fmla="*/ 5355844 h 5641173"/>
              <a:gd name="connsiteX273" fmla="*/ 114306 w 11243827"/>
              <a:gd name="connsiteY273" fmla="*/ 5354983 h 5641173"/>
              <a:gd name="connsiteX274" fmla="*/ 89264 w 11243827"/>
              <a:gd name="connsiteY274" fmla="*/ 5348886 h 5641173"/>
              <a:gd name="connsiteX275" fmla="*/ 49794 w 11243827"/>
              <a:gd name="connsiteY275" fmla="*/ 5329950 h 5641173"/>
              <a:gd name="connsiteX276" fmla="*/ 19924 w 11243827"/>
              <a:gd name="connsiteY276" fmla="*/ 5334282 h 5641173"/>
              <a:gd name="connsiteX277" fmla="*/ 13819 w 11243827"/>
              <a:gd name="connsiteY277" fmla="*/ 5334653 h 5641173"/>
              <a:gd name="connsiteX278" fmla="*/ 13657 w 11243827"/>
              <a:gd name="connsiteY278" fmla="*/ 5334455 h 5641173"/>
              <a:gd name="connsiteX279" fmla="*/ 7139 w 11243827"/>
              <a:gd name="connsiteY279" fmla="*/ 5334438 h 5641173"/>
              <a:gd name="connsiteX280" fmla="*/ 2684 w 11243827"/>
              <a:gd name="connsiteY280" fmla="*/ 5335333 h 5641173"/>
              <a:gd name="connsiteX281" fmla="*/ 0 w 11243827"/>
              <a:gd name="connsiteY281" fmla="*/ 5335496 h 5641173"/>
              <a:gd name="connsiteX282" fmla="*/ 0 w 11243827"/>
              <a:gd name="connsiteY282" fmla="*/ 10592 h 5641173"/>
              <a:gd name="connsiteX283" fmla="*/ 11243827 w 11243827"/>
              <a:gd name="connsiteY283"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12024 w 11243827"/>
              <a:gd name="connsiteY238" fmla="*/ 5345786 h 5641173"/>
              <a:gd name="connsiteX239" fmla="*/ 1100870 w 11243827"/>
              <a:gd name="connsiteY239" fmla="*/ 5343651 h 5641173"/>
              <a:gd name="connsiteX240" fmla="*/ 1096383 w 11243827"/>
              <a:gd name="connsiteY240" fmla="*/ 5343015 h 5641173"/>
              <a:gd name="connsiteX241" fmla="*/ 1085571 w 11243827"/>
              <a:gd name="connsiteY241" fmla="*/ 5345836 h 5641173"/>
              <a:gd name="connsiteX242" fmla="*/ 1073168 w 11243827"/>
              <a:gd name="connsiteY242" fmla="*/ 5341521 h 5641173"/>
              <a:gd name="connsiteX243" fmla="*/ 1058039 w 11243827"/>
              <a:gd name="connsiteY243" fmla="*/ 5343504 h 5641173"/>
              <a:gd name="connsiteX244" fmla="*/ 1055426 w 11243827"/>
              <a:gd name="connsiteY244" fmla="*/ 5339088 h 5641173"/>
              <a:gd name="connsiteX245" fmla="*/ 1044738 w 11243827"/>
              <a:gd name="connsiteY245" fmla="*/ 5333063 h 5641173"/>
              <a:gd name="connsiteX246" fmla="*/ 1033909 w 11243827"/>
              <a:gd name="connsiteY246" fmla="*/ 5335680 h 5641173"/>
              <a:gd name="connsiteX247" fmla="*/ 1012649 w 11243827"/>
              <a:gd name="connsiteY247" fmla="*/ 5334541 h 5641173"/>
              <a:gd name="connsiteX248" fmla="*/ 1007115 w 11243827"/>
              <a:gd name="connsiteY248" fmla="*/ 5332775 h 5641173"/>
              <a:gd name="connsiteX249" fmla="*/ 986002 w 11243827"/>
              <a:gd name="connsiteY249" fmla="*/ 5334906 h 5641173"/>
              <a:gd name="connsiteX250" fmla="*/ 953418 w 11243827"/>
              <a:gd name="connsiteY250" fmla="*/ 5333901 h 5641173"/>
              <a:gd name="connsiteX251" fmla="*/ 916854 w 11243827"/>
              <a:gd name="connsiteY251" fmla="*/ 5329435 h 5641173"/>
              <a:gd name="connsiteX252" fmla="*/ 905651 w 11243827"/>
              <a:gd name="connsiteY252" fmla="*/ 5332114 h 5641173"/>
              <a:gd name="connsiteX253" fmla="*/ 836961 w 11243827"/>
              <a:gd name="connsiteY253" fmla="*/ 5330803 h 5641173"/>
              <a:gd name="connsiteX254" fmla="*/ 817627 w 11243827"/>
              <a:gd name="connsiteY254" fmla="*/ 5330580 h 5641173"/>
              <a:gd name="connsiteX255" fmla="*/ 801817 w 11243827"/>
              <a:gd name="connsiteY255" fmla="*/ 5325937 h 5641173"/>
              <a:gd name="connsiteX256" fmla="*/ 798857 w 11243827"/>
              <a:gd name="connsiteY256" fmla="*/ 5320979 h 5641173"/>
              <a:gd name="connsiteX257" fmla="*/ 788354 w 11243827"/>
              <a:gd name="connsiteY257" fmla="*/ 5320143 h 5641173"/>
              <a:gd name="connsiteX258" fmla="*/ 785726 w 11243827"/>
              <a:gd name="connsiteY258" fmla="*/ 5318989 h 5641173"/>
              <a:gd name="connsiteX259" fmla="*/ 770507 w 11243827"/>
              <a:gd name="connsiteY259" fmla="*/ 5313309 h 5641173"/>
              <a:gd name="connsiteX260" fmla="*/ 733810 w 11243827"/>
              <a:gd name="connsiteY260" fmla="*/ 5324286 h 5641173"/>
              <a:gd name="connsiteX261" fmla="*/ 692117 w 11243827"/>
              <a:gd name="connsiteY261" fmla="*/ 5318786 h 5641173"/>
              <a:gd name="connsiteX262" fmla="*/ 574943 w 11243827"/>
              <a:gd name="connsiteY262" fmla="*/ 5327578 h 5641173"/>
              <a:gd name="connsiteX263" fmla="*/ 441302 w 11243827"/>
              <a:gd name="connsiteY263" fmla="*/ 5307062 h 5641173"/>
              <a:gd name="connsiteX264" fmla="*/ 336819 w 11243827"/>
              <a:gd name="connsiteY264" fmla="*/ 5336690 h 5641173"/>
              <a:gd name="connsiteX265" fmla="*/ 270932 w 11243827"/>
              <a:gd name="connsiteY265" fmla="*/ 5345451 h 5641173"/>
              <a:gd name="connsiteX266" fmla="*/ 194189 w 11243827"/>
              <a:gd name="connsiteY266" fmla="*/ 5343588 h 5641173"/>
              <a:gd name="connsiteX267" fmla="*/ 192552 w 11243827"/>
              <a:gd name="connsiteY267" fmla="*/ 5342845 h 5641173"/>
              <a:gd name="connsiteX268" fmla="*/ 178320 w 11243827"/>
              <a:gd name="connsiteY268" fmla="*/ 5343766 h 5641173"/>
              <a:gd name="connsiteX269" fmla="*/ 175596 w 11243827"/>
              <a:gd name="connsiteY269" fmla="*/ 5346411 h 5641173"/>
              <a:gd name="connsiteX270" fmla="*/ 147287 w 11243827"/>
              <a:gd name="connsiteY270" fmla="*/ 5352625 h 5641173"/>
              <a:gd name="connsiteX271" fmla="*/ 114847 w 11243827"/>
              <a:gd name="connsiteY271" fmla="*/ 5355844 h 5641173"/>
              <a:gd name="connsiteX272" fmla="*/ 114306 w 11243827"/>
              <a:gd name="connsiteY272" fmla="*/ 5354983 h 5641173"/>
              <a:gd name="connsiteX273" fmla="*/ 89264 w 11243827"/>
              <a:gd name="connsiteY273" fmla="*/ 5348886 h 5641173"/>
              <a:gd name="connsiteX274" fmla="*/ 49794 w 11243827"/>
              <a:gd name="connsiteY274" fmla="*/ 5329950 h 5641173"/>
              <a:gd name="connsiteX275" fmla="*/ 19924 w 11243827"/>
              <a:gd name="connsiteY275" fmla="*/ 5334282 h 5641173"/>
              <a:gd name="connsiteX276" fmla="*/ 13819 w 11243827"/>
              <a:gd name="connsiteY276" fmla="*/ 5334653 h 5641173"/>
              <a:gd name="connsiteX277" fmla="*/ 13657 w 11243827"/>
              <a:gd name="connsiteY277" fmla="*/ 5334455 h 5641173"/>
              <a:gd name="connsiteX278" fmla="*/ 7139 w 11243827"/>
              <a:gd name="connsiteY278" fmla="*/ 5334438 h 5641173"/>
              <a:gd name="connsiteX279" fmla="*/ 2684 w 11243827"/>
              <a:gd name="connsiteY279" fmla="*/ 5335333 h 5641173"/>
              <a:gd name="connsiteX280" fmla="*/ 0 w 11243827"/>
              <a:gd name="connsiteY280" fmla="*/ 5335496 h 5641173"/>
              <a:gd name="connsiteX281" fmla="*/ 0 w 11243827"/>
              <a:gd name="connsiteY281" fmla="*/ 10592 h 5641173"/>
              <a:gd name="connsiteX282" fmla="*/ 11243827 w 11243827"/>
              <a:gd name="connsiteY282"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85571 w 11243827"/>
              <a:gd name="connsiteY240" fmla="*/ 5345836 h 5641173"/>
              <a:gd name="connsiteX241" fmla="*/ 1073168 w 11243827"/>
              <a:gd name="connsiteY241" fmla="*/ 5341521 h 5641173"/>
              <a:gd name="connsiteX242" fmla="*/ 1058039 w 11243827"/>
              <a:gd name="connsiteY242" fmla="*/ 5343504 h 5641173"/>
              <a:gd name="connsiteX243" fmla="*/ 1055426 w 11243827"/>
              <a:gd name="connsiteY243" fmla="*/ 5339088 h 5641173"/>
              <a:gd name="connsiteX244" fmla="*/ 1044738 w 11243827"/>
              <a:gd name="connsiteY244" fmla="*/ 5333063 h 5641173"/>
              <a:gd name="connsiteX245" fmla="*/ 1033909 w 11243827"/>
              <a:gd name="connsiteY245" fmla="*/ 5335680 h 5641173"/>
              <a:gd name="connsiteX246" fmla="*/ 1012649 w 11243827"/>
              <a:gd name="connsiteY246" fmla="*/ 5334541 h 5641173"/>
              <a:gd name="connsiteX247" fmla="*/ 1007115 w 11243827"/>
              <a:gd name="connsiteY247" fmla="*/ 5332775 h 5641173"/>
              <a:gd name="connsiteX248" fmla="*/ 986002 w 11243827"/>
              <a:gd name="connsiteY248" fmla="*/ 5334906 h 5641173"/>
              <a:gd name="connsiteX249" fmla="*/ 953418 w 11243827"/>
              <a:gd name="connsiteY249" fmla="*/ 5333901 h 5641173"/>
              <a:gd name="connsiteX250" fmla="*/ 916854 w 11243827"/>
              <a:gd name="connsiteY250" fmla="*/ 5329435 h 5641173"/>
              <a:gd name="connsiteX251" fmla="*/ 905651 w 11243827"/>
              <a:gd name="connsiteY251" fmla="*/ 5332114 h 5641173"/>
              <a:gd name="connsiteX252" fmla="*/ 836961 w 11243827"/>
              <a:gd name="connsiteY252" fmla="*/ 5330803 h 5641173"/>
              <a:gd name="connsiteX253" fmla="*/ 817627 w 11243827"/>
              <a:gd name="connsiteY253" fmla="*/ 5330580 h 5641173"/>
              <a:gd name="connsiteX254" fmla="*/ 801817 w 11243827"/>
              <a:gd name="connsiteY254" fmla="*/ 5325937 h 5641173"/>
              <a:gd name="connsiteX255" fmla="*/ 798857 w 11243827"/>
              <a:gd name="connsiteY255" fmla="*/ 5320979 h 5641173"/>
              <a:gd name="connsiteX256" fmla="*/ 788354 w 11243827"/>
              <a:gd name="connsiteY256" fmla="*/ 5320143 h 5641173"/>
              <a:gd name="connsiteX257" fmla="*/ 785726 w 11243827"/>
              <a:gd name="connsiteY257" fmla="*/ 5318989 h 5641173"/>
              <a:gd name="connsiteX258" fmla="*/ 770507 w 11243827"/>
              <a:gd name="connsiteY258" fmla="*/ 5313309 h 5641173"/>
              <a:gd name="connsiteX259" fmla="*/ 733810 w 11243827"/>
              <a:gd name="connsiteY259" fmla="*/ 5324286 h 5641173"/>
              <a:gd name="connsiteX260" fmla="*/ 692117 w 11243827"/>
              <a:gd name="connsiteY260" fmla="*/ 5318786 h 5641173"/>
              <a:gd name="connsiteX261" fmla="*/ 574943 w 11243827"/>
              <a:gd name="connsiteY261" fmla="*/ 5327578 h 5641173"/>
              <a:gd name="connsiteX262" fmla="*/ 441302 w 11243827"/>
              <a:gd name="connsiteY262" fmla="*/ 5307062 h 5641173"/>
              <a:gd name="connsiteX263" fmla="*/ 336819 w 11243827"/>
              <a:gd name="connsiteY263" fmla="*/ 5336690 h 5641173"/>
              <a:gd name="connsiteX264" fmla="*/ 270932 w 11243827"/>
              <a:gd name="connsiteY264" fmla="*/ 5345451 h 5641173"/>
              <a:gd name="connsiteX265" fmla="*/ 194189 w 11243827"/>
              <a:gd name="connsiteY265" fmla="*/ 5343588 h 5641173"/>
              <a:gd name="connsiteX266" fmla="*/ 192552 w 11243827"/>
              <a:gd name="connsiteY266" fmla="*/ 5342845 h 5641173"/>
              <a:gd name="connsiteX267" fmla="*/ 178320 w 11243827"/>
              <a:gd name="connsiteY267" fmla="*/ 5343766 h 5641173"/>
              <a:gd name="connsiteX268" fmla="*/ 175596 w 11243827"/>
              <a:gd name="connsiteY268" fmla="*/ 5346411 h 5641173"/>
              <a:gd name="connsiteX269" fmla="*/ 147287 w 11243827"/>
              <a:gd name="connsiteY269" fmla="*/ 5352625 h 5641173"/>
              <a:gd name="connsiteX270" fmla="*/ 114847 w 11243827"/>
              <a:gd name="connsiteY270" fmla="*/ 5355844 h 5641173"/>
              <a:gd name="connsiteX271" fmla="*/ 114306 w 11243827"/>
              <a:gd name="connsiteY271" fmla="*/ 5354983 h 5641173"/>
              <a:gd name="connsiteX272" fmla="*/ 89264 w 11243827"/>
              <a:gd name="connsiteY272" fmla="*/ 5348886 h 5641173"/>
              <a:gd name="connsiteX273" fmla="*/ 49794 w 11243827"/>
              <a:gd name="connsiteY273" fmla="*/ 5329950 h 5641173"/>
              <a:gd name="connsiteX274" fmla="*/ 19924 w 11243827"/>
              <a:gd name="connsiteY274" fmla="*/ 5334282 h 5641173"/>
              <a:gd name="connsiteX275" fmla="*/ 13819 w 11243827"/>
              <a:gd name="connsiteY275" fmla="*/ 5334653 h 5641173"/>
              <a:gd name="connsiteX276" fmla="*/ 13657 w 11243827"/>
              <a:gd name="connsiteY276" fmla="*/ 5334455 h 5641173"/>
              <a:gd name="connsiteX277" fmla="*/ 7139 w 11243827"/>
              <a:gd name="connsiteY277" fmla="*/ 5334438 h 5641173"/>
              <a:gd name="connsiteX278" fmla="*/ 2684 w 11243827"/>
              <a:gd name="connsiteY278" fmla="*/ 5335333 h 5641173"/>
              <a:gd name="connsiteX279" fmla="*/ 0 w 11243827"/>
              <a:gd name="connsiteY279" fmla="*/ 5335496 h 5641173"/>
              <a:gd name="connsiteX280" fmla="*/ 0 w 11243827"/>
              <a:gd name="connsiteY280" fmla="*/ 10592 h 5641173"/>
              <a:gd name="connsiteX281" fmla="*/ 11243827 w 11243827"/>
              <a:gd name="connsiteY281"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85571 w 11243827"/>
              <a:gd name="connsiteY240" fmla="*/ 5345836 h 5641173"/>
              <a:gd name="connsiteX241" fmla="*/ 1058039 w 11243827"/>
              <a:gd name="connsiteY241" fmla="*/ 5343504 h 5641173"/>
              <a:gd name="connsiteX242" fmla="*/ 1055426 w 11243827"/>
              <a:gd name="connsiteY242" fmla="*/ 5339088 h 5641173"/>
              <a:gd name="connsiteX243" fmla="*/ 1044738 w 11243827"/>
              <a:gd name="connsiteY243" fmla="*/ 5333063 h 5641173"/>
              <a:gd name="connsiteX244" fmla="*/ 1033909 w 11243827"/>
              <a:gd name="connsiteY244" fmla="*/ 5335680 h 5641173"/>
              <a:gd name="connsiteX245" fmla="*/ 1012649 w 11243827"/>
              <a:gd name="connsiteY245" fmla="*/ 5334541 h 5641173"/>
              <a:gd name="connsiteX246" fmla="*/ 1007115 w 11243827"/>
              <a:gd name="connsiteY246" fmla="*/ 5332775 h 5641173"/>
              <a:gd name="connsiteX247" fmla="*/ 986002 w 11243827"/>
              <a:gd name="connsiteY247" fmla="*/ 5334906 h 5641173"/>
              <a:gd name="connsiteX248" fmla="*/ 953418 w 11243827"/>
              <a:gd name="connsiteY248" fmla="*/ 5333901 h 5641173"/>
              <a:gd name="connsiteX249" fmla="*/ 916854 w 11243827"/>
              <a:gd name="connsiteY249" fmla="*/ 5329435 h 5641173"/>
              <a:gd name="connsiteX250" fmla="*/ 905651 w 11243827"/>
              <a:gd name="connsiteY250" fmla="*/ 5332114 h 5641173"/>
              <a:gd name="connsiteX251" fmla="*/ 836961 w 11243827"/>
              <a:gd name="connsiteY251" fmla="*/ 5330803 h 5641173"/>
              <a:gd name="connsiteX252" fmla="*/ 817627 w 11243827"/>
              <a:gd name="connsiteY252" fmla="*/ 5330580 h 5641173"/>
              <a:gd name="connsiteX253" fmla="*/ 801817 w 11243827"/>
              <a:gd name="connsiteY253" fmla="*/ 5325937 h 5641173"/>
              <a:gd name="connsiteX254" fmla="*/ 798857 w 11243827"/>
              <a:gd name="connsiteY254" fmla="*/ 5320979 h 5641173"/>
              <a:gd name="connsiteX255" fmla="*/ 788354 w 11243827"/>
              <a:gd name="connsiteY255" fmla="*/ 5320143 h 5641173"/>
              <a:gd name="connsiteX256" fmla="*/ 785726 w 11243827"/>
              <a:gd name="connsiteY256" fmla="*/ 5318989 h 5641173"/>
              <a:gd name="connsiteX257" fmla="*/ 770507 w 11243827"/>
              <a:gd name="connsiteY257" fmla="*/ 5313309 h 5641173"/>
              <a:gd name="connsiteX258" fmla="*/ 733810 w 11243827"/>
              <a:gd name="connsiteY258" fmla="*/ 5324286 h 5641173"/>
              <a:gd name="connsiteX259" fmla="*/ 692117 w 11243827"/>
              <a:gd name="connsiteY259" fmla="*/ 5318786 h 5641173"/>
              <a:gd name="connsiteX260" fmla="*/ 574943 w 11243827"/>
              <a:gd name="connsiteY260" fmla="*/ 5327578 h 5641173"/>
              <a:gd name="connsiteX261" fmla="*/ 441302 w 11243827"/>
              <a:gd name="connsiteY261" fmla="*/ 5307062 h 5641173"/>
              <a:gd name="connsiteX262" fmla="*/ 336819 w 11243827"/>
              <a:gd name="connsiteY262" fmla="*/ 5336690 h 5641173"/>
              <a:gd name="connsiteX263" fmla="*/ 270932 w 11243827"/>
              <a:gd name="connsiteY263" fmla="*/ 5345451 h 5641173"/>
              <a:gd name="connsiteX264" fmla="*/ 194189 w 11243827"/>
              <a:gd name="connsiteY264" fmla="*/ 5343588 h 5641173"/>
              <a:gd name="connsiteX265" fmla="*/ 192552 w 11243827"/>
              <a:gd name="connsiteY265" fmla="*/ 5342845 h 5641173"/>
              <a:gd name="connsiteX266" fmla="*/ 178320 w 11243827"/>
              <a:gd name="connsiteY266" fmla="*/ 5343766 h 5641173"/>
              <a:gd name="connsiteX267" fmla="*/ 175596 w 11243827"/>
              <a:gd name="connsiteY267" fmla="*/ 5346411 h 5641173"/>
              <a:gd name="connsiteX268" fmla="*/ 147287 w 11243827"/>
              <a:gd name="connsiteY268" fmla="*/ 5352625 h 5641173"/>
              <a:gd name="connsiteX269" fmla="*/ 114847 w 11243827"/>
              <a:gd name="connsiteY269" fmla="*/ 5355844 h 5641173"/>
              <a:gd name="connsiteX270" fmla="*/ 114306 w 11243827"/>
              <a:gd name="connsiteY270" fmla="*/ 5354983 h 5641173"/>
              <a:gd name="connsiteX271" fmla="*/ 89264 w 11243827"/>
              <a:gd name="connsiteY271" fmla="*/ 5348886 h 5641173"/>
              <a:gd name="connsiteX272" fmla="*/ 49794 w 11243827"/>
              <a:gd name="connsiteY272" fmla="*/ 5329950 h 5641173"/>
              <a:gd name="connsiteX273" fmla="*/ 19924 w 11243827"/>
              <a:gd name="connsiteY273" fmla="*/ 5334282 h 5641173"/>
              <a:gd name="connsiteX274" fmla="*/ 13819 w 11243827"/>
              <a:gd name="connsiteY274" fmla="*/ 5334653 h 5641173"/>
              <a:gd name="connsiteX275" fmla="*/ 13657 w 11243827"/>
              <a:gd name="connsiteY275" fmla="*/ 5334455 h 5641173"/>
              <a:gd name="connsiteX276" fmla="*/ 7139 w 11243827"/>
              <a:gd name="connsiteY276" fmla="*/ 5334438 h 5641173"/>
              <a:gd name="connsiteX277" fmla="*/ 2684 w 11243827"/>
              <a:gd name="connsiteY277" fmla="*/ 5335333 h 5641173"/>
              <a:gd name="connsiteX278" fmla="*/ 0 w 11243827"/>
              <a:gd name="connsiteY278" fmla="*/ 5335496 h 5641173"/>
              <a:gd name="connsiteX279" fmla="*/ 0 w 11243827"/>
              <a:gd name="connsiteY279" fmla="*/ 10592 h 5641173"/>
              <a:gd name="connsiteX280" fmla="*/ 11243827 w 11243827"/>
              <a:gd name="connsiteY280"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85571 w 11243827"/>
              <a:gd name="connsiteY240" fmla="*/ 5358836 h 5641173"/>
              <a:gd name="connsiteX241" fmla="*/ 1058039 w 11243827"/>
              <a:gd name="connsiteY241" fmla="*/ 5343504 h 5641173"/>
              <a:gd name="connsiteX242" fmla="*/ 1055426 w 11243827"/>
              <a:gd name="connsiteY242" fmla="*/ 5339088 h 5641173"/>
              <a:gd name="connsiteX243" fmla="*/ 1044738 w 11243827"/>
              <a:gd name="connsiteY243" fmla="*/ 5333063 h 5641173"/>
              <a:gd name="connsiteX244" fmla="*/ 1033909 w 11243827"/>
              <a:gd name="connsiteY244" fmla="*/ 5335680 h 5641173"/>
              <a:gd name="connsiteX245" fmla="*/ 1012649 w 11243827"/>
              <a:gd name="connsiteY245" fmla="*/ 5334541 h 5641173"/>
              <a:gd name="connsiteX246" fmla="*/ 1007115 w 11243827"/>
              <a:gd name="connsiteY246" fmla="*/ 5332775 h 5641173"/>
              <a:gd name="connsiteX247" fmla="*/ 986002 w 11243827"/>
              <a:gd name="connsiteY247" fmla="*/ 5334906 h 5641173"/>
              <a:gd name="connsiteX248" fmla="*/ 953418 w 11243827"/>
              <a:gd name="connsiteY248" fmla="*/ 5333901 h 5641173"/>
              <a:gd name="connsiteX249" fmla="*/ 916854 w 11243827"/>
              <a:gd name="connsiteY249" fmla="*/ 5329435 h 5641173"/>
              <a:gd name="connsiteX250" fmla="*/ 905651 w 11243827"/>
              <a:gd name="connsiteY250" fmla="*/ 5332114 h 5641173"/>
              <a:gd name="connsiteX251" fmla="*/ 836961 w 11243827"/>
              <a:gd name="connsiteY251" fmla="*/ 5330803 h 5641173"/>
              <a:gd name="connsiteX252" fmla="*/ 817627 w 11243827"/>
              <a:gd name="connsiteY252" fmla="*/ 5330580 h 5641173"/>
              <a:gd name="connsiteX253" fmla="*/ 801817 w 11243827"/>
              <a:gd name="connsiteY253" fmla="*/ 5325937 h 5641173"/>
              <a:gd name="connsiteX254" fmla="*/ 798857 w 11243827"/>
              <a:gd name="connsiteY254" fmla="*/ 5320979 h 5641173"/>
              <a:gd name="connsiteX255" fmla="*/ 788354 w 11243827"/>
              <a:gd name="connsiteY255" fmla="*/ 5320143 h 5641173"/>
              <a:gd name="connsiteX256" fmla="*/ 785726 w 11243827"/>
              <a:gd name="connsiteY256" fmla="*/ 5318989 h 5641173"/>
              <a:gd name="connsiteX257" fmla="*/ 770507 w 11243827"/>
              <a:gd name="connsiteY257" fmla="*/ 5313309 h 5641173"/>
              <a:gd name="connsiteX258" fmla="*/ 733810 w 11243827"/>
              <a:gd name="connsiteY258" fmla="*/ 5324286 h 5641173"/>
              <a:gd name="connsiteX259" fmla="*/ 692117 w 11243827"/>
              <a:gd name="connsiteY259" fmla="*/ 5318786 h 5641173"/>
              <a:gd name="connsiteX260" fmla="*/ 574943 w 11243827"/>
              <a:gd name="connsiteY260" fmla="*/ 5327578 h 5641173"/>
              <a:gd name="connsiteX261" fmla="*/ 441302 w 11243827"/>
              <a:gd name="connsiteY261" fmla="*/ 5307062 h 5641173"/>
              <a:gd name="connsiteX262" fmla="*/ 336819 w 11243827"/>
              <a:gd name="connsiteY262" fmla="*/ 5336690 h 5641173"/>
              <a:gd name="connsiteX263" fmla="*/ 270932 w 11243827"/>
              <a:gd name="connsiteY263" fmla="*/ 5345451 h 5641173"/>
              <a:gd name="connsiteX264" fmla="*/ 194189 w 11243827"/>
              <a:gd name="connsiteY264" fmla="*/ 5343588 h 5641173"/>
              <a:gd name="connsiteX265" fmla="*/ 192552 w 11243827"/>
              <a:gd name="connsiteY265" fmla="*/ 5342845 h 5641173"/>
              <a:gd name="connsiteX266" fmla="*/ 178320 w 11243827"/>
              <a:gd name="connsiteY266" fmla="*/ 5343766 h 5641173"/>
              <a:gd name="connsiteX267" fmla="*/ 175596 w 11243827"/>
              <a:gd name="connsiteY267" fmla="*/ 5346411 h 5641173"/>
              <a:gd name="connsiteX268" fmla="*/ 147287 w 11243827"/>
              <a:gd name="connsiteY268" fmla="*/ 5352625 h 5641173"/>
              <a:gd name="connsiteX269" fmla="*/ 114847 w 11243827"/>
              <a:gd name="connsiteY269" fmla="*/ 5355844 h 5641173"/>
              <a:gd name="connsiteX270" fmla="*/ 114306 w 11243827"/>
              <a:gd name="connsiteY270" fmla="*/ 5354983 h 5641173"/>
              <a:gd name="connsiteX271" fmla="*/ 89264 w 11243827"/>
              <a:gd name="connsiteY271" fmla="*/ 5348886 h 5641173"/>
              <a:gd name="connsiteX272" fmla="*/ 49794 w 11243827"/>
              <a:gd name="connsiteY272" fmla="*/ 5329950 h 5641173"/>
              <a:gd name="connsiteX273" fmla="*/ 19924 w 11243827"/>
              <a:gd name="connsiteY273" fmla="*/ 5334282 h 5641173"/>
              <a:gd name="connsiteX274" fmla="*/ 13819 w 11243827"/>
              <a:gd name="connsiteY274" fmla="*/ 5334653 h 5641173"/>
              <a:gd name="connsiteX275" fmla="*/ 13657 w 11243827"/>
              <a:gd name="connsiteY275" fmla="*/ 5334455 h 5641173"/>
              <a:gd name="connsiteX276" fmla="*/ 7139 w 11243827"/>
              <a:gd name="connsiteY276" fmla="*/ 5334438 h 5641173"/>
              <a:gd name="connsiteX277" fmla="*/ 2684 w 11243827"/>
              <a:gd name="connsiteY277" fmla="*/ 5335333 h 5641173"/>
              <a:gd name="connsiteX278" fmla="*/ 0 w 11243827"/>
              <a:gd name="connsiteY278" fmla="*/ 5335496 h 5641173"/>
              <a:gd name="connsiteX279" fmla="*/ 0 w 11243827"/>
              <a:gd name="connsiteY279" fmla="*/ 10592 h 5641173"/>
              <a:gd name="connsiteX280" fmla="*/ 11243827 w 11243827"/>
              <a:gd name="connsiteY280"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85571 w 11243827"/>
              <a:gd name="connsiteY240" fmla="*/ 5358836 h 5641173"/>
              <a:gd name="connsiteX241" fmla="*/ 1058039 w 11243827"/>
              <a:gd name="connsiteY241" fmla="*/ 5343504 h 5641173"/>
              <a:gd name="connsiteX242" fmla="*/ 1055426 w 11243827"/>
              <a:gd name="connsiteY242" fmla="*/ 5339088 h 5641173"/>
              <a:gd name="connsiteX243" fmla="*/ 1044738 w 11243827"/>
              <a:gd name="connsiteY243" fmla="*/ 5333063 h 5641173"/>
              <a:gd name="connsiteX244" fmla="*/ 1033909 w 11243827"/>
              <a:gd name="connsiteY244" fmla="*/ 5335680 h 5641173"/>
              <a:gd name="connsiteX245" fmla="*/ 1012649 w 11243827"/>
              <a:gd name="connsiteY245" fmla="*/ 5334541 h 5641173"/>
              <a:gd name="connsiteX246" fmla="*/ 1007115 w 11243827"/>
              <a:gd name="connsiteY246" fmla="*/ 5332775 h 5641173"/>
              <a:gd name="connsiteX247" fmla="*/ 987447 w 11243827"/>
              <a:gd name="connsiteY247" fmla="*/ 5346462 h 5641173"/>
              <a:gd name="connsiteX248" fmla="*/ 953418 w 11243827"/>
              <a:gd name="connsiteY248" fmla="*/ 5333901 h 5641173"/>
              <a:gd name="connsiteX249" fmla="*/ 916854 w 11243827"/>
              <a:gd name="connsiteY249" fmla="*/ 5329435 h 5641173"/>
              <a:gd name="connsiteX250" fmla="*/ 905651 w 11243827"/>
              <a:gd name="connsiteY250" fmla="*/ 5332114 h 5641173"/>
              <a:gd name="connsiteX251" fmla="*/ 836961 w 11243827"/>
              <a:gd name="connsiteY251" fmla="*/ 5330803 h 5641173"/>
              <a:gd name="connsiteX252" fmla="*/ 817627 w 11243827"/>
              <a:gd name="connsiteY252" fmla="*/ 5330580 h 5641173"/>
              <a:gd name="connsiteX253" fmla="*/ 801817 w 11243827"/>
              <a:gd name="connsiteY253" fmla="*/ 5325937 h 5641173"/>
              <a:gd name="connsiteX254" fmla="*/ 798857 w 11243827"/>
              <a:gd name="connsiteY254" fmla="*/ 5320979 h 5641173"/>
              <a:gd name="connsiteX255" fmla="*/ 788354 w 11243827"/>
              <a:gd name="connsiteY255" fmla="*/ 5320143 h 5641173"/>
              <a:gd name="connsiteX256" fmla="*/ 785726 w 11243827"/>
              <a:gd name="connsiteY256" fmla="*/ 5318989 h 5641173"/>
              <a:gd name="connsiteX257" fmla="*/ 770507 w 11243827"/>
              <a:gd name="connsiteY257" fmla="*/ 5313309 h 5641173"/>
              <a:gd name="connsiteX258" fmla="*/ 733810 w 11243827"/>
              <a:gd name="connsiteY258" fmla="*/ 5324286 h 5641173"/>
              <a:gd name="connsiteX259" fmla="*/ 692117 w 11243827"/>
              <a:gd name="connsiteY259" fmla="*/ 5318786 h 5641173"/>
              <a:gd name="connsiteX260" fmla="*/ 574943 w 11243827"/>
              <a:gd name="connsiteY260" fmla="*/ 5327578 h 5641173"/>
              <a:gd name="connsiteX261" fmla="*/ 441302 w 11243827"/>
              <a:gd name="connsiteY261" fmla="*/ 5307062 h 5641173"/>
              <a:gd name="connsiteX262" fmla="*/ 336819 w 11243827"/>
              <a:gd name="connsiteY262" fmla="*/ 5336690 h 5641173"/>
              <a:gd name="connsiteX263" fmla="*/ 270932 w 11243827"/>
              <a:gd name="connsiteY263" fmla="*/ 5345451 h 5641173"/>
              <a:gd name="connsiteX264" fmla="*/ 194189 w 11243827"/>
              <a:gd name="connsiteY264" fmla="*/ 5343588 h 5641173"/>
              <a:gd name="connsiteX265" fmla="*/ 192552 w 11243827"/>
              <a:gd name="connsiteY265" fmla="*/ 5342845 h 5641173"/>
              <a:gd name="connsiteX266" fmla="*/ 178320 w 11243827"/>
              <a:gd name="connsiteY266" fmla="*/ 5343766 h 5641173"/>
              <a:gd name="connsiteX267" fmla="*/ 175596 w 11243827"/>
              <a:gd name="connsiteY267" fmla="*/ 5346411 h 5641173"/>
              <a:gd name="connsiteX268" fmla="*/ 147287 w 11243827"/>
              <a:gd name="connsiteY268" fmla="*/ 5352625 h 5641173"/>
              <a:gd name="connsiteX269" fmla="*/ 114847 w 11243827"/>
              <a:gd name="connsiteY269" fmla="*/ 5355844 h 5641173"/>
              <a:gd name="connsiteX270" fmla="*/ 114306 w 11243827"/>
              <a:gd name="connsiteY270" fmla="*/ 5354983 h 5641173"/>
              <a:gd name="connsiteX271" fmla="*/ 89264 w 11243827"/>
              <a:gd name="connsiteY271" fmla="*/ 5348886 h 5641173"/>
              <a:gd name="connsiteX272" fmla="*/ 49794 w 11243827"/>
              <a:gd name="connsiteY272" fmla="*/ 5329950 h 5641173"/>
              <a:gd name="connsiteX273" fmla="*/ 19924 w 11243827"/>
              <a:gd name="connsiteY273" fmla="*/ 5334282 h 5641173"/>
              <a:gd name="connsiteX274" fmla="*/ 13819 w 11243827"/>
              <a:gd name="connsiteY274" fmla="*/ 5334653 h 5641173"/>
              <a:gd name="connsiteX275" fmla="*/ 13657 w 11243827"/>
              <a:gd name="connsiteY275" fmla="*/ 5334455 h 5641173"/>
              <a:gd name="connsiteX276" fmla="*/ 7139 w 11243827"/>
              <a:gd name="connsiteY276" fmla="*/ 5334438 h 5641173"/>
              <a:gd name="connsiteX277" fmla="*/ 2684 w 11243827"/>
              <a:gd name="connsiteY277" fmla="*/ 5335333 h 5641173"/>
              <a:gd name="connsiteX278" fmla="*/ 0 w 11243827"/>
              <a:gd name="connsiteY278" fmla="*/ 5335496 h 5641173"/>
              <a:gd name="connsiteX279" fmla="*/ 0 w 11243827"/>
              <a:gd name="connsiteY279" fmla="*/ 10592 h 5641173"/>
              <a:gd name="connsiteX280" fmla="*/ 11243827 w 11243827"/>
              <a:gd name="connsiteY280"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85571 w 11243827"/>
              <a:gd name="connsiteY240" fmla="*/ 5358836 h 5641173"/>
              <a:gd name="connsiteX241" fmla="*/ 1058039 w 11243827"/>
              <a:gd name="connsiteY241" fmla="*/ 5343504 h 5641173"/>
              <a:gd name="connsiteX242" fmla="*/ 1055426 w 11243827"/>
              <a:gd name="connsiteY242" fmla="*/ 5339088 h 5641173"/>
              <a:gd name="connsiteX243" fmla="*/ 1044738 w 11243827"/>
              <a:gd name="connsiteY243" fmla="*/ 5333063 h 5641173"/>
              <a:gd name="connsiteX244" fmla="*/ 1033909 w 11243827"/>
              <a:gd name="connsiteY244" fmla="*/ 5335680 h 5641173"/>
              <a:gd name="connsiteX245" fmla="*/ 1012649 w 11243827"/>
              <a:gd name="connsiteY245" fmla="*/ 5334541 h 5641173"/>
              <a:gd name="connsiteX246" fmla="*/ 1007115 w 11243827"/>
              <a:gd name="connsiteY246" fmla="*/ 5332775 h 5641173"/>
              <a:gd name="connsiteX247" fmla="*/ 987447 w 11243827"/>
              <a:gd name="connsiteY247" fmla="*/ 5346462 h 5641173"/>
              <a:gd name="connsiteX248" fmla="*/ 953418 w 11243827"/>
              <a:gd name="connsiteY248" fmla="*/ 5333901 h 5641173"/>
              <a:gd name="connsiteX249" fmla="*/ 916854 w 11243827"/>
              <a:gd name="connsiteY249" fmla="*/ 5329435 h 5641173"/>
              <a:gd name="connsiteX250" fmla="*/ 905651 w 11243827"/>
              <a:gd name="connsiteY250" fmla="*/ 5332114 h 5641173"/>
              <a:gd name="connsiteX251" fmla="*/ 838405 w 11243827"/>
              <a:gd name="connsiteY251" fmla="*/ 5339470 h 5641173"/>
              <a:gd name="connsiteX252" fmla="*/ 817627 w 11243827"/>
              <a:gd name="connsiteY252" fmla="*/ 5330580 h 5641173"/>
              <a:gd name="connsiteX253" fmla="*/ 801817 w 11243827"/>
              <a:gd name="connsiteY253" fmla="*/ 5325937 h 5641173"/>
              <a:gd name="connsiteX254" fmla="*/ 798857 w 11243827"/>
              <a:gd name="connsiteY254" fmla="*/ 5320979 h 5641173"/>
              <a:gd name="connsiteX255" fmla="*/ 788354 w 11243827"/>
              <a:gd name="connsiteY255" fmla="*/ 5320143 h 5641173"/>
              <a:gd name="connsiteX256" fmla="*/ 785726 w 11243827"/>
              <a:gd name="connsiteY256" fmla="*/ 5318989 h 5641173"/>
              <a:gd name="connsiteX257" fmla="*/ 770507 w 11243827"/>
              <a:gd name="connsiteY257" fmla="*/ 5313309 h 5641173"/>
              <a:gd name="connsiteX258" fmla="*/ 733810 w 11243827"/>
              <a:gd name="connsiteY258" fmla="*/ 5324286 h 5641173"/>
              <a:gd name="connsiteX259" fmla="*/ 692117 w 11243827"/>
              <a:gd name="connsiteY259" fmla="*/ 5318786 h 5641173"/>
              <a:gd name="connsiteX260" fmla="*/ 574943 w 11243827"/>
              <a:gd name="connsiteY260" fmla="*/ 5327578 h 5641173"/>
              <a:gd name="connsiteX261" fmla="*/ 441302 w 11243827"/>
              <a:gd name="connsiteY261" fmla="*/ 5307062 h 5641173"/>
              <a:gd name="connsiteX262" fmla="*/ 336819 w 11243827"/>
              <a:gd name="connsiteY262" fmla="*/ 5336690 h 5641173"/>
              <a:gd name="connsiteX263" fmla="*/ 270932 w 11243827"/>
              <a:gd name="connsiteY263" fmla="*/ 5345451 h 5641173"/>
              <a:gd name="connsiteX264" fmla="*/ 194189 w 11243827"/>
              <a:gd name="connsiteY264" fmla="*/ 5343588 h 5641173"/>
              <a:gd name="connsiteX265" fmla="*/ 192552 w 11243827"/>
              <a:gd name="connsiteY265" fmla="*/ 5342845 h 5641173"/>
              <a:gd name="connsiteX266" fmla="*/ 178320 w 11243827"/>
              <a:gd name="connsiteY266" fmla="*/ 5343766 h 5641173"/>
              <a:gd name="connsiteX267" fmla="*/ 175596 w 11243827"/>
              <a:gd name="connsiteY267" fmla="*/ 5346411 h 5641173"/>
              <a:gd name="connsiteX268" fmla="*/ 147287 w 11243827"/>
              <a:gd name="connsiteY268" fmla="*/ 5352625 h 5641173"/>
              <a:gd name="connsiteX269" fmla="*/ 114847 w 11243827"/>
              <a:gd name="connsiteY269" fmla="*/ 5355844 h 5641173"/>
              <a:gd name="connsiteX270" fmla="*/ 114306 w 11243827"/>
              <a:gd name="connsiteY270" fmla="*/ 5354983 h 5641173"/>
              <a:gd name="connsiteX271" fmla="*/ 89264 w 11243827"/>
              <a:gd name="connsiteY271" fmla="*/ 5348886 h 5641173"/>
              <a:gd name="connsiteX272" fmla="*/ 49794 w 11243827"/>
              <a:gd name="connsiteY272" fmla="*/ 5329950 h 5641173"/>
              <a:gd name="connsiteX273" fmla="*/ 19924 w 11243827"/>
              <a:gd name="connsiteY273" fmla="*/ 5334282 h 5641173"/>
              <a:gd name="connsiteX274" fmla="*/ 13819 w 11243827"/>
              <a:gd name="connsiteY274" fmla="*/ 5334653 h 5641173"/>
              <a:gd name="connsiteX275" fmla="*/ 13657 w 11243827"/>
              <a:gd name="connsiteY275" fmla="*/ 5334455 h 5641173"/>
              <a:gd name="connsiteX276" fmla="*/ 7139 w 11243827"/>
              <a:gd name="connsiteY276" fmla="*/ 5334438 h 5641173"/>
              <a:gd name="connsiteX277" fmla="*/ 2684 w 11243827"/>
              <a:gd name="connsiteY277" fmla="*/ 5335333 h 5641173"/>
              <a:gd name="connsiteX278" fmla="*/ 0 w 11243827"/>
              <a:gd name="connsiteY278" fmla="*/ 5335496 h 5641173"/>
              <a:gd name="connsiteX279" fmla="*/ 0 w 11243827"/>
              <a:gd name="connsiteY279" fmla="*/ 10592 h 5641173"/>
              <a:gd name="connsiteX280" fmla="*/ 11243827 w 11243827"/>
              <a:gd name="connsiteY280"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58039 w 11243827"/>
              <a:gd name="connsiteY240" fmla="*/ 5343504 h 5641173"/>
              <a:gd name="connsiteX241" fmla="*/ 1055426 w 11243827"/>
              <a:gd name="connsiteY241" fmla="*/ 5339088 h 5641173"/>
              <a:gd name="connsiteX242" fmla="*/ 1044738 w 11243827"/>
              <a:gd name="connsiteY242" fmla="*/ 5333063 h 5641173"/>
              <a:gd name="connsiteX243" fmla="*/ 1033909 w 11243827"/>
              <a:gd name="connsiteY243" fmla="*/ 5335680 h 5641173"/>
              <a:gd name="connsiteX244" fmla="*/ 1012649 w 11243827"/>
              <a:gd name="connsiteY244" fmla="*/ 5334541 h 5641173"/>
              <a:gd name="connsiteX245" fmla="*/ 1007115 w 11243827"/>
              <a:gd name="connsiteY245" fmla="*/ 5332775 h 5641173"/>
              <a:gd name="connsiteX246" fmla="*/ 987447 w 11243827"/>
              <a:gd name="connsiteY246" fmla="*/ 5346462 h 5641173"/>
              <a:gd name="connsiteX247" fmla="*/ 953418 w 11243827"/>
              <a:gd name="connsiteY247" fmla="*/ 5333901 h 5641173"/>
              <a:gd name="connsiteX248" fmla="*/ 916854 w 11243827"/>
              <a:gd name="connsiteY248" fmla="*/ 5329435 h 5641173"/>
              <a:gd name="connsiteX249" fmla="*/ 905651 w 11243827"/>
              <a:gd name="connsiteY249" fmla="*/ 5332114 h 5641173"/>
              <a:gd name="connsiteX250" fmla="*/ 838405 w 11243827"/>
              <a:gd name="connsiteY250" fmla="*/ 5339470 h 5641173"/>
              <a:gd name="connsiteX251" fmla="*/ 817627 w 11243827"/>
              <a:gd name="connsiteY251" fmla="*/ 5330580 h 5641173"/>
              <a:gd name="connsiteX252" fmla="*/ 801817 w 11243827"/>
              <a:gd name="connsiteY252" fmla="*/ 5325937 h 5641173"/>
              <a:gd name="connsiteX253" fmla="*/ 798857 w 11243827"/>
              <a:gd name="connsiteY253" fmla="*/ 5320979 h 5641173"/>
              <a:gd name="connsiteX254" fmla="*/ 788354 w 11243827"/>
              <a:gd name="connsiteY254" fmla="*/ 5320143 h 5641173"/>
              <a:gd name="connsiteX255" fmla="*/ 785726 w 11243827"/>
              <a:gd name="connsiteY255" fmla="*/ 5318989 h 5641173"/>
              <a:gd name="connsiteX256" fmla="*/ 770507 w 11243827"/>
              <a:gd name="connsiteY256" fmla="*/ 5313309 h 5641173"/>
              <a:gd name="connsiteX257" fmla="*/ 733810 w 11243827"/>
              <a:gd name="connsiteY257" fmla="*/ 5324286 h 5641173"/>
              <a:gd name="connsiteX258" fmla="*/ 692117 w 11243827"/>
              <a:gd name="connsiteY258" fmla="*/ 5318786 h 5641173"/>
              <a:gd name="connsiteX259" fmla="*/ 574943 w 11243827"/>
              <a:gd name="connsiteY259" fmla="*/ 5327578 h 5641173"/>
              <a:gd name="connsiteX260" fmla="*/ 441302 w 11243827"/>
              <a:gd name="connsiteY260" fmla="*/ 5307062 h 5641173"/>
              <a:gd name="connsiteX261" fmla="*/ 336819 w 11243827"/>
              <a:gd name="connsiteY261" fmla="*/ 5336690 h 5641173"/>
              <a:gd name="connsiteX262" fmla="*/ 270932 w 11243827"/>
              <a:gd name="connsiteY262" fmla="*/ 5345451 h 5641173"/>
              <a:gd name="connsiteX263" fmla="*/ 194189 w 11243827"/>
              <a:gd name="connsiteY263" fmla="*/ 5343588 h 5641173"/>
              <a:gd name="connsiteX264" fmla="*/ 192552 w 11243827"/>
              <a:gd name="connsiteY264" fmla="*/ 5342845 h 5641173"/>
              <a:gd name="connsiteX265" fmla="*/ 178320 w 11243827"/>
              <a:gd name="connsiteY265" fmla="*/ 5343766 h 5641173"/>
              <a:gd name="connsiteX266" fmla="*/ 175596 w 11243827"/>
              <a:gd name="connsiteY266" fmla="*/ 5346411 h 5641173"/>
              <a:gd name="connsiteX267" fmla="*/ 147287 w 11243827"/>
              <a:gd name="connsiteY267" fmla="*/ 5352625 h 5641173"/>
              <a:gd name="connsiteX268" fmla="*/ 114847 w 11243827"/>
              <a:gd name="connsiteY268" fmla="*/ 5355844 h 5641173"/>
              <a:gd name="connsiteX269" fmla="*/ 114306 w 11243827"/>
              <a:gd name="connsiteY269" fmla="*/ 5354983 h 5641173"/>
              <a:gd name="connsiteX270" fmla="*/ 89264 w 11243827"/>
              <a:gd name="connsiteY270" fmla="*/ 5348886 h 5641173"/>
              <a:gd name="connsiteX271" fmla="*/ 49794 w 11243827"/>
              <a:gd name="connsiteY271" fmla="*/ 5329950 h 5641173"/>
              <a:gd name="connsiteX272" fmla="*/ 19924 w 11243827"/>
              <a:gd name="connsiteY272" fmla="*/ 5334282 h 5641173"/>
              <a:gd name="connsiteX273" fmla="*/ 13819 w 11243827"/>
              <a:gd name="connsiteY273" fmla="*/ 5334653 h 5641173"/>
              <a:gd name="connsiteX274" fmla="*/ 13657 w 11243827"/>
              <a:gd name="connsiteY274" fmla="*/ 5334455 h 5641173"/>
              <a:gd name="connsiteX275" fmla="*/ 7139 w 11243827"/>
              <a:gd name="connsiteY275" fmla="*/ 5334438 h 5641173"/>
              <a:gd name="connsiteX276" fmla="*/ 2684 w 11243827"/>
              <a:gd name="connsiteY276" fmla="*/ 5335333 h 5641173"/>
              <a:gd name="connsiteX277" fmla="*/ 0 w 11243827"/>
              <a:gd name="connsiteY277" fmla="*/ 5335496 h 5641173"/>
              <a:gd name="connsiteX278" fmla="*/ 0 w 11243827"/>
              <a:gd name="connsiteY278" fmla="*/ 10592 h 5641173"/>
              <a:gd name="connsiteX279" fmla="*/ 11243827 w 11243827"/>
              <a:gd name="connsiteY279"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32830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58039 w 11243827"/>
              <a:gd name="connsiteY240" fmla="*/ 5343504 h 5641173"/>
              <a:gd name="connsiteX241" fmla="*/ 1055426 w 11243827"/>
              <a:gd name="connsiteY241" fmla="*/ 5339088 h 5641173"/>
              <a:gd name="connsiteX242" fmla="*/ 1044738 w 11243827"/>
              <a:gd name="connsiteY242" fmla="*/ 5333063 h 5641173"/>
              <a:gd name="connsiteX243" fmla="*/ 1033909 w 11243827"/>
              <a:gd name="connsiteY243" fmla="*/ 5335680 h 5641173"/>
              <a:gd name="connsiteX244" fmla="*/ 1012649 w 11243827"/>
              <a:gd name="connsiteY244" fmla="*/ 5334541 h 5641173"/>
              <a:gd name="connsiteX245" fmla="*/ 1007115 w 11243827"/>
              <a:gd name="connsiteY245" fmla="*/ 5332775 h 5641173"/>
              <a:gd name="connsiteX246" fmla="*/ 987447 w 11243827"/>
              <a:gd name="connsiteY246" fmla="*/ 5346462 h 5641173"/>
              <a:gd name="connsiteX247" fmla="*/ 953418 w 11243827"/>
              <a:gd name="connsiteY247" fmla="*/ 5333901 h 5641173"/>
              <a:gd name="connsiteX248" fmla="*/ 916854 w 11243827"/>
              <a:gd name="connsiteY248" fmla="*/ 5329435 h 5641173"/>
              <a:gd name="connsiteX249" fmla="*/ 905651 w 11243827"/>
              <a:gd name="connsiteY249" fmla="*/ 5332114 h 5641173"/>
              <a:gd name="connsiteX250" fmla="*/ 838405 w 11243827"/>
              <a:gd name="connsiteY250" fmla="*/ 5339470 h 5641173"/>
              <a:gd name="connsiteX251" fmla="*/ 817627 w 11243827"/>
              <a:gd name="connsiteY251" fmla="*/ 5330580 h 5641173"/>
              <a:gd name="connsiteX252" fmla="*/ 801817 w 11243827"/>
              <a:gd name="connsiteY252" fmla="*/ 5325937 h 5641173"/>
              <a:gd name="connsiteX253" fmla="*/ 798857 w 11243827"/>
              <a:gd name="connsiteY253" fmla="*/ 5320979 h 5641173"/>
              <a:gd name="connsiteX254" fmla="*/ 788354 w 11243827"/>
              <a:gd name="connsiteY254" fmla="*/ 5320143 h 5641173"/>
              <a:gd name="connsiteX255" fmla="*/ 785726 w 11243827"/>
              <a:gd name="connsiteY255" fmla="*/ 5318989 h 5641173"/>
              <a:gd name="connsiteX256" fmla="*/ 770507 w 11243827"/>
              <a:gd name="connsiteY256" fmla="*/ 5313309 h 5641173"/>
              <a:gd name="connsiteX257" fmla="*/ 733810 w 11243827"/>
              <a:gd name="connsiteY257" fmla="*/ 5324286 h 5641173"/>
              <a:gd name="connsiteX258" fmla="*/ 692117 w 11243827"/>
              <a:gd name="connsiteY258" fmla="*/ 5318786 h 5641173"/>
              <a:gd name="connsiteX259" fmla="*/ 574943 w 11243827"/>
              <a:gd name="connsiteY259" fmla="*/ 5327578 h 5641173"/>
              <a:gd name="connsiteX260" fmla="*/ 441302 w 11243827"/>
              <a:gd name="connsiteY260" fmla="*/ 5307062 h 5641173"/>
              <a:gd name="connsiteX261" fmla="*/ 336819 w 11243827"/>
              <a:gd name="connsiteY261" fmla="*/ 5336690 h 5641173"/>
              <a:gd name="connsiteX262" fmla="*/ 270932 w 11243827"/>
              <a:gd name="connsiteY262" fmla="*/ 5345451 h 5641173"/>
              <a:gd name="connsiteX263" fmla="*/ 194189 w 11243827"/>
              <a:gd name="connsiteY263" fmla="*/ 5343588 h 5641173"/>
              <a:gd name="connsiteX264" fmla="*/ 192552 w 11243827"/>
              <a:gd name="connsiteY264" fmla="*/ 5342845 h 5641173"/>
              <a:gd name="connsiteX265" fmla="*/ 178320 w 11243827"/>
              <a:gd name="connsiteY265" fmla="*/ 5343766 h 5641173"/>
              <a:gd name="connsiteX266" fmla="*/ 175596 w 11243827"/>
              <a:gd name="connsiteY266" fmla="*/ 5346411 h 5641173"/>
              <a:gd name="connsiteX267" fmla="*/ 147287 w 11243827"/>
              <a:gd name="connsiteY267" fmla="*/ 5352625 h 5641173"/>
              <a:gd name="connsiteX268" fmla="*/ 114847 w 11243827"/>
              <a:gd name="connsiteY268" fmla="*/ 5355844 h 5641173"/>
              <a:gd name="connsiteX269" fmla="*/ 114306 w 11243827"/>
              <a:gd name="connsiteY269" fmla="*/ 5354983 h 5641173"/>
              <a:gd name="connsiteX270" fmla="*/ 89264 w 11243827"/>
              <a:gd name="connsiteY270" fmla="*/ 5348886 h 5641173"/>
              <a:gd name="connsiteX271" fmla="*/ 49794 w 11243827"/>
              <a:gd name="connsiteY271" fmla="*/ 5329950 h 5641173"/>
              <a:gd name="connsiteX272" fmla="*/ 19924 w 11243827"/>
              <a:gd name="connsiteY272" fmla="*/ 5334282 h 5641173"/>
              <a:gd name="connsiteX273" fmla="*/ 13819 w 11243827"/>
              <a:gd name="connsiteY273" fmla="*/ 5334653 h 5641173"/>
              <a:gd name="connsiteX274" fmla="*/ 13657 w 11243827"/>
              <a:gd name="connsiteY274" fmla="*/ 5334455 h 5641173"/>
              <a:gd name="connsiteX275" fmla="*/ 7139 w 11243827"/>
              <a:gd name="connsiteY275" fmla="*/ 5334438 h 5641173"/>
              <a:gd name="connsiteX276" fmla="*/ 2684 w 11243827"/>
              <a:gd name="connsiteY276" fmla="*/ 5335333 h 5641173"/>
              <a:gd name="connsiteX277" fmla="*/ 0 w 11243827"/>
              <a:gd name="connsiteY277" fmla="*/ 5335496 h 5641173"/>
              <a:gd name="connsiteX278" fmla="*/ 0 w 11243827"/>
              <a:gd name="connsiteY278" fmla="*/ 10592 h 5641173"/>
              <a:gd name="connsiteX279" fmla="*/ 11243827 w 11243827"/>
              <a:gd name="connsiteY279"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32830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58039 w 11243827"/>
              <a:gd name="connsiteY240" fmla="*/ 5343504 h 5641173"/>
              <a:gd name="connsiteX241" fmla="*/ 1055426 w 11243827"/>
              <a:gd name="connsiteY241" fmla="*/ 5339088 h 5641173"/>
              <a:gd name="connsiteX242" fmla="*/ 1044738 w 11243827"/>
              <a:gd name="connsiteY242" fmla="*/ 5333063 h 5641173"/>
              <a:gd name="connsiteX243" fmla="*/ 1033909 w 11243827"/>
              <a:gd name="connsiteY243" fmla="*/ 5335680 h 5641173"/>
              <a:gd name="connsiteX244" fmla="*/ 1012649 w 11243827"/>
              <a:gd name="connsiteY244" fmla="*/ 5334541 h 5641173"/>
              <a:gd name="connsiteX245" fmla="*/ 1007115 w 11243827"/>
              <a:gd name="connsiteY245" fmla="*/ 5332775 h 5641173"/>
              <a:gd name="connsiteX246" fmla="*/ 987447 w 11243827"/>
              <a:gd name="connsiteY246" fmla="*/ 5346462 h 5641173"/>
              <a:gd name="connsiteX247" fmla="*/ 953418 w 11243827"/>
              <a:gd name="connsiteY247" fmla="*/ 5333901 h 5641173"/>
              <a:gd name="connsiteX248" fmla="*/ 916854 w 11243827"/>
              <a:gd name="connsiteY248" fmla="*/ 5329435 h 5641173"/>
              <a:gd name="connsiteX249" fmla="*/ 905651 w 11243827"/>
              <a:gd name="connsiteY249" fmla="*/ 5332114 h 5641173"/>
              <a:gd name="connsiteX250" fmla="*/ 838405 w 11243827"/>
              <a:gd name="connsiteY250" fmla="*/ 5339470 h 5641173"/>
              <a:gd name="connsiteX251" fmla="*/ 817627 w 11243827"/>
              <a:gd name="connsiteY251" fmla="*/ 5330580 h 5641173"/>
              <a:gd name="connsiteX252" fmla="*/ 801817 w 11243827"/>
              <a:gd name="connsiteY252" fmla="*/ 5325937 h 5641173"/>
              <a:gd name="connsiteX253" fmla="*/ 798857 w 11243827"/>
              <a:gd name="connsiteY253" fmla="*/ 5320979 h 5641173"/>
              <a:gd name="connsiteX254" fmla="*/ 788354 w 11243827"/>
              <a:gd name="connsiteY254" fmla="*/ 5320143 h 5641173"/>
              <a:gd name="connsiteX255" fmla="*/ 785726 w 11243827"/>
              <a:gd name="connsiteY255" fmla="*/ 5318989 h 5641173"/>
              <a:gd name="connsiteX256" fmla="*/ 770507 w 11243827"/>
              <a:gd name="connsiteY256" fmla="*/ 5313309 h 5641173"/>
              <a:gd name="connsiteX257" fmla="*/ 733810 w 11243827"/>
              <a:gd name="connsiteY257" fmla="*/ 5324286 h 5641173"/>
              <a:gd name="connsiteX258" fmla="*/ 692117 w 11243827"/>
              <a:gd name="connsiteY258" fmla="*/ 5318786 h 5641173"/>
              <a:gd name="connsiteX259" fmla="*/ 574943 w 11243827"/>
              <a:gd name="connsiteY259" fmla="*/ 5327578 h 5641173"/>
              <a:gd name="connsiteX260" fmla="*/ 441302 w 11243827"/>
              <a:gd name="connsiteY260" fmla="*/ 5307062 h 5641173"/>
              <a:gd name="connsiteX261" fmla="*/ 336819 w 11243827"/>
              <a:gd name="connsiteY261" fmla="*/ 5336690 h 5641173"/>
              <a:gd name="connsiteX262" fmla="*/ 270932 w 11243827"/>
              <a:gd name="connsiteY262" fmla="*/ 5345451 h 5641173"/>
              <a:gd name="connsiteX263" fmla="*/ 194189 w 11243827"/>
              <a:gd name="connsiteY263" fmla="*/ 5343588 h 5641173"/>
              <a:gd name="connsiteX264" fmla="*/ 192552 w 11243827"/>
              <a:gd name="connsiteY264" fmla="*/ 5342845 h 5641173"/>
              <a:gd name="connsiteX265" fmla="*/ 178320 w 11243827"/>
              <a:gd name="connsiteY265" fmla="*/ 5343766 h 5641173"/>
              <a:gd name="connsiteX266" fmla="*/ 175596 w 11243827"/>
              <a:gd name="connsiteY266" fmla="*/ 5346411 h 5641173"/>
              <a:gd name="connsiteX267" fmla="*/ 147287 w 11243827"/>
              <a:gd name="connsiteY267" fmla="*/ 5352625 h 5641173"/>
              <a:gd name="connsiteX268" fmla="*/ 114847 w 11243827"/>
              <a:gd name="connsiteY268" fmla="*/ 5355844 h 5641173"/>
              <a:gd name="connsiteX269" fmla="*/ 114306 w 11243827"/>
              <a:gd name="connsiteY269" fmla="*/ 5354983 h 5641173"/>
              <a:gd name="connsiteX270" fmla="*/ 89264 w 11243827"/>
              <a:gd name="connsiteY270" fmla="*/ 5348886 h 5641173"/>
              <a:gd name="connsiteX271" fmla="*/ 49794 w 11243827"/>
              <a:gd name="connsiteY271" fmla="*/ 5329950 h 5641173"/>
              <a:gd name="connsiteX272" fmla="*/ 19924 w 11243827"/>
              <a:gd name="connsiteY272" fmla="*/ 5334282 h 5641173"/>
              <a:gd name="connsiteX273" fmla="*/ 13819 w 11243827"/>
              <a:gd name="connsiteY273" fmla="*/ 5334653 h 5641173"/>
              <a:gd name="connsiteX274" fmla="*/ 13657 w 11243827"/>
              <a:gd name="connsiteY274" fmla="*/ 5334455 h 5641173"/>
              <a:gd name="connsiteX275" fmla="*/ 7139 w 11243827"/>
              <a:gd name="connsiteY275" fmla="*/ 5334438 h 5641173"/>
              <a:gd name="connsiteX276" fmla="*/ 2684 w 11243827"/>
              <a:gd name="connsiteY276" fmla="*/ 5335333 h 5641173"/>
              <a:gd name="connsiteX277" fmla="*/ 0 w 11243827"/>
              <a:gd name="connsiteY277" fmla="*/ 5335496 h 5641173"/>
              <a:gd name="connsiteX278" fmla="*/ 0 w 11243827"/>
              <a:gd name="connsiteY278" fmla="*/ 10592 h 5641173"/>
              <a:gd name="connsiteX279" fmla="*/ 11243827 w 11243827"/>
              <a:gd name="connsiteY279" fmla="*/ 0 h 5641173"/>
              <a:gd name="connsiteX0" fmla="*/ 11243827 w 11243827"/>
              <a:gd name="connsiteY0" fmla="*/ 0 h 5641173"/>
              <a:gd name="connsiteX1" fmla="*/ 11243827 w 11243827"/>
              <a:gd name="connsiteY1" fmla="*/ 1470035 h 5641173"/>
              <a:gd name="connsiteX2" fmla="*/ 11243827 w 11243827"/>
              <a:gd name="connsiteY2" fmla="*/ 5209610 h 5641173"/>
              <a:gd name="connsiteX3" fmla="*/ 11240675 w 11243827"/>
              <a:gd name="connsiteY3" fmla="*/ 5210442 h 5641173"/>
              <a:gd name="connsiteX4" fmla="*/ 11179959 w 11243827"/>
              <a:gd name="connsiteY4" fmla="*/ 5221199 h 5641173"/>
              <a:gd name="connsiteX5" fmla="*/ 11105493 w 11243827"/>
              <a:gd name="connsiteY5" fmla="*/ 5259905 h 5641173"/>
              <a:gd name="connsiteX6" fmla="*/ 11078640 w 11243827"/>
              <a:gd name="connsiteY6" fmla="*/ 5263531 h 5641173"/>
              <a:gd name="connsiteX7" fmla="*/ 11079616 w 11243827"/>
              <a:gd name="connsiteY7" fmla="*/ 5270380 h 5641173"/>
              <a:gd name="connsiteX8" fmla="*/ 11069641 w 11243827"/>
              <a:gd name="connsiteY8" fmla="*/ 5270884 h 5641173"/>
              <a:gd name="connsiteX9" fmla="*/ 11047377 w 11243827"/>
              <a:gd name="connsiteY9" fmla="*/ 5271051 h 5641173"/>
              <a:gd name="connsiteX10" fmla="*/ 10980705 w 11243827"/>
              <a:gd name="connsiteY10" fmla="*/ 5272951 h 5641173"/>
              <a:gd name="connsiteX11" fmla="*/ 10962514 w 11243827"/>
              <a:gd name="connsiteY11" fmla="*/ 5286084 h 5641173"/>
              <a:gd name="connsiteX12" fmla="*/ 10945307 w 11243827"/>
              <a:gd name="connsiteY12" fmla="*/ 5286290 h 5641173"/>
              <a:gd name="connsiteX13" fmla="*/ 10845516 w 11243827"/>
              <a:gd name="connsiteY13" fmla="*/ 5303894 h 5641173"/>
              <a:gd name="connsiteX14" fmla="*/ 10831795 w 11243827"/>
              <a:gd name="connsiteY14" fmla="*/ 5305210 h 5641173"/>
              <a:gd name="connsiteX15" fmla="*/ 10824365 w 11243827"/>
              <a:gd name="connsiteY15" fmla="*/ 5311111 h 5641173"/>
              <a:gd name="connsiteX16" fmla="*/ 10797756 w 11243827"/>
              <a:gd name="connsiteY16" fmla="*/ 5312285 h 5641173"/>
              <a:gd name="connsiteX17" fmla="*/ 10796525 w 11243827"/>
              <a:gd name="connsiteY17" fmla="*/ 5315645 h 5641173"/>
              <a:gd name="connsiteX18" fmla="*/ 10709063 w 11243827"/>
              <a:gd name="connsiteY18" fmla="*/ 5344492 h 5641173"/>
              <a:gd name="connsiteX19" fmla="*/ 10694078 w 11243827"/>
              <a:gd name="connsiteY19" fmla="*/ 5349258 h 5641173"/>
              <a:gd name="connsiteX20" fmla="*/ 10681131 w 11243827"/>
              <a:gd name="connsiteY20" fmla="*/ 5347812 h 5641173"/>
              <a:gd name="connsiteX21" fmla="*/ 10609448 w 11243827"/>
              <a:gd name="connsiteY21" fmla="*/ 5351931 h 5641173"/>
              <a:gd name="connsiteX22" fmla="*/ 10592397 w 11243827"/>
              <a:gd name="connsiteY22" fmla="*/ 5349402 h 5641173"/>
              <a:gd name="connsiteX23" fmla="*/ 10585227 w 11243827"/>
              <a:gd name="connsiteY23" fmla="*/ 5344063 h 5641173"/>
              <a:gd name="connsiteX24" fmla="*/ 10557472 w 11243827"/>
              <a:gd name="connsiteY24" fmla="*/ 5354151 h 5641173"/>
              <a:gd name="connsiteX25" fmla="*/ 10514646 w 11243827"/>
              <a:gd name="connsiteY25" fmla="*/ 5361064 h 5641173"/>
              <a:gd name="connsiteX26" fmla="*/ 10494292 w 11243827"/>
              <a:gd name="connsiteY26" fmla="*/ 5366054 h 5641173"/>
              <a:gd name="connsiteX27" fmla="*/ 10477869 w 11243827"/>
              <a:gd name="connsiteY27" fmla="*/ 5363025 h 5641173"/>
              <a:gd name="connsiteX28" fmla="*/ 10384411 w 11243827"/>
              <a:gd name="connsiteY28" fmla="*/ 5362257 h 5641173"/>
              <a:gd name="connsiteX29" fmla="*/ 10362921 w 11243827"/>
              <a:gd name="connsiteY29" fmla="*/ 5357444 h 5641173"/>
              <a:gd name="connsiteX30" fmla="*/ 10352736 w 11243827"/>
              <a:gd name="connsiteY30" fmla="*/ 5347851 h 5641173"/>
              <a:gd name="connsiteX31" fmla="*/ 10344754 w 11243827"/>
              <a:gd name="connsiteY31" fmla="*/ 5351272 h 5641173"/>
              <a:gd name="connsiteX32" fmla="*/ 10288226 w 11243827"/>
              <a:gd name="connsiteY32" fmla="*/ 5351613 h 5641173"/>
              <a:gd name="connsiteX33" fmla="*/ 10251350 w 11243827"/>
              <a:gd name="connsiteY33" fmla="*/ 5352711 h 5641173"/>
              <a:gd name="connsiteX34" fmla="*/ 10249108 w 11243827"/>
              <a:gd name="connsiteY34" fmla="*/ 5365881 h 5641173"/>
              <a:gd name="connsiteX35" fmla="*/ 10216272 w 11243827"/>
              <a:gd name="connsiteY35" fmla="*/ 5370573 h 5641173"/>
              <a:gd name="connsiteX36" fmla="*/ 10181278 w 11243827"/>
              <a:gd name="connsiteY36" fmla="*/ 5362119 h 5641173"/>
              <a:gd name="connsiteX37" fmla="*/ 10140033 w 11243827"/>
              <a:gd name="connsiteY37" fmla="*/ 5363304 h 5641173"/>
              <a:gd name="connsiteX38" fmla="*/ 10115353 w 11243827"/>
              <a:gd name="connsiteY38" fmla="*/ 5363869 h 5641173"/>
              <a:gd name="connsiteX39" fmla="*/ 10050578 w 11243827"/>
              <a:gd name="connsiteY39" fmla="*/ 5376153 h 5641173"/>
              <a:gd name="connsiteX40" fmla="*/ 9945478 w 11243827"/>
              <a:gd name="connsiteY40" fmla="*/ 5422859 h 5641173"/>
              <a:gd name="connsiteX41" fmla="*/ 9912481 w 11243827"/>
              <a:gd name="connsiteY41" fmla="*/ 5429477 h 5641173"/>
              <a:gd name="connsiteX42" fmla="*/ 9906713 w 11243827"/>
              <a:gd name="connsiteY42" fmla="*/ 5426784 h 5641173"/>
              <a:gd name="connsiteX43" fmla="*/ 9742436 w 11243827"/>
              <a:gd name="connsiteY43" fmla="*/ 5454834 h 5641173"/>
              <a:gd name="connsiteX44" fmla="*/ 9713044 w 11243827"/>
              <a:gd name="connsiteY44" fmla="*/ 5456476 h 5641173"/>
              <a:gd name="connsiteX45" fmla="*/ 9691033 w 11243827"/>
              <a:gd name="connsiteY45" fmla="*/ 5455451 h 5641173"/>
              <a:gd name="connsiteX46" fmla="*/ 9638355 w 11243827"/>
              <a:gd name="connsiteY46" fmla="*/ 5464794 h 5641173"/>
              <a:gd name="connsiteX47" fmla="*/ 9552434 w 11243827"/>
              <a:gd name="connsiteY47" fmla="*/ 5485280 h 5641173"/>
              <a:gd name="connsiteX48" fmla="*/ 9533883 w 11243827"/>
              <a:gd name="connsiteY48" fmla="*/ 5488516 h 5641173"/>
              <a:gd name="connsiteX49" fmla="*/ 9516916 w 11243827"/>
              <a:gd name="connsiteY49" fmla="*/ 5486828 h 5641173"/>
              <a:gd name="connsiteX50" fmla="*/ 9512093 w 11243827"/>
              <a:gd name="connsiteY50" fmla="*/ 5482541 h 5641173"/>
              <a:gd name="connsiteX51" fmla="*/ 9501725 w 11243827"/>
              <a:gd name="connsiteY51" fmla="*/ 5483603 h 5641173"/>
              <a:gd name="connsiteX52" fmla="*/ 9498754 w 11243827"/>
              <a:gd name="connsiteY52" fmla="*/ 5482951 h 5641173"/>
              <a:gd name="connsiteX53" fmla="*/ 9481932 w 11243827"/>
              <a:gd name="connsiteY53" fmla="*/ 5480151 h 5641173"/>
              <a:gd name="connsiteX54" fmla="*/ 9451321 w 11243827"/>
              <a:gd name="connsiteY54" fmla="*/ 5497375 h 5641173"/>
              <a:gd name="connsiteX55" fmla="*/ 9409298 w 11243827"/>
              <a:gd name="connsiteY55" fmla="*/ 5499478 h 5641173"/>
              <a:gd name="connsiteX56" fmla="*/ 9303056 w 11243827"/>
              <a:gd name="connsiteY56" fmla="*/ 5519093 h 5641173"/>
              <a:gd name="connsiteX57" fmla="*/ 9229078 w 11243827"/>
              <a:gd name="connsiteY57" fmla="*/ 5524154 h 5641173"/>
              <a:gd name="connsiteX58" fmla="*/ 9165105 w 11243827"/>
              <a:gd name="connsiteY58" fmla="*/ 5532892 h 5641173"/>
              <a:gd name="connsiteX59" fmla="*/ 9077301 w 11243827"/>
              <a:gd name="connsiteY59" fmla="*/ 5580356 h 5641173"/>
              <a:gd name="connsiteX60" fmla="*/ 8960065 w 11243827"/>
              <a:gd name="connsiteY60" fmla="*/ 5597982 h 5641173"/>
              <a:gd name="connsiteX61" fmla="*/ 8953536 w 11243827"/>
              <a:gd name="connsiteY61" fmla="*/ 5606638 h 5641173"/>
              <a:gd name="connsiteX62" fmla="*/ 8943907 w 11243827"/>
              <a:gd name="connsiteY62" fmla="*/ 5612541 h 5641173"/>
              <a:gd name="connsiteX63" fmla="*/ 8942046 w 11243827"/>
              <a:gd name="connsiteY63" fmla="*/ 5612112 h 5641173"/>
              <a:gd name="connsiteX64" fmla="*/ 8928824 w 11243827"/>
              <a:gd name="connsiteY64" fmla="*/ 5615549 h 5641173"/>
              <a:gd name="connsiteX65" fmla="*/ 8927294 w 11243827"/>
              <a:gd name="connsiteY65" fmla="*/ 5618607 h 5641173"/>
              <a:gd name="connsiteX66" fmla="*/ 8918651 w 11243827"/>
              <a:gd name="connsiteY66" fmla="*/ 5621688 h 5641173"/>
              <a:gd name="connsiteX67" fmla="*/ 8902772 w 11243827"/>
              <a:gd name="connsiteY67" fmla="*/ 5629703 h 5641173"/>
              <a:gd name="connsiteX68" fmla="*/ 8898724 w 11243827"/>
              <a:gd name="connsiteY68" fmla="*/ 5629379 h 5641173"/>
              <a:gd name="connsiteX69" fmla="*/ 8873099 w 11243827"/>
              <a:gd name="connsiteY69" fmla="*/ 5638628 h 5641173"/>
              <a:gd name="connsiteX70" fmla="*/ 8872234 w 11243827"/>
              <a:gd name="connsiteY70" fmla="*/ 5637889 h 5641173"/>
              <a:gd name="connsiteX71" fmla="*/ 8862777 w 11243827"/>
              <a:gd name="connsiteY71" fmla="*/ 5636711 h 5641173"/>
              <a:gd name="connsiteX72" fmla="*/ 8845869 w 11243827"/>
              <a:gd name="connsiteY72" fmla="*/ 5636436 h 5641173"/>
              <a:gd name="connsiteX73" fmla="*/ 8800548 w 11243827"/>
              <a:gd name="connsiteY73" fmla="*/ 5625084 h 5641173"/>
              <a:gd name="connsiteX74" fmla="*/ 8773774 w 11243827"/>
              <a:gd name="connsiteY74" fmla="*/ 5634630 h 5641173"/>
              <a:gd name="connsiteX75" fmla="*/ 8698255 w 11243827"/>
              <a:gd name="connsiteY75" fmla="*/ 5636083 h 5641173"/>
              <a:gd name="connsiteX76" fmla="*/ 8619167 w 11243827"/>
              <a:gd name="connsiteY76" fmla="*/ 5619130 h 5641173"/>
              <a:gd name="connsiteX77" fmla="*/ 8539822 w 11243827"/>
              <a:gd name="connsiteY77" fmla="*/ 5616905 h 5641173"/>
              <a:gd name="connsiteX78" fmla="*/ 8511094 w 11243827"/>
              <a:gd name="connsiteY78" fmla="*/ 5617360 h 5641173"/>
              <a:gd name="connsiteX79" fmla="*/ 8459886 w 11243827"/>
              <a:gd name="connsiteY79" fmla="*/ 5612612 h 5641173"/>
              <a:gd name="connsiteX80" fmla="*/ 8436432 w 11243827"/>
              <a:gd name="connsiteY80" fmla="*/ 5606990 h 5641173"/>
              <a:gd name="connsiteX81" fmla="*/ 8435403 w 11243827"/>
              <a:gd name="connsiteY81" fmla="*/ 5607336 h 5641173"/>
              <a:gd name="connsiteX82" fmla="*/ 8433307 w 11243827"/>
              <a:gd name="connsiteY82" fmla="*/ 5604917 h 5641173"/>
              <a:gd name="connsiteX83" fmla="*/ 8428968 w 11243827"/>
              <a:gd name="connsiteY83" fmla="*/ 5603796 h 5641173"/>
              <a:gd name="connsiteX84" fmla="*/ 8417124 w 11243827"/>
              <a:gd name="connsiteY84" fmla="*/ 5604518 h 5641173"/>
              <a:gd name="connsiteX85" fmla="*/ 8412669 w 11243827"/>
              <a:gd name="connsiteY85" fmla="*/ 5605413 h 5641173"/>
              <a:gd name="connsiteX86" fmla="*/ 8406152 w 11243827"/>
              <a:gd name="connsiteY86" fmla="*/ 5605396 h 5641173"/>
              <a:gd name="connsiteX87" fmla="*/ 8405989 w 11243827"/>
              <a:gd name="connsiteY87" fmla="*/ 5605197 h 5641173"/>
              <a:gd name="connsiteX88" fmla="*/ 8399884 w 11243827"/>
              <a:gd name="connsiteY88" fmla="*/ 5605568 h 5641173"/>
              <a:gd name="connsiteX89" fmla="*/ 8370014 w 11243827"/>
              <a:gd name="connsiteY89" fmla="*/ 5609900 h 5641173"/>
              <a:gd name="connsiteX90" fmla="*/ 8330544 w 11243827"/>
              <a:gd name="connsiteY90" fmla="*/ 5590964 h 5641173"/>
              <a:gd name="connsiteX91" fmla="*/ 8314221 w 11243827"/>
              <a:gd name="connsiteY91" fmla="*/ 5587682 h 5641173"/>
              <a:gd name="connsiteX92" fmla="*/ 8305502 w 11243827"/>
              <a:gd name="connsiteY92" fmla="*/ 5584868 h 5641173"/>
              <a:gd name="connsiteX93" fmla="*/ 8304962 w 11243827"/>
              <a:gd name="connsiteY93" fmla="*/ 5584007 h 5641173"/>
              <a:gd name="connsiteX94" fmla="*/ 8276324 w 11243827"/>
              <a:gd name="connsiteY94" fmla="*/ 5588260 h 5641173"/>
              <a:gd name="connsiteX95" fmla="*/ 8272522 w 11243827"/>
              <a:gd name="connsiteY95" fmla="*/ 5587226 h 5641173"/>
              <a:gd name="connsiteX96" fmla="*/ 8253857 w 11243827"/>
              <a:gd name="connsiteY96" fmla="*/ 5592043 h 5641173"/>
              <a:gd name="connsiteX97" fmla="*/ 8244212 w 11243827"/>
              <a:gd name="connsiteY97" fmla="*/ 5593439 h 5641173"/>
              <a:gd name="connsiteX98" fmla="*/ 8241488 w 11243827"/>
              <a:gd name="connsiteY98" fmla="*/ 5596085 h 5641173"/>
              <a:gd name="connsiteX99" fmla="*/ 8227256 w 11243827"/>
              <a:gd name="connsiteY99" fmla="*/ 5597005 h 5641173"/>
              <a:gd name="connsiteX100" fmla="*/ 8225619 w 11243827"/>
              <a:gd name="connsiteY100" fmla="*/ 5596262 h 5641173"/>
              <a:gd name="connsiteX101" fmla="*/ 8213882 w 11243827"/>
              <a:gd name="connsiteY101" fmla="*/ 5600179 h 5641173"/>
              <a:gd name="connsiteX102" fmla="*/ 8204045 w 11243827"/>
              <a:gd name="connsiteY102" fmla="*/ 5607275 h 5641173"/>
              <a:gd name="connsiteX103" fmla="*/ 8082989 w 11243827"/>
              <a:gd name="connsiteY103" fmla="*/ 5603160 h 5641173"/>
              <a:gd name="connsiteX104" fmla="*/ 7976942 w 11243827"/>
              <a:gd name="connsiteY104" fmla="*/ 5598455 h 5641173"/>
              <a:gd name="connsiteX105" fmla="*/ 7950121 w 11243827"/>
              <a:gd name="connsiteY105" fmla="*/ 5590893 h 5641173"/>
              <a:gd name="connsiteX106" fmla="*/ 7727691 w 11243827"/>
              <a:gd name="connsiteY106" fmla="*/ 5621064 h 5641173"/>
              <a:gd name="connsiteX107" fmla="*/ 7685998 w 11243827"/>
              <a:gd name="connsiteY107" fmla="*/ 5615564 h 5641173"/>
              <a:gd name="connsiteX108" fmla="*/ 7649302 w 11243827"/>
              <a:gd name="connsiteY108" fmla="*/ 5626541 h 5641173"/>
              <a:gd name="connsiteX109" fmla="*/ 7634083 w 11243827"/>
              <a:gd name="connsiteY109" fmla="*/ 5620862 h 5641173"/>
              <a:gd name="connsiteX110" fmla="*/ 7631455 w 11243827"/>
              <a:gd name="connsiteY110" fmla="*/ 5619708 h 5641173"/>
              <a:gd name="connsiteX111" fmla="*/ 7620952 w 11243827"/>
              <a:gd name="connsiteY111" fmla="*/ 5618872 h 5641173"/>
              <a:gd name="connsiteX112" fmla="*/ 7617992 w 11243827"/>
              <a:gd name="connsiteY112" fmla="*/ 5613914 h 5641173"/>
              <a:gd name="connsiteX113" fmla="*/ 7602182 w 11243827"/>
              <a:gd name="connsiteY113" fmla="*/ 5609271 h 5641173"/>
              <a:gd name="connsiteX114" fmla="*/ 7582847 w 11243827"/>
              <a:gd name="connsiteY114" fmla="*/ 5609047 h 5641173"/>
              <a:gd name="connsiteX115" fmla="*/ 7514158 w 11243827"/>
              <a:gd name="connsiteY115" fmla="*/ 5607737 h 5641173"/>
              <a:gd name="connsiteX116" fmla="*/ 7502955 w 11243827"/>
              <a:gd name="connsiteY116" fmla="*/ 5610415 h 5641173"/>
              <a:gd name="connsiteX117" fmla="*/ 7466391 w 11243827"/>
              <a:gd name="connsiteY117" fmla="*/ 5605949 h 5641173"/>
              <a:gd name="connsiteX118" fmla="*/ 7433806 w 11243827"/>
              <a:gd name="connsiteY118" fmla="*/ 5604945 h 5641173"/>
              <a:gd name="connsiteX119" fmla="*/ 7412693 w 11243827"/>
              <a:gd name="connsiteY119" fmla="*/ 5607075 h 5641173"/>
              <a:gd name="connsiteX120" fmla="*/ 7407159 w 11243827"/>
              <a:gd name="connsiteY120" fmla="*/ 5605310 h 5641173"/>
              <a:gd name="connsiteX121" fmla="*/ 7385900 w 11243827"/>
              <a:gd name="connsiteY121" fmla="*/ 5604171 h 5641173"/>
              <a:gd name="connsiteX122" fmla="*/ 7375071 w 11243827"/>
              <a:gd name="connsiteY122" fmla="*/ 5606788 h 5641173"/>
              <a:gd name="connsiteX123" fmla="*/ 7364382 w 11243827"/>
              <a:gd name="connsiteY123" fmla="*/ 5600762 h 5641173"/>
              <a:gd name="connsiteX124" fmla="*/ 7361770 w 11243827"/>
              <a:gd name="connsiteY124" fmla="*/ 5596347 h 5641173"/>
              <a:gd name="connsiteX125" fmla="*/ 7346641 w 11243827"/>
              <a:gd name="connsiteY125" fmla="*/ 5598329 h 5641173"/>
              <a:gd name="connsiteX126" fmla="*/ 7334238 w 11243827"/>
              <a:gd name="connsiteY126" fmla="*/ 5594014 h 5641173"/>
              <a:gd name="connsiteX127" fmla="*/ 7323426 w 11243827"/>
              <a:gd name="connsiteY127" fmla="*/ 5596835 h 5641173"/>
              <a:gd name="connsiteX128" fmla="*/ 7318938 w 11243827"/>
              <a:gd name="connsiteY128" fmla="*/ 5596200 h 5641173"/>
              <a:gd name="connsiteX129" fmla="*/ 7307784 w 11243827"/>
              <a:gd name="connsiteY129" fmla="*/ 5594065 h 5641173"/>
              <a:gd name="connsiteX130" fmla="*/ 7288540 w 11243827"/>
              <a:gd name="connsiteY130" fmla="*/ 5589320 h 5641173"/>
              <a:gd name="connsiteX131" fmla="*/ 7282537 w 11243827"/>
              <a:gd name="connsiteY131" fmla="*/ 5588660 h 5641173"/>
              <a:gd name="connsiteX132" fmla="*/ 7269466 w 11243827"/>
              <a:gd name="connsiteY132" fmla="*/ 5581404 h 5641173"/>
              <a:gd name="connsiteX133" fmla="*/ 7244165 w 11243827"/>
              <a:gd name="connsiteY133" fmla="*/ 5575200 h 5641173"/>
              <a:gd name="connsiteX134" fmla="*/ 7199619 w 11243827"/>
              <a:gd name="connsiteY134" fmla="*/ 5553550 h 5641173"/>
              <a:gd name="connsiteX135" fmla="*/ 7173434 w 11243827"/>
              <a:gd name="connsiteY135" fmla="*/ 5543219 h 5641173"/>
              <a:gd name="connsiteX136" fmla="*/ 7155718 w 11243827"/>
              <a:gd name="connsiteY136" fmla="*/ 5533697 h 5641173"/>
              <a:gd name="connsiteX137" fmla="*/ 7103430 w 11243827"/>
              <a:gd name="connsiteY137" fmla="*/ 5520249 h 5641173"/>
              <a:gd name="connsiteX138" fmla="*/ 7013746 w 11243827"/>
              <a:gd name="connsiteY138" fmla="*/ 5502470 h 5641173"/>
              <a:gd name="connsiteX139" fmla="*/ 6995379 w 11243827"/>
              <a:gd name="connsiteY139" fmla="*/ 5497693 h 5641173"/>
              <a:gd name="connsiteX140" fmla="*/ 6982475 w 11243827"/>
              <a:gd name="connsiteY140" fmla="*/ 5489641 h 5641173"/>
              <a:gd name="connsiteX141" fmla="*/ 6981994 w 11243827"/>
              <a:gd name="connsiteY141" fmla="*/ 5484335 h 5641173"/>
              <a:gd name="connsiteX142" fmla="*/ 6972355 w 11243827"/>
              <a:gd name="connsiteY142" fmla="*/ 5481074 h 5641173"/>
              <a:gd name="connsiteX143" fmla="*/ 6970394 w 11243827"/>
              <a:gd name="connsiteY143" fmla="*/ 5479383 h 5641173"/>
              <a:gd name="connsiteX144" fmla="*/ 6958543 w 11243827"/>
              <a:gd name="connsiteY144" fmla="*/ 5470507 h 5641173"/>
              <a:gd name="connsiteX145" fmla="*/ 6918276 w 11243827"/>
              <a:gd name="connsiteY145" fmla="*/ 5472034 h 5641173"/>
              <a:gd name="connsiteX146" fmla="*/ 6881046 w 11243827"/>
              <a:gd name="connsiteY146" fmla="*/ 5457070 h 5641173"/>
              <a:gd name="connsiteX147" fmla="*/ 6752164 w 11243827"/>
              <a:gd name="connsiteY147" fmla="*/ 5425021 h 5641173"/>
              <a:gd name="connsiteX148" fmla="*/ 6724964 w 11243827"/>
              <a:gd name="connsiteY148" fmla="*/ 5414071 h 5641173"/>
              <a:gd name="connsiteX149" fmla="*/ 6683286 w 11243827"/>
              <a:gd name="connsiteY149" fmla="*/ 5432830 h 5641173"/>
              <a:gd name="connsiteX150" fmla="*/ 6644277 w 11243827"/>
              <a:gd name="connsiteY150" fmla="*/ 5429684 h 5641173"/>
              <a:gd name="connsiteX151" fmla="*/ 6532914 w 11243827"/>
              <a:gd name="connsiteY151" fmla="*/ 5431205 h 5641173"/>
              <a:gd name="connsiteX152" fmla="*/ 6307459 w 11243827"/>
              <a:gd name="connsiteY152" fmla="*/ 5467087 h 5641173"/>
              <a:gd name="connsiteX153" fmla="*/ 6196243 w 11243827"/>
              <a:gd name="connsiteY153" fmla="*/ 5515042 h 5641173"/>
              <a:gd name="connsiteX154" fmla="*/ 6099124 w 11243827"/>
              <a:gd name="connsiteY154" fmla="*/ 5516848 h 5641173"/>
              <a:gd name="connsiteX155" fmla="*/ 6016077 w 11243827"/>
              <a:gd name="connsiteY155" fmla="*/ 5528642 h 5641173"/>
              <a:gd name="connsiteX156" fmla="*/ 6004389 w 11243827"/>
              <a:gd name="connsiteY156" fmla="*/ 5531206 h 5641173"/>
              <a:gd name="connsiteX157" fmla="*/ 5933945 w 11243827"/>
              <a:gd name="connsiteY157" fmla="*/ 5538840 h 5641173"/>
              <a:gd name="connsiteX158" fmla="*/ 5883936 w 11243827"/>
              <a:gd name="connsiteY158" fmla="*/ 5553807 h 5641173"/>
              <a:gd name="connsiteX159" fmla="*/ 5798331 w 11243827"/>
              <a:gd name="connsiteY159" fmla="*/ 5564248 h 5641173"/>
              <a:gd name="connsiteX160" fmla="*/ 5712738 w 11243827"/>
              <a:gd name="connsiteY160" fmla="*/ 5573120 h 5641173"/>
              <a:gd name="connsiteX161" fmla="*/ 5681342 w 11243827"/>
              <a:gd name="connsiteY161" fmla="*/ 5575621 h 5641173"/>
              <a:gd name="connsiteX162" fmla="*/ 5627167 w 11243827"/>
              <a:gd name="connsiteY162" fmla="*/ 5583215 h 5641173"/>
              <a:gd name="connsiteX163" fmla="*/ 5591414 w 11243827"/>
              <a:gd name="connsiteY163" fmla="*/ 5587695 h 5641173"/>
              <a:gd name="connsiteX164" fmla="*/ 5583028 w 11243827"/>
              <a:gd name="connsiteY164" fmla="*/ 5580877 h 5641173"/>
              <a:gd name="connsiteX165" fmla="*/ 5549426 w 11243827"/>
              <a:gd name="connsiteY165" fmla="*/ 5582858 h 5641173"/>
              <a:gd name="connsiteX166" fmla="*/ 5519999 w 11243827"/>
              <a:gd name="connsiteY166" fmla="*/ 5592246 h 5641173"/>
              <a:gd name="connsiteX167" fmla="*/ 5480028 w 11243827"/>
              <a:gd name="connsiteY167" fmla="*/ 5597282 h 5641173"/>
              <a:gd name="connsiteX168" fmla="*/ 5456175 w 11243827"/>
              <a:gd name="connsiteY168" fmla="*/ 5600371 h 5641173"/>
              <a:gd name="connsiteX169" fmla="*/ 5388463 w 11243827"/>
              <a:gd name="connsiteY169" fmla="*/ 5602638 h 5641173"/>
              <a:gd name="connsiteX170" fmla="*/ 5265898 w 11243827"/>
              <a:gd name="connsiteY170" fmla="*/ 5591830 h 5641173"/>
              <a:gd name="connsiteX171" fmla="*/ 5231231 w 11243827"/>
              <a:gd name="connsiteY171" fmla="*/ 5592790 h 5641173"/>
              <a:gd name="connsiteX172" fmla="*/ 5226996 w 11243827"/>
              <a:gd name="connsiteY172" fmla="*/ 5595040 h 5641173"/>
              <a:gd name="connsiteX173" fmla="*/ 5175988 w 11243827"/>
              <a:gd name="connsiteY173" fmla="*/ 5588131 h 5641173"/>
              <a:gd name="connsiteX174" fmla="*/ 5107470 w 11243827"/>
              <a:gd name="connsiteY174" fmla="*/ 5594771 h 5641173"/>
              <a:gd name="connsiteX175" fmla="*/ 5027868 w 11243827"/>
              <a:gd name="connsiteY175" fmla="*/ 5605624 h 5641173"/>
              <a:gd name="connsiteX176" fmla="*/ 5007324 w 11243827"/>
              <a:gd name="connsiteY176" fmla="*/ 5609209 h 5641173"/>
              <a:gd name="connsiteX177" fmla="*/ 4952559 w 11243827"/>
              <a:gd name="connsiteY177" fmla="*/ 5611402 h 5641173"/>
              <a:gd name="connsiteX178" fmla="*/ 4826081 w 11243827"/>
              <a:gd name="connsiteY178" fmla="*/ 5616191 h 5641173"/>
              <a:gd name="connsiteX179" fmla="*/ 4823501 w 11243827"/>
              <a:gd name="connsiteY179" fmla="*/ 5619174 h 5641173"/>
              <a:gd name="connsiteX180" fmla="*/ 4813093 w 11243827"/>
              <a:gd name="connsiteY180" fmla="*/ 5620026 h 5641173"/>
              <a:gd name="connsiteX181" fmla="*/ 4810563 w 11243827"/>
              <a:gd name="connsiteY181" fmla="*/ 5620787 h 5641173"/>
              <a:gd name="connsiteX182" fmla="*/ 4795818 w 11243827"/>
              <a:gd name="connsiteY182" fmla="*/ 5624618 h 5641173"/>
              <a:gd name="connsiteX183" fmla="*/ 4758404 w 11243827"/>
              <a:gd name="connsiteY183" fmla="*/ 5619510 h 5641173"/>
              <a:gd name="connsiteX184" fmla="*/ 4717254 w 11243827"/>
              <a:gd name="connsiteY184" fmla="*/ 5624155 h 5641173"/>
              <a:gd name="connsiteX185" fmla="*/ 4591958 w 11243827"/>
              <a:gd name="connsiteY185" fmla="*/ 5624710 h 5641173"/>
              <a:gd name="connsiteX186" fmla="*/ 4476215 w 11243827"/>
              <a:gd name="connsiteY186" fmla="*/ 5628210 h 5641173"/>
              <a:gd name="connsiteX187" fmla="*/ 4425193 w 11243827"/>
              <a:gd name="connsiteY187" fmla="*/ 5627414 h 5641173"/>
              <a:gd name="connsiteX188" fmla="*/ 4383866 w 11243827"/>
              <a:gd name="connsiteY188" fmla="*/ 5626546 h 5641173"/>
              <a:gd name="connsiteX189" fmla="*/ 4385596 w 11243827"/>
              <a:gd name="connsiteY189" fmla="*/ 5634646 h 5641173"/>
              <a:gd name="connsiteX190" fmla="*/ 4360864 w 11243827"/>
              <a:gd name="connsiteY190" fmla="*/ 5641173 h 5641173"/>
              <a:gd name="connsiteX191" fmla="*/ 4328321 w 11243827"/>
              <a:gd name="connsiteY191" fmla="*/ 5626332 h 5641173"/>
              <a:gd name="connsiteX192" fmla="*/ 4309842 w 11243827"/>
              <a:gd name="connsiteY192" fmla="*/ 5626471 h 5641173"/>
              <a:gd name="connsiteX193" fmla="*/ 4277424 w 11243827"/>
              <a:gd name="connsiteY193" fmla="*/ 5631598 h 5641173"/>
              <a:gd name="connsiteX194" fmla="*/ 4266627 w 11243827"/>
              <a:gd name="connsiteY194" fmla="*/ 5633969 h 5641173"/>
              <a:gd name="connsiteX195" fmla="*/ 4185525 w 11243827"/>
              <a:gd name="connsiteY195" fmla="*/ 5617508 h 5641173"/>
              <a:gd name="connsiteX196" fmla="*/ 4177617 w 11243827"/>
              <a:gd name="connsiteY196" fmla="*/ 5610903 h 5641173"/>
              <a:gd name="connsiteX197" fmla="*/ 4136948 w 11243827"/>
              <a:gd name="connsiteY197" fmla="*/ 5608031 h 5641173"/>
              <a:gd name="connsiteX198" fmla="*/ 4132323 w 11243827"/>
              <a:gd name="connsiteY198" fmla="*/ 5609784 h 5641173"/>
              <a:gd name="connsiteX199" fmla="*/ 4098620 w 11243827"/>
              <a:gd name="connsiteY199" fmla="*/ 5599672 h 5641173"/>
              <a:gd name="connsiteX200" fmla="*/ 3963475 w 11243827"/>
              <a:gd name="connsiteY200" fmla="*/ 5581841 h 5641173"/>
              <a:gd name="connsiteX201" fmla="*/ 3703613 w 11243827"/>
              <a:gd name="connsiteY201" fmla="*/ 5572482 h 5641173"/>
              <a:gd name="connsiteX202" fmla="*/ 3432987 w 11243827"/>
              <a:gd name="connsiteY202" fmla="*/ 5545768 h 5641173"/>
              <a:gd name="connsiteX203" fmla="*/ 3176381 w 11243827"/>
              <a:gd name="connsiteY203" fmla="*/ 5556110 h 5641173"/>
              <a:gd name="connsiteX204" fmla="*/ 2710156 w 11243827"/>
              <a:gd name="connsiteY204" fmla="*/ 5527517 h 5641173"/>
              <a:gd name="connsiteX205" fmla="*/ 2550206 w 11243827"/>
              <a:gd name="connsiteY205" fmla="*/ 5524958 h 5641173"/>
              <a:gd name="connsiteX206" fmla="*/ 2443041 w 11243827"/>
              <a:gd name="connsiteY206" fmla="*/ 5523990 h 5641173"/>
              <a:gd name="connsiteX207" fmla="*/ 2435613 w 11243827"/>
              <a:gd name="connsiteY207" fmla="*/ 5526704 h 5641173"/>
              <a:gd name="connsiteX208" fmla="*/ 2405682 w 11243827"/>
              <a:gd name="connsiteY208" fmla="*/ 5528307 h 5641173"/>
              <a:gd name="connsiteX209" fmla="*/ 2397487 w 11243827"/>
              <a:gd name="connsiteY209" fmla="*/ 5540337 h 5641173"/>
              <a:gd name="connsiteX210" fmla="*/ 2297454 w 11243827"/>
              <a:gd name="connsiteY210" fmla="*/ 5550765 h 5641173"/>
              <a:gd name="connsiteX211" fmla="*/ 2056700 w 11243827"/>
              <a:gd name="connsiteY211" fmla="*/ 5555489 h 5641173"/>
              <a:gd name="connsiteX212" fmla="*/ 1878530 w 11243827"/>
              <a:gd name="connsiteY212" fmla="*/ 5535330 h 5641173"/>
              <a:gd name="connsiteX213" fmla="*/ 1859292 w 11243827"/>
              <a:gd name="connsiteY213" fmla="*/ 5535461 h 5641173"/>
              <a:gd name="connsiteX214" fmla="*/ 1835626 w 11243827"/>
              <a:gd name="connsiteY214" fmla="*/ 5533793 h 5641173"/>
              <a:gd name="connsiteX215" fmla="*/ 1798939 w 11243827"/>
              <a:gd name="connsiteY215" fmla="*/ 5540285 h 5641173"/>
              <a:gd name="connsiteX216" fmla="*/ 1779046 w 11243827"/>
              <a:gd name="connsiteY216" fmla="*/ 5549949 h 5641173"/>
              <a:gd name="connsiteX217" fmla="*/ 1772421 w 11243827"/>
              <a:gd name="connsiteY217" fmla="*/ 5549018 h 5641173"/>
              <a:gd name="connsiteX218" fmla="*/ 1772052 w 11243827"/>
              <a:gd name="connsiteY218" fmla="*/ 5545689 h 5641173"/>
              <a:gd name="connsiteX219" fmla="*/ 1711543 w 11243827"/>
              <a:gd name="connsiteY219" fmla="*/ 5534558 h 5641173"/>
              <a:gd name="connsiteX220" fmla="*/ 1631462 w 11243827"/>
              <a:gd name="connsiteY220" fmla="*/ 5491807 h 5641173"/>
              <a:gd name="connsiteX221" fmla="*/ 1538763 w 11243827"/>
              <a:gd name="connsiteY221" fmla="*/ 5482781 h 5641173"/>
              <a:gd name="connsiteX222" fmla="*/ 1501533 w 11243827"/>
              <a:gd name="connsiteY222" fmla="*/ 5467817 h 5641173"/>
              <a:gd name="connsiteX223" fmla="*/ 1461266 w 11243827"/>
              <a:gd name="connsiteY223" fmla="*/ 5469343 h 5641173"/>
              <a:gd name="connsiteX224" fmla="*/ 1449415 w 11243827"/>
              <a:gd name="connsiteY224" fmla="*/ 5460467 h 5641173"/>
              <a:gd name="connsiteX225" fmla="*/ 1447454 w 11243827"/>
              <a:gd name="connsiteY225" fmla="*/ 5458776 h 5641173"/>
              <a:gd name="connsiteX226" fmla="*/ 1437814 w 11243827"/>
              <a:gd name="connsiteY226" fmla="*/ 5455515 h 5641173"/>
              <a:gd name="connsiteX227" fmla="*/ 1437334 w 11243827"/>
              <a:gd name="connsiteY227" fmla="*/ 5450209 h 5641173"/>
              <a:gd name="connsiteX228" fmla="*/ 1424429 w 11243827"/>
              <a:gd name="connsiteY228" fmla="*/ 5442157 h 5641173"/>
              <a:gd name="connsiteX229" fmla="*/ 1406063 w 11243827"/>
              <a:gd name="connsiteY229" fmla="*/ 5437380 h 5641173"/>
              <a:gd name="connsiteX230" fmla="*/ 1316379 w 11243827"/>
              <a:gd name="connsiteY230" fmla="*/ 5419601 h 5641173"/>
              <a:gd name="connsiteX231" fmla="*/ 1264090 w 11243827"/>
              <a:gd name="connsiteY231" fmla="*/ 5406153 h 5641173"/>
              <a:gd name="connsiteX232" fmla="*/ 1246374 w 11243827"/>
              <a:gd name="connsiteY232" fmla="*/ 5396631 h 5641173"/>
              <a:gd name="connsiteX233" fmla="*/ 1220190 w 11243827"/>
              <a:gd name="connsiteY233" fmla="*/ 5386301 h 5641173"/>
              <a:gd name="connsiteX234" fmla="*/ 1175643 w 11243827"/>
              <a:gd name="connsiteY234" fmla="*/ 5364651 h 5641173"/>
              <a:gd name="connsiteX235" fmla="*/ 1150342 w 11243827"/>
              <a:gd name="connsiteY235" fmla="*/ 5358447 h 5641173"/>
              <a:gd name="connsiteX236" fmla="*/ 1112024 w 11243827"/>
              <a:gd name="connsiteY236" fmla="*/ 5345786 h 5641173"/>
              <a:gd name="connsiteX237" fmla="*/ 1100870 w 11243827"/>
              <a:gd name="connsiteY237" fmla="*/ 5343651 h 5641173"/>
              <a:gd name="connsiteX238" fmla="*/ 1096383 w 11243827"/>
              <a:gd name="connsiteY238" fmla="*/ 5343015 h 5641173"/>
              <a:gd name="connsiteX239" fmla="*/ 1058039 w 11243827"/>
              <a:gd name="connsiteY239" fmla="*/ 5343504 h 5641173"/>
              <a:gd name="connsiteX240" fmla="*/ 1055426 w 11243827"/>
              <a:gd name="connsiteY240" fmla="*/ 5339088 h 5641173"/>
              <a:gd name="connsiteX241" fmla="*/ 1044738 w 11243827"/>
              <a:gd name="connsiteY241" fmla="*/ 5333063 h 5641173"/>
              <a:gd name="connsiteX242" fmla="*/ 1033909 w 11243827"/>
              <a:gd name="connsiteY242" fmla="*/ 5335680 h 5641173"/>
              <a:gd name="connsiteX243" fmla="*/ 1012649 w 11243827"/>
              <a:gd name="connsiteY243" fmla="*/ 5334541 h 5641173"/>
              <a:gd name="connsiteX244" fmla="*/ 1007115 w 11243827"/>
              <a:gd name="connsiteY244" fmla="*/ 5332775 h 5641173"/>
              <a:gd name="connsiteX245" fmla="*/ 987447 w 11243827"/>
              <a:gd name="connsiteY245" fmla="*/ 5346462 h 5641173"/>
              <a:gd name="connsiteX246" fmla="*/ 953418 w 11243827"/>
              <a:gd name="connsiteY246" fmla="*/ 5333901 h 5641173"/>
              <a:gd name="connsiteX247" fmla="*/ 916854 w 11243827"/>
              <a:gd name="connsiteY247" fmla="*/ 5329435 h 5641173"/>
              <a:gd name="connsiteX248" fmla="*/ 905651 w 11243827"/>
              <a:gd name="connsiteY248" fmla="*/ 5332114 h 5641173"/>
              <a:gd name="connsiteX249" fmla="*/ 838405 w 11243827"/>
              <a:gd name="connsiteY249" fmla="*/ 5339470 h 5641173"/>
              <a:gd name="connsiteX250" fmla="*/ 817627 w 11243827"/>
              <a:gd name="connsiteY250" fmla="*/ 5330580 h 5641173"/>
              <a:gd name="connsiteX251" fmla="*/ 801817 w 11243827"/>
              <a:gd name="connsiteY251" fmla="*/ 5325937 h 5641173"/>
              <a:gd name="connsiteX252" fmla="*/ 798857 w 11243827"/>
              <a:gd name="connsiteY252" fmla="*/ 5320979 h 5641173"/>
              <a:gd name="connsiteX253" fmla="*/ 788354 w 11243827"/>
              <a:gd name="connsiteY253" fmla="*/ 5320143 h 5641173"/>
              <a:gd name="connsiteX254" fmla="*/ 785726 w 11243827"/>
              <a:gd name="connsiteY254" fmla="*/ 5318989 h 5641173"/>
              <a:gd name="connsiteX255" fmla="*/ 770507 w 11243827"/>
              <a:gd name="connsiteY255" fmla="*/ 5313309 h 5641173"/>
              <a:gd name="connsiteX256" fmla="*/ 733810 w 11243827"/>
              <a:gd name="connsiteY256" fmla="*/ 5324286 h 5641173"/>
              <a:gd name="connsiteX257" fmla="*/ 692117 w 11243827"/>
              <a:gd name="connsiteY257" fmla="*/ 5318786 h 5641173"/>
              <a:gd name="connsiteX258" fmla="*/ 574943 w 11243827"/>
              <a:gd name="connsiteY258" fmla="*/ 5327578 h 5641173"/>
              <a:gd name="connsiteX259" fmla="*/ 441302 w 11243827"/>
              <a:gd name="connsiteY259" fmla="*/ 5307062 h 5641173"/>
              <a:gd name="connsiteX260" fmla="*/ 336819 w 11243827"/>
              <a:gd name="connsiteY260" fmla="*/ 5336690 h 5641173"/>
              <a:gd name="connsiteX261" fmla="*/ 270932 w 11243827"/>
              <a:gd name="connsiteY261" fmla="*/ 5345451 h 5641173"/>
              <a:gd name="connsiteX262" fmla="*/ 194189 w 11243827"/>
              <a:gd name="connsiteY262" fmla="*/ 5343588 h 5641173"/>
              <a:gd name="connsiteX263" fmla="*/ 192552 w 11243827"/>
              <a:gd name="connsiteY263" fmla="*/ 5342845 h 5641173"/>
              <a:gd name="connsiteX264" fmla="*/ 178320 w 11243827"/>
              <a:gd name="connsiteY264" fmla="*/ 5343766 h 5641173"/>
              <a:gd name="connsiteX265" fmla="*/ 175596 w 11243827"/>
              <a:gd name="connsiteY265" fmla="*/ 5346411 h 5641173"/>
              <a:gd name="connsiteX266" fmla="*/ 147287 w 11243827"/>
              <a:gd name="connsiteY266" fmla="*/ 5352625 h 5641173"/>
              <a:gd name="connsiteX267" fmla="*/ 114847 w 11243827"/>
              <a:gd name="connsiteY267" fmla="*/ 5355844 h 5641173"/>
              <a:gd name="connsiteX268" fmla="*/ 114306 w 11243827"/>
              <a:gd name="connsiteY268" fmla="*/ 5354983 h 5641173"/>
              <a:gd name="connsiteX269" fmla="*/ 89264 w 11243827"/>
              <a:gd name="connsiteY269" fmla="*/ 5348886 h 5641173"/>
              <a:gd name="connsiteX270" fmla="*/ 49794 w 11243827"/>
              <a:gd name="connsiteY270" fmla="*/ 5329950 h 5641173"/>
              <a:gd name="connsiteX271" fmla="*/ 19924 w 11243827"/>
              <a:gd name="connsiteY271" fmla="*/ 5334282 h 5641173"/>
              <a:gd name="connsiteX272" fmla="*/ 13819 w 11243827"/>
              <a:gd name="connsiteY272" fmla="*/ 5334653 h 5641173"/>
              <a:gd name="connsiteX273" fmla="*/ 13657 w 11243827"/>
              <a:gd name="connsiteY273" fmla="*/ 5334455 h 5641173"/>
              <a:gd name="connsiteX274" fmla="*/ 7139 w 11243827"/>
              <a:gd name="connsiteY274" fmla="*/ 5334438 h 5641173"/>
              <a:gd name="connsiteX275" fmla="*/ 2684 w 11243827"/>
              <a:gd name="connsiteY275" fmla="*/ 5335333 h 5641173"/>
              <a:gd name="connsiteX276" fmla="*/ 0 w 11243827"/>
              <a:gd name="connsiteY276" fmla="*/ 5335496 h 5641173"/>
              <a:gd name="connsiteX277" fmla="*/ 0 w 11243827"/>
              <a:gd name="connsiteY277" fmla="*/ 10592 h 5641173"/>
              <a:gd name="connsiteX278" fmla="*/ 11243827 w 11243827"/>
              <a:gd name="connsiteY278" fmla="*/ 0 h 5641173"/>
              <a:gd name="connsiteX0" fmla="*/ 11243827 w 11243827"/>
              <a:gd name="connsiteY0" fmla="*/ 0 h 5641173"/>
              <a:gd name="connsiteX1" fmla="*/ 11243827 w 11243827"/>
              <a:gd name="connsiteY1" fmla="*/ 5209610 h 5641173"/>
              <a:gd name="connsiteX2" fmla="*/ 11240675 w 11243827"/>
              <a:gd name="connsiteY2" fmla="*/ 5210442 h 5641173"/>
              <a:gd name="connsiteX3" fmla="*/ 11179959 w 11243827"/>
              <a:gd name="connsiteY3" fmla="*/ 5221199 h 5641173"/>
              <a:gd name="connsiteX4" fmla="*/ 11105493 w 11243827"/>
              <a:gd name="connsiteY4" fmla="*/ 5259905 h 5641173"/>
              <a:gd name="connsiteX5" fmla="*/ 11078640 w 11243827"/>
              <a:gd name="connsiteY5" fmla="*/ 5263531 h 5641173"/>
              <a:gd name="connsiteX6" fmla="*/ 11079616 w 11243827"/>
              <a:gd name="connsiteY6" fmla="*/ 5270380 h 5641173"/>
              <a:gd name="connsiteX7" fmla="*/ 11069641 w 11243827"/>
              <a:gd name="connsiteY7" fmla="*/ 5270884 h 5641173"/>
              <a:gd name="connsiteX8" fmla="*/ 11047377 w 11243827"/>
              <a:gd name="connsiteY8" fmla="*/ 5271051 h 5641173"/>
              <a:gd name="connsiteX9" fmla="*/ 10980705 w 11243827"/>
              <a:gd name="connsiteY9" fmla="*/ 5272951 h 5641173"/>
              <a:gd name="connsiteX10" fmla="*/ 10962514 w 11243827"/>
              <a:gd name="connsiteY10" fmla="*/ 5286084 h 5641173"/>
              <a:gd name="connsiteX11" fmla="*/ 10945307 w 11243827"/>
              <a:gd name="connsiteY11" fmla="*/ 5286290 h 5641173"/>
              <a:gd name="connsiteX12" fmla="*/ 10845516 w 11243827"/>
              <a:gd name="connsiteY12" fmla="*/ 5303894 h 5641173"/>
              <a:gd name="connsiteX13" fmla="*/ 10831795 w 11243827"/>
              <a:gd name="connsiteY13" fmla="*/ 5305210 h 5641173"/>
              <a:gd name="connsiteX14" fmla="*/ 10824365 w 11243827"/>
              <a:gd name="connsiteY14" fmla="*/ 5311111 h 5641173"/>
              <a:gd name="connsiteX15" fmla="*/ 10797756 w 11243827"/>
              <a:gd name="connsiteY15" fmla="*/ 5312285 h 5641173"/>
              <a:gd name="connsiteX16" fmla="*/ 10796525 w 11243827"/>
              <a:gd name="connsiteY16" fmla="*/ 5315645 h 5641173"/>
              <a:gd name="connsiteX17" fmla="*/ 10709063 w 11243827"/>
              <a:gd name="connsiteY17" fmla="*/ 5344492 h 5641173"/>
              <a:gd name="connsiteX18" fmla="*/ 10694078 w 11243827"/>
              <a:gd name="connsiteY18" fmla="*/ 5349258 h 5641173"/>
              <a:gd name="connsiteX19" fmla="*/ 10681131 w 11243827"/>
              <a:gd name="connsiteY19" fmla="*/ 5347812 h 5641173"/>
              <a:gd name="connsiteX20" fmla="*/ 10609448 w 11243827"/>
              <a:gd name="connsiteY20" fmla="*/ 5351931 h 5641173"/>
              <a:gd name="connsiteX21" fmla="*/ 10592397 w 11243827"/>
              <a:gd name="connsiteY21" fmla="*/ 5349402 h 5641173"/>
              <a:gd name="connsiteX22" fmla="*/ 10585227 w 11243827"/>
              <a:gd name="connsiteY22" fmla="*/ 5344063 h 5641173"/>
              <a:gd name="connsiteX23" fmla="*/ 10557472 w 11243827"/>
              <a:gd name="connsiteY23" fmla="*/ 5354151 h 5641173"/>
              <a:gd name="connsiteX24" fmla="*/ 10514646 w 11243827"/>
              <a:gd name="connsiteY24" fmla="*/ 5361064 h 5641173"/>
              <a:gd name="connsiteX25" fmla="*/ 10494292 w 11243827"/>
              <a:gd name="connsiteY25" fmla="*/ 5366054 h 5641173"/>
              <a:gd name="connsiteX26" fmla="*/ 10477869 w 11243827"/>
              <a:gd name="connsiteY26" fmla="*/ 5363025 h 5641173"/>
              <a:gd name="connsiteX27" fmla="*/ 10384411 w 11243827"/>
              <a:gd name="connsiteY27" fmla="*/ 5362257 h 5641173"/>
              <a:gd name="connsiteX28" fmla="*/ 10362921 w 11243827"/>
              <a:gd name="connsiteY28" fmla="*/ 5357444 h 5641173"/>
              <a:gd name="connsiteX29" fmla="*/ 10352736 w 11243827"/>
              <a:gd name="connsiteY29" fmla="*/ 5347851 h 5641173"/>
              <a:gd name="connsiteX30" fmla="*/ 10344754 w 11243827"/>
              <a:gd name="connsiteY30" fmla="*/ 5351272 h 5641173"/>
              <a:gd name="connsiteX31" fmla="*/ 10288226 w 11243827"/>
              <a:gd name="connsiteY31" fmla="*/ 5351613 h 5641173"/>
              <a:gd name="connsiteX32" fmla="*/ 10251350 w 11243827"/>
              <a:gd name="connsiteY32" fmla="*/ 5352711 h 5641173"/>
              <a:gd name="connsiteX33" fmla="*/ 10249108 w 11243827"/>
              <a:gd name="connsiteY33" fmla="*/ 5365881 h 5641173"/>
              <a:gd name="connsiteX34" fmla="*/ 10216272 w 11243827"/>
              <a:gd name="connsiteY34" fmla="*/ 5370573 h 5641173"/>
              <a:gd name="connsiteX35" fmla="*/ 10181278 w 11243827"/>
              <a:gd name="connsiteY35" fmla="*/ 5362119 h 5641173"/>
              <a:gd name="connsiteX36" fmla="*/ 10140033 w 11243827"/>
              <a:gd name="connsiteY36" fmla="*/ 5363304 h 5641173"/>
              <a:gd name="connsiteX37" fmla="*/ 10115353 w 11243827"/>
              <a:gd name="connsiteY37" fmla="*/ 5363869 h 5641173"/>
              <a:gd name="connsiteX38" fmla="*/ 10050578 w 11243827"/>
              <a:gd name="connsiteY38" fmla="*/ 5376153 h 5641173"/>
              <a:gd name="connsiteX39" fmla="*/ 9945478 w 11243827"/>
              <a:gd name="connsiteY39" fmla="*/ 5422859 h 5641173"/>
              <a:gd name="connsiteX40" fmla="*/ 9912481 w 11243827"/>
              <a:gd name="connsiteY40" fmla="*/ 5429477 h 5641173"/>
              <a:gd name="connsiteX41" fmla="*/ 9906713 w 11243827"/>
              <a:gd name="connsiteY41" fmla="*/ 5426784 h 5641173"/>
              <a:gd name="connsiteX42" fmla="*/ 9742436 w 11243827"/>
              <a:gd name="connsiteY42" fmla="*/ 5454834 h 5641173"/>
              <a:gd name="connsiteX43" fmla="*/ 9713044 w 11243827"/>
              <a:gd name="connsiteY43" fmla="*/ 5456476 h 5641173"/>
              <a:gd name="connsiteX44" fmla="*/ 9691033 w 11243827"/>
              <a:gd name="connsiteY44" fmla="*/ 5455451 h 5641173"/>
              <a:gd name="connsiteX45" fmla="*/ 9638355 w 11243827"/>
              <a:gd name="connsiteY45" fmla="*/ 5464794 h 5641173"/>
              <a:gd name="connsiteX46" fmla="*/ 9552434 w 11243827"/>
              <a:gd name="connsiteY46" fmla="*/ 5485280 h 5641173"/>
              <a:gd name="connsiteX47" fmla="*/ 9533883 w 11243827"/>
              <a:gd name="connsiteY47" fmla="*/ 5488516 h 5641173"/>
              <a:gd name="connsiteX48" fmla="*/ 9516916 w 11243827"/>
              <a:gd name="connsiteY48" fmla="*/ 5486828 h 5641173"/>
              <a:gd name="connsiteX49" fmla="*/ 9512093 w 11243827"/>
              <a:gd name="connsiteY49" fmla="*/ 5482541 h 5641173"/>
              <a:gd name="connsiteX50" fmla="*/ 9501725 w 11243827"/>
              <a:gd name="connsiteY50" fmla="*/ 5483603 h 5641173"/>
              <a:gd name="connsiteX51" fmla="*/ 9498754 w 11243827"/>
              <a:gd name="connsiteY51" fmla="*/ 5482951 h 5641173"/>
              <a:gd name="connsiteX52" fmla="*/ 9481932 w 11243827"/>
              <a:gd name="connsiteY52" fmla="*/ 5480151 h 5641173"/>
              <a:gd name="connsiteX53" fmla="*/ 9451321 w 11243827"/>
              <a:gd name="connsiteY53" fmla="*/ 5497375 h 5641173"/>
              <a:gd name="connsiteX54" fmla="*/ 9409298 w 11243827"/>
              <a:gd name="connsiteY54" fmla="*/ 5499478 h 5641173"/>
              <a:gd name="connsiteX55" fmla="*/ 9303056 w 11243827"/>
              <a:gd name="connsiteY55" fmla="*/ 5519093 h 5641173"/>
              <a:gd name="connsiteX56" fmla="*/ 9229078 w 11243827"/>
              <a:gd name="connsiteY56" fmla="*/ 5524154 h 5641173"/>
              <a:gd name="connsiteX57" fmla="*/ 9165105 w 11243827"/>
              <a:gd name="connsiteY57" fmla="*/ 5532892 h 5641173"/>
              <a:gd name="connsiteX58" fmla="*/ 9077301 w 11243827"/>
              <a:gd name="connsiteY58" fmla="*/ 5580356 h 5641173"/>
              <a:gd name="connsiteX59" fmla="*/ 8960065 w 11243827"/>
              <a:gd name="connsiteY59" fmla="*/ 5597982 h 5641173"/>
              <a:gd name="connsiteX60" fmla="*/ 8953536 w 11243827"/>
              <a:gd name="connsiteY60" fmla="*/ 5606638 h 5641173"/>
              <a:gd name="connsiteX61" fmla="*/ 8943907 w 11243827"/>
              <a:gd name="connsiteY61" fmla="*/ 5612541 h 5641173"/>
              <a:gd name="connsiteX62" fmla="*/ 8942046 w 11243827"/>
              <a:gd name="connsiteY62" fmla="*/ 5612112 h 5641173"/>
              <a:gd name="connsiteX63" fmla="*/ 8928824 w 11243827"/>
              <a:gd name="connsiteY63" fmla="*/ 5615549 h 5641173"/>
              <a:gd name="connsiteX64" fmla="*/ 8927294 w 11243827"/>
              <a:gd name="connsiteY64" fmla="*/ 5618607 h 5641173"/>
              <a:gd name="connsiteX65" fmla="*/ 8918651 w 11243827"/>
              <a:gd name="connsiteY65" fmla="*/ 5621688 h 5641173"/>
              <a:gd name="connsiteX66" fmla="*/ 8902772 w 11243827"/>
              <a:gd name="connsiteY66" fmla="*/ 5629703 h 5641173"/>
              <a:gd name="connsiteX67" fmla="*/ 8898724 w 11243827"/>
              <a:gd name="connsiteY67" fmla="*/ 5629379 h 5641173"/>
              <a:gd name="connsiteX68" fmla="*/ 8873099 w 11243827"/>
              <a:gd name="connsiteY68" fmla="*/ 5638628 h 5641173"/>
              <a:gd name="connsiteX69" fmla="*/ 8872234 w 11243827"/>
              <a:gd name="connsiteY69" fmla="*/ 5637889 h 5641173"/>
              <a:gd name="connsiteX70" fmla="*/ 8862777 w 11243827"/>
              <a:gd name="connsiteY70" fmla="*/ 5636711 h 5641173"/>
              <a:gd name="connsiteX71" fmla="*/ 8845869 w 11243827"/>
              <a:gd name="connsiteY71" fmla="*/ 5636436 h 5641173"/>
              <a:gd name="connsiteX72" fmla="*/ 8800548 w 11243827"/>
              <a:gd name="connsiteY72" fmla="*/ 5625084 h 5641173"/>
              <a:gd name="connsiteX73" fmla="*/ 8773774 w 11243827"/>
              <a:gd name="connsiteY73" fmla="*/ 5634630 h 5641173"/>
              <a:gd name="connsiteX74" fmla="*/ 8698255 w 11243827"/>
              <a:gd name="connsiteY74" fmla="*/ 5636083 h 5641173"/>
              <a:gd name="connsiteX75" fmla="*/ 8619167 w 11243827"/>
              <a:gd name="connsiteY75" fmla="*/ 5619130 h 5641173"/>
              <a:gd name="connsiteX76" fmla="*/ 8539822 w 11243827"/>
              <a:gd name="connsiteY76" fmla="*/ 5616905 h 5641173"/>
              <a:gd name="connsiteX77" fmla="*/ 8511094 w 11243827"/>
              <a:gd name="connsiteY77" fmla="*/ 5617360 h 5641173"/>
              <a:gd name="connsiteX78" fmla="*/ 8459886 w 11243827"/>
              <a:gd name="connsiteY78" fmla="*/ 5612612 h 5641173"/>
              <a:gd name="connsiteX79" fmla="*/ 8436432 w 11243827"/>
              <a:gd name="connsiteY79" fmla="*/ 5606990 h 5641173"/>
              <a:gd name="connsiteX80" fmla="*/ 8435403 w 11243827"/>
              <a:gd name="connsiteY80" fmla="*/ 5607336 h 5641173"/>
              <a:gd name="connsiteX81" fmla="*/ 8433307 w 11243827"/>
              <a:gd name="connsiteY81" fmla="*/ 5604917 h 5641173"/>
              <a:gd name="connsiteX82" fmla="*/ 8428968 w 11243827"/>
              <a:gd name="connsiteY82" fmla="*/ 5603796 h 5641173"/>
              <a:gd name="connsiteX83" fmla="*/ 8417124 w 11243827"/>
              <a:gd name="connsiteY83" fmla="*/ 5604518 h 5641173"/>
              <a:gd name="connsiteX84" fmla="*/ 8412669 w 11243827"/>
              <a:gd name="connsiteY84" fmla="*/ 5605413 h 5641173"/>
              <a:gd name="connsiteX85" fmla="*/ 8406152 w 11243827"/>
              <a:gd name="connsiteY85" fmla="*/ 5605396 h 5641173"/>
              <a:gd name="connsiteX86" fmla="*/ 8405989 w 11243827"/>
              <a:gd name="connsiteY86" fmla="*/ 5605197 h 5641173"/>
              <a:gd name="connsiteX87" fmla="*/ 8399884 w 11243827"/>
              <a:gd name="connsiteY87" fmla="*/ 5605568 h 5641173"/>
              <a:gd name="connsiteX88" fmla="*/ 8370014 w 11243827"/>
              <a:gd name="connsiteY88" fmla="*/ 5609900 h 5641173"/>
              <a:gd name="connsiteX89" fmla="*/ 8330544 w 11243827"/>
              <a:gd name="connsiteY89" fmla="*/ 5590964 h 5641173"/>
              <a:gd name="connsiteX90" fmla="*/ 8314221 w 11243827"/>
              <a:gd name="connsiteY90" fmla="*/ 5587682 h 5641173"/>
              <a:gd name="connsiteX91" fmla="*/ 8305502 w 11243827"/>
              <a:gd name="connsiteY91" fmla="*/ 5584868 h 5641173"/>
              <a:gd name="connsiteX92" fmla="*/ 8304962 w 11243827"/>
              <a:gd name="connsiteY92" fmla="*/ 5584007 h 5641173"/>
              <a:gd name="connsiteX93" fmla="*/ 8276324 w 11243827"/>
              <a:gd name="connsiteY93" fmla="*/ 5588260 h 5641173"/>
              <a:gd name="connsiteX94" fmla="*/ 8272522 w 11243827"/>
              <a:gd name="connsiteY94" fmla="*/ 5587226 h 5641173"/>
              <a:gd name="connsiteX95" fmla="*/ 8253857 w 11243827"/>
              <a:gd name="connsiteY95" fmla="*/ 5592043 h 5641173"/>
              <a:gd name="connsiteX96" fmla="*/ 8244212 w 11243827"/>
              <a:gd name="connsiteY96" fmla="*/ 5593439 h 5641173"/>
              <a:gd name="connsiteX97" fmla="*/ 8241488 w 11243827"/>
              <a:gd name="connsiteY97" fmla="*/ 5596085 h 5641173"/>
              <a:gd name="connsiteX98" fmla="*/ 8227256 w 11243827"/>
              <a:gd name="connsiteY98" fmla="*/ 5597005 h 5641173"/>
              <a:gd name="connsiteX99" fmla="*/ 8225619 w 11243827"/>
              <a:gd name="connsiteY99" fmla="*/ 5596262 h 5641173"/>
              <a:gd name="connsiteX100" fmla="*/ 8213882 w 11243827"/>
              <a:gd name="connsiteY100" fmla="*/ 5600179 h 5641173"/>
              <a:gd name="connsiteX101" fmla="*/ 8204045 w 11243827"/>
              <a:gd name="connsiteY101" fmla="*/ 5607275 h 5641173"/>
              <a:gd name="connsiteX102" fmla="*/ 8082989 w 11243827"/>
              <a:gd name="connsiteY102" fmla="*/ 5603160 h 5641173"/>
              <a:gd name="connsiteX103" fmla="*/ 7976942 w 11243827"/>
              <a:gd name="connsiteY103" fmla="*/ 5598455 h 5641173"/>
              <a:gd name="connsiteX104" fmla="*/ 7950121 w 11243827"/>
              <a:gd name="connsiteY104" fmla="*/ 5590893 h 5641173"/>
              <a:gd name="connsiteX105" fmla="*/ 7727691 w 11243827"/>
              <a:gd name="connsiteY105" fmla="*/ 5621064 h 5641173"/>
              <a:gd name="connsiteX106" fmla="*/ 7685998 w 11243827"/>
              <a:gd name="connsiteY106" fmla="*/ 5615564 h 5641173"/>
              <a:gd name="connsiteX107" fmla="*/ 7649302 w 11243827"/>
              <a:gd name="connsiteY107" fmla="*/ 5626541 h 5641173"/>
              <a:gd name="connsiteX108" fmla="*/ 7634083 w 11243827"/>
              <a:gd name="connsiteY108" fmla="*/ 5620862 h 5641173"/>
              <a:gd name="connsiteX109" fmla="*/ 7631455 w 11243827"/>
              <a:gd name="connsiteY109" fmla="*/ 5619708 h 5641173"/>
              <a:gd name="connsiteX110" fmla="*/ 7620952 w 11243827"/>
              <a:gd name="connsiteY110" fmla="*/ 5618872 h 5641173"/>
              <a:gd name="connsiteX111" fmla="*/ 7617992 w 11243827"/>
              <a:gd name="connsiteY111" fmla="*/ 5613914 h 5641173"/>
              <a:gd name="connsiteX112" fmla="*/ 7602182 w 11243827"/>
              <a:gd name="connsiteY112" fmla="*/ 5609271 h 5641173"/>
              <a:gd name="connsiteX113" fmla="*/ 7582847 w 11243827"/>
              <a:gd name="connsiteY113" fmla="*/ 5609047 h 5641173"/>
              <a:gd name="connsiteX114" fmla="*/ 7514158 w 11243827"/>
              <a:gd name="connsiteY114" fmla="*/ 5607737 h 5641173"/>
              <a:gd name="connsiteX115" fmla="*/ 7502955 w 11243827"/>
              <a:gd name="connsiteY115" fmla="*/ 5610415 h 5641173"/>
              <a:gd name="connsiteX116" fmla="*/ 7466391 w 11243827"/>
              <a:gd name="connsiteY116" fmla="*/ 5605949 h 5641173"/>
              <a:gd name="connsiteX117" fmla="*/ 7433806 w 11243827"/>
              <a:gd name="connsiteY117" fmla="*/ 5604945 h 5641173"/>
              <a:gd name="connsiteX118" fmla="*/ 7412693 w 11243827"/>
              <a:gd name="connsiteY118" fmla="*/ 5607075 h 5641173"/>
              <a:gd name="connsiteX119" fmla="*/ 7407159 w 11243827"/>
              <a:gd name="connsiteY119" fmla="*/ 5605310 h 5641173"/>
              <a:gd name="connsiteX120" fmla="*/ 7385900 w 11243827"/>
              <a:gd name="connsiteY120" fmla="*/ 5604171 h 5641173"/>
              <a:gd name="connsiteX121" fmla="*/ 7375071 w 11243827"/>
              <a:gd name="connsiteY121" fmla="*/ 5606788 h 5641173"/>
              <a:gd name="connsiteX122" fmla="*/ 7364382 w 11243827"/>
              <a:gd name="connsiteY122" fmla="*/ 5600762 h 5641173"/>
              <a:gd name="connsiteX123" fmla="*/ 7361770 w 11243827"/>
              <a:gd name="connsiteY123" fmla="*/ 5596347 h 5641173"/>
              <a:gd name="connsiteX124" fmla="*/ 7346641 w 11243827"/>
              <a:gd name="connsiteY124" fmla="*/ 5598329 h 5641173"/>
              <a:gd name="connsiteX125" fmla="*/ 7334238 w 11243827"/>
              <a:gd name="connsiteY125" fmla="*/ 5594014 h 5641173"/>
              <a:gd name="connsiteX126" fmla="*/ 7323426 w 11243827"/>
              <a:gd name="connsiteY126" fmla="*/ 5596835 h 5641173"/>
              <a:gd name="connsiteX127" fmla="*/ 7318938 w 11243827"/>
              <a:gd name="connsiteY127" fmla="*/ 5596200 h 5641173"/>
              <a:gd name="connsiteX128" fmla="*/ 7307784 w 11243827"/>
              <a:gd name="connsiteY128" fmla="*/ 5594065 h 5641173"/>
              <a:gd name="connsiteX129" fmla="*/ 7288540 w 11243827"/>
              <a:gd name="connsiteY129" fmla="*/ 5589320 h 5641173"/>
              <a:gd name="connsiteX130" fmla="*/ 7282537 w 11243827"/>
              <a:gd name="connsiteY130" fmla="*/ 5588660 h 5641173"/>
              <a:gd name="connsiteX131" fmla="*/ 7269466 w 11243827"/>
              <a:gd name="connsiteY131" fmla="*/ 5581404 h 5641173"/>
              <a:gd name="connsiteX132" fmla="*/ 7244165 w 11243827"/>
              <a:gd name="connsiteY132" fmla="*/ 5575200 h 5641173"/>
              <a:gd name="connsiteX133" fmla="*/ 7199619 w 11243827"/>
              <a:gd name="connsiteY133" fmla="*/ 5553550 h 5641173"/>
              <a:gd name="connsiteX134" fmla="*/ 7173434 w 11243827"/>
              <a:gd name="connsiteY134" fmla="*/ 5543219 h 5641173"/>
              <a:gd name="connsiteX135" fmla="*/ 7155718 w 11243827"/>
              <a:gd name="connsiteY135" fmla="*/ 5533697 h 5641173"/>
              <a:gd name="connsiteX136" fmla="*/ 7103430 w 11243827"/>
              <a:gd name="connsiteY136" fmla="*/ 5520249 h 5641173"/>
              <a:gd name="connsiteX137" fmla="*/ 7013746 w 11243827"/>
              <a:gd name="connsiteY137" fmla="*/ 5502470 h 5641173"/>
              <a:gd name="connsiteX138" fmla="*/ 6995379 w 11243827"/>
              <a:gd name="connsiteY138" fmla="*/ 5497693 h 5641173"/>
              <a:gd name="connsiteX139" fmla="*/ 6982475 w 11243827"/>
              <a:gd name="connsiteY139" fmla="*/ 5489641 h 5641173"/>
              <a:gd name="connsiteX140" fmla="*/ 6981994 w 11243827"/>
              <a:gd name="connsiteY140" fmla="*/ 5484335 h 5641173"/>
              <a:gd name="connsiteX141" fmla="*/ 6972355 w 11243827"/>
              <a:gd name="connsiteY141" fmla="*/ 5481074 h 5641173"/>
              <a:gd name="connsiteX142" fmla="*/ 6970394 w 11243827"/>
              <a:gd name="connsiteY142" fmla="*/ 5479383 h 5641173"/>
              <a:gd name="connsiteX143" fmla="*/ 6958543 w 11243827"/>
              <a:gd name="connsiteY143" fmla="*/ 5470507 h 5641173"/>
              <a:gd name="connsiteX144" fmla="*/ 6918276 w 11243827"/>
              <a:gd name="connsiteY144" fmla="*/ 5472034 h 5641173"/>
              <a:gd name="connsiteX145" fmla="*/ 6881046 w 11243827"/>
              <a:gd name="connsiteY145" fmla="*/ 5457070 h 5641173"/>
              <a:gd name="connsiteX146" fmla="*/ 6752164 w 11243827"/>
              <a:gd name="connsiteY146" fmla="*/ 5425021 h 5641173"/>
              <a:gd name="connsiteX147" fmla="*/ 6724964 w 11243827"/>
              <a:gd name="connsiteY147" fmla="*/ 5414071 h 5641173"/>
              <a:gd name="connsiteX148" fmla="*/ 6683286 w 11243827"/>
              <a:gd name="connsiteY148" fmla="*/ 5432830 h 5641173"/>
              <a:gd name="connsiteX149" fmla="*/ 6644277 w 11243827"/>
              <a:gd name="connsiteY149" fmla="*/ 5429684 h 5641173"/>
              <a:gd name="connsiteX150" fmla="*/ 6532914 w 11243827"/>
              <a:gd name="connsiteY150" fmla="*/ 5431205 h 5641173"/>
              <a:gd name="connsiteX151" fmla="*/ 6307459 w 11243827"/>
              <a:gd name="connsiteY151" fmla="*/ 5467087 h 5641173"/>
              <a:gd name="connsiteX152" fmla="*/ 6196243 w 11243827"/>
              <a:gd name="connsiteY152" fmla="*/ 5515042 h 5641173"/>
              <a:gd name="connsiteX153" fmla="*/ 6099124 w 11243827"/>
              <a:gd name="connsiteY153" fmla="*/ 5516848 h 5641173"/>
              <a:gd name="connsiteX154" fmla="*/ 6016077 w 11243827"/>
              <a:gd name="connsiteY154" fmla="*/ 5528642 h 5641173"/>
              <a:gd name="connsiteX155" fmla="*/ 6004389 w 11243827"/>
              <a:gd name="connsiteY155" fmla="*/ 5531206 h 5641173"/>
              <a:gd name="connsiteX156" fmla="*/ 5933945 w 11243827"/>
              <a:gd name="connsiteY156" fmla="*/ 5538840 h 5641173"/>
              <a:gd name="connsiteX157" fmla="*/ 5883936 w 11243827"/>
              <a:gd name="connsiteY157" fmla="*/ 5553807 h 5641173"/>
              <a:gd name="connsiteX158" fmla="*/ 5798331 w 11243827"/>
              <a:gd name="connsiteY158" fmla="*/ 5564248 h 5641173"/>
              <a:gd name="connsiteX159" fmla="*/ 5712738 w 11243827"/>
              <a:gd name="connsiteY159" fmla="*/ 5573120 h 5641173"/>
              <a:gd name="connsiteX160" fmla="*/ 5681342 w 11243827"/>
              <a:gd name="connsiteY160" fmla="*/ 5575621 h 5641173"/>
              <a:gd name="connsiteX161" fmla="*/ 5627167 w 11243827"/>
              <a:gd name="connsiteY161" fmla="*/ 5583215 h 5641173"/>
              <a:gd name="connsiteX162" fmla="*/ 5591414 w 11243827"/>
              <a:gd name="connsiteY162" fmla="*/ 5587695 h 5641173"/>
              <a:gd name="connsiteX163" fmla="*/ 5583028 w 11243827"/>
              <a:gd name="connsiteY163" fmla="*/ 5580877 h 5641173"/>
              <a:gd name="connsiteX164" fmla="*/ 5549426 w 11243827"/>
              <a:gd name="connsiteY164" fmla="*/ 5582858 h 5641173"/>
              <a:gd name="connsiteX165" fmla="*/ 5519999 w 11243827"/>
              <a:gd name="connsiteY165" fmla="*/ 5592246 h 5641173"/>
              <a:gd name="connsiteX166" fmla="*/ 5480028 w 11243827"/>
              <a:gd name="connsiteY166" fmla="*/ 5597282 h 5641173"/>
              <a:gd name="connsiteX167" fmla="*/ 5456175 w 11243827"/>
              <a:gd name="connsiteY167" fmla="*/ 5600371 h 5641173"/>
              <a:gd name="connsiteX168" fmla="*/ 5388463 w 11243827"/>
              <a:gd name="connsiteY168" fmla="*/ 5602638 h 5641173"/>
              <a:gd name="connsiteX169" fmla="*/ 5265898 w 11243827"/>
              <a:gd name="connsiteY169" fmla="*/ 5591830 h 5641173"/>
              <a:gd name="connsiteX170" fmla="*/ 5231231 w 11243827"/>
              <a:gd name="connsiteY170" fmla="*/ 5592790 h 5641173"/>
              <a:gd name="connsiteX171" fmla="*/ 5226996 w 11243827"/>
              <a:gd name="connsiteY171" fmla="*/ 5595040 h 5641173"/>
              <a:gd name="connsiteX172" fmla="*/ 5175988 w 11243827"/>
              <a:gd name="connsiteY172" fmla="*/ 5588131 h 5641173"/>
              <a:gd name="connsiteX173" fmla="*/ 5107470 w 11243827"/>
              <a:gd name="connsiteY173" fmla="*/ 5594771 h 5641173"/>
              <a:gd name="connsiteX174" fmla="*/ 5027868 w 11243827"/>
              <a:gd name="connsiteY174" fmla="*/ 5605624 h 5641173"/>
              <a:gd name="connsiteX175" fmla="*/ 5007324 w 11243827"/>
              <a:gd name="connsiteY175" fmla="*/ 5609209 h 5641173"/>
              <a:gd name="connsiteX176" fmla="*/ 4952559 w 11243827"/>
              <a:gd name="connsiteY176" fmla="*/ 5611402 h 5641173"/>
              <a:gd name="connsiteX177" fmla="*/ 4826081 w 11243827"/>
              <a:gd name="connsiteY177" fmla="*/ 5616191 h 5641173"/>
              <a:gd name="connsiteX178" fmla="*/ 4823501 w 11243827"/>
              <a:gd name="connsiteY178" fmla="*/ 5619174 h 5641173"/>
              <a:gd name="connsiteX179" fmla="*/ 4813093 w 11243827"/>
              <a:gd name="connsiteY179" fmla="*/ 5620026 h 5641173"/>
              <a:gd name="connsiteX180" fmla="*/ 4810563 w 11243827"/>
              <a:gd name="connsiteY180" fmla="*/ 5620787 h 5641173"/>
              <a:gd name="connsiteX181" fmla="*/ 4795818 w 11243827"/>
              <a:gd name="connsiteY181" fmla="*/ 5624618 h 5641173"/>
              <a:gd name="connsiteX182" fmla="*/ 4758404 w 11243827"/>
              <a:gd name="connsiteY182" fmla="*/ 5619510 h 5641173"/>
              <a:gd name="connsiteX183" fmla="*/ 4717254 w 11243827"/>
              <a:gd name="connsiteY183" fmla="*/ 5624155 h 5641173"/>
              <a:gd name="connsiteX184" fmla="*/ 4591958 w 11243827"/>
              <a:gd name="connsiteY184" fmla="*/ 5624710 h 5641173"/>
              <a:gd name="connsiteX185" fmla="*/ 4476215 w 11243827"/>
              <a:gd name="connsiteY185" fmla="*/ 5628210 h 5641173"/>
              <a:gd name="connsiteX186" fmla="*/ 4425193 w 11243827"/>
              <a:gd name="connsiteY186" fmla="*/ 5627414 h 5641173"/>
              <a:gd name="connsiteX187" fmla="*/ 4383866 w 11243827"/>
              <a:gd name="connsiteY187" fmla="*/ 5626546 h 5641173"/>
              <a:gd name="connsiteX188" fmla="*/ 4385596 w 11243827"/>
              <a:gd name="connsiteY188" fmla="*/ 5634646 h 5641173"/>
              <a:gd name="connsiteX189" fmla="*/ 4360864 w 11243827"/>
              <a:gd name="connsiteY189" fmla="*/ 5641173 h 5641173"/>
              <a:gd name="connsiteX190" fmla="*/ 4328321 w 11243827"/>
              <a:gd name="connsiteY190" fmla="*/ 5626332 h 5641173"/>
              <a:gd name="connsiteX191" fmla="*/ 4309842 w 11243827"/>
              <a:gd name="connsiteY191" fmla="*/ 5626471 h 5641173"/>
              <a:gd name="connsiteX192" fmla="*/ 4277424 w 11243827"/>
              <a:gd name="connsiteY192" fmla="*/ 5631598 h 5641173"/>
              <a:gd name="connsiteX193" fmla="*/ 4266627 w 11243827"/>
              <a:gd name="connsiteY193" fmla="*/ 5633969 h 5641173"/>
              <a:gd name="connsiteX194" fmla="*/ 4185525 w 11243827"/>
              <a:gd name="connsiteY194" fmla="*/ 5617508 h 5641173"/>
              <a:gd name="connsiteX195" fmla="*/ 4177617 w 11243827"/>
              <a:gd name="connsiteY195" fmla="*/ 5610903 h 5641173"/>
              <a:gd name="connsiteX196" fmla="*/ 4136948 w 11243827"/>
              <a:gd name="connsiteY196" fmla="*/ 5608031 h 5641173"/>
              <a:gd name="connsiteX197" fmla="*/ 4132323 w 11243827"/>
              <a:gd name="connsiteY197" fmla="*/ 5609784 h 5641173"/>
              <a:gd name="connsiteX198" fmla="*/ 4098620 w 11243827"/>
              <a:gd name="connsiteY198" fmla="*/ 5599672 h 5641173"/>
              <a:gd name="connsiteX199" fmla="*/ 3963475 w 11243827"/>
              <a:gd name="connsiteY199" fmla="*/ 5581841 h 5641173"/>
              <a:gd name="connsiteX200" fmla="*/ 3703613 w 11243827"/>
              <a:gd name="connsiteY200" fmla="*/ 5572482 h 5641173"/>
              <a:gd name="connsiteX201" fmla="*/ 3432987 w 11243827"/>
              <a:gd name="connsiteY201" fmla="*/ 5545768 h 5641173"/>
              <a:gd name="connsiteX202" fmla="*/ 3176381 w 11243827"/>
              <a:gd name="connsiteY202" fmla="*/ 5556110 h 5641173"/>
              <a:gd name="connsiteX203" fmla="*/ 2710156 w 11243827"/>
              <a:gd name="connsiteY203" fmla="*/ 5527517 h 5641173"/>
              <a:gd name="connsiteX204" fmla="*/ 2550206 w 11243827"/>
              <a:gd name="connsiteY204" fmla="*/ 5524958 h 5641173"/>
              <a:gd name="connsiteX205" fmla="*/ 2443041 w 11243827"/>
              <a:gd name="connsiteY205" fmla="*/ 5523990 h 5641173"/>
              <a:gd name="connsiteX206" fmla="*/ 2435613 w 11243827"/>
              <a:gd name="connsiteY206" fmla="*/ 5526704 h 5641173"/>
              <a:gd name="connsiteX207" fmla="*/ 2405682 w 11243827"/>
              <a:gd name="connsiteY207" fmla="*/ 5528307 h 5641173"/>
              <a:gd name="connsiteX208" fmla="*/ 2397487 w 11243827"/>
              <a:gd name="connsiteY208" fmla="*/ 5540337 h 5641173"/>
              <a:gd name="connsiteX209" fmla="*/ 2297454 w 11243827"/>
              <a:gd name="connsiteY209" fmla="*/ 5550765 h 5641173"/>
              <a:gd name="connsiteX210" fmla="*/ 2056700 w 11243827"/>
              <a:gd name="connsiteY210" fmla="*/ 5555489 h 5641173"/>
              <a:gd name="connsiteX211" fmla="*/ 1878530 w 11243827"/>
              <a:gd name="connsiteY211" fmla="*/ 5535330 h 5641173"/>
              <a:gd name="connsiteX212" fmla="*/ 1859292 w 11243827"/>
              <a:gd name="connsiteY212" fmla="*/ 5535461 h 5641173"/>
              <a:gd name="connsiteX213" fmla="*/ 1835626 w 11243827"/>
              <a:gd name="connsiteY213" fmla="*/ 5533793 h 5641173"/>
              <a:gd name="connsiteX214" fmla="*/ 1798939 w 11243827"/>
              <a:gd name="connsiteY214" fmla="*/ 5540285 h 5641173"/>
              <a:gd name="connsiteX215" fmla="*/ 1779046 w 11243827"/>
              <a:gd name="connsiteY215" fmla="*/ 5549949 h 5641173"/>
              <a:gd name="connsiteX216" fmla="*/ 1772421 w 11243827"/>
              <a:gd name="connsiteY216" fmla="*/ 5549018 h 5641173"/>
              <a:gd name="connsiteX217" fmla="*/ 1772052 w 11243827"/>
              <a:gd name="connsiteY217" fmla="*/ 5545689 h 5641173"/>
              <a:gd name="connsiteX218" fmla="*/ 1711543 w 11243827"/>
              <a:gd name="connsiteY218" fmla="*/ 5534558 h 5641173"/>
              <a:gd name="connsiteX219" fmla="*/ 1631462 w 11243827"/>
              <a:gd name="connsiteY219" fmla="*/ 5491807 h 5641173"/>
              <a:gd name="connsiteX220" fmla="*/ 1538763 w 11243827"/>
              <a:gd name="connsiteY220" fmla="*/ 5482781 h 5641173"/>
              <a:gd name="connsiteX221" fmla="*/ 1501533 w 11243827"/>
              <a:gd name="connsiteY221" fmla="*/ 5467817 h 5641173"/>
              <a:gd name="connsiteX222" fmla="*/ 1461266 w 11243827"/>
              <a:gd name="connsiteY222" fmla="*/ 5469343 h 5641173"/>
              <a:gd name="connsiteX223" fmla="*/ 1449415 w 11243827"/>
              <a:gd name="connsiteY223" fmla="*/ 5460467 h 5641173"/>
              <a:gd name="connsiteX224" fmla="*/ 1447454 w 11243827"/>
              <a:gd name="connsiteY224" fmla="*/ 5458776 h 5641173"/>
              <a:gd name="connsiteX225" fmla="*/ 1437814 w 11243827"/>
              <a:gd name="connsiteY225" fmla="*/ 5455515 h 5641173"/>
              <a:gd name="connsiteX226" fmla="*/ 1437334 w 11243827"/>
              <a:gd name="connsiteY226" fmla="*/ 5450209 h 5641173"/>
              <a:gd name="connsiteX227" fmla="*/ 1424429 w 11243827"/>
              <a:gd name="connsiteY227" fmla="*/ 5442157 h 5641173"/>
              <a:gd name="connsiteX228" fmla="*/ 1406063 w 11243827"/>
              <a:gd name="connsiteY228" fmla="*/ 5437380 h 5641173"/>
              <a:gd name="connsiteX229" fmla="*/ 1316379 w 11243827"/>
              <a:gd name="connsiteY229" fmla="*/ 5419601 h 5641173"/>
              <a:gd name="connsiteX230" fmla="*/ 1264090 w 11243827"/>
              <a:gd name="connsiteY230" fmla="*/ 5406153 h 5641173"/>
              <a:gd name="connsiteX231" fmla="*/ 1246374 w 11243827"/>
              <a:gd name="connsiteY231" fmla="*/ 5396631 h 5641173"/>
              <a:gd name="connsiteX232" fmla="*/ 1220190 w 11243827"/>
              <a:gd name="connsiteY232" fmla="*/ 5386301 h 5641173"/>
              <a:gd name="connsiteX233" fmla="*/ 1175643 w 11243827"/>
              <a:gd name="connsiteY233" fmla="*/ 5364651 h 5641173"/>
              <a:gd name="connsiteX234" fmla="*/ 1150342 w 11243827"/>
              <a:gd name="connsiteY234" fmla="*/ 5358447 h 5641173"/>
              <a:gd name="connsiteX235" fmla="*/ 1112024 w 11243827"/>
              <a:gd name="connsiteY235" fmla="*/ 5345786 h 5641173"/>
              <a:gd name="connsiteX236" fmla="*/ 1100870 w 11243827"/>
              <a:gd name="connsiteY236" fmla="*/ 5343651 h 5641173"/>
              <a:gd name="connsiteX237" fmla="*/ 1096383 w 11243827"/>
              <a:gd name="connsiteY237" fmla="*/ 5343015 h 5641173"/>
              <a:gd name="connsiteX238" fmla="*/ 1058039 w 11243827"/>
              <a:gd name="connsiteY238" fmla="*/ 5343504 h 5641173"/>
              <a:gd name="connsiteX239" fmla="*/ 1055426 w 11243827"/>
              <a:gd name="connsiteY239" fmla="*/ 5339088 h 5641173"/>
              <a:gd name="connsiteX240" fmla="*/ 1044738 w 11243827"/>
              <a:gd name="connsiteY240" fmla="*/ 5333063 h 5641173"/>
              <a:gd name="connsiteX241" fmla="*/ 1033909 w 11243827"/>
              <a:gd name="connsiteY241" fmla="*/ 5335680 h 5641173"/>
              <a:gd name="connsiteX242" fmla="*/ 1012649 w 11243827"/>
              <a:gd name="connsiteY242" fmla="*/ 5334541 h 5641173"/>
              <a:gd name="connsiteX243" fmla="*/ 1007115 w 11243827"/>
              <a:gd name="connsiteY243" fmla="*/ 5332775 h 5641173"/>
              <a:gd name="connsiteX244" fmla="*/ 987447 w 11243827"/>
              <a:gd name="connsiteY244" fmla="*/ 5346462 h 5641173"/>
              <a:gd name="connsiteX245" fmla="*/ 953418 w 11243827"/>
              <a:gd name="connsiteY245" fmla="*/ 5333901 h 5641173"/>
              <a:gd name="connsiteX246" fmla="*/ 916854 w 11243827"/>
              <a:gd name="connsiteY246" fmla="*/ 5329435 h 5641173"/>
              <a:gd name="connsiteX247" fmla="*/ 905651 w 11243827"/>
              <a:gd name="connsiteY247" fmla="*/ 5332114 h 5641173"/>
              <a:gd name="connsiteX248" fmla="*/ 838405 w 11243827"/>
              <a:gd name="connsiteY248" fmla="*/ 5339470 h 5641173"/>
              <a:gd name="connsiteX249" fmla="*/ 817627 w 11243827"/>
              <a:gd name="connsiteY249" fmla="*/ 5330580 h 5641173"/>
              <a:gd name="connsiteX250" fmla="*/ 801817 w 11243827"/>
              <a:gd name="connsiteY250" fmla="*/ 5325937 h 5641173"/>
              <a:gd name="connsiteX251" fmla="*/ 798857 w 11243827"/>
              <a:gd name="connsiteY251" fmla="*/ 5320979 h 5641173"/>
              <a:gd name="connsiteX252" fmla="*/ 788354 w 11243827"/>
              <a:gd name="connsiteY252" fmla="*/ 5320143 h 5641173"/>
              <a:gd name="connsiteX253" fmla="*/ 785726 w 11243827"/>
              <a:gd name="connsiteY253" fmla="*/ 5318989 h 5641173"/>
              <a:gd name="connsiteX254" fmla="*/ 770507 w 11243827"/>
              <a:gd name="connsiteY254" fmla="*/ 5313309 h 5641173"/>
              <a:gd name="connsiteX255" fmla="*/ 733810 w 11243827"/>
              <a:gd name="connsiteY255" fmla="*/ 5324286 h 5641173"/>
              <a:gd name="connsiteX256" fmla="*/ 692117 w 11243827"/>
              <a:gd name="connsiteY256" fmla="*/ 5318786 h 5641173"/>
              <a:gd name="connsiteX257" fmla="*/ 574943 w 11243827"/>
              <a:gd name="connsiteY257" fmla="*/ 5327578 h 5641173"/>
              <a:gd name="connsiteX258" fmla="*/ 441302 w 11243827"/>
              <a:gd name="connsiteY258" fmla="*/ 5307062 h 5641173"/>
              <a:gd name="connsiteX259" fmla="*/ 336819 w 11243827"/>
              <a:gd name="connsiteY259" fmla="*/ 5336690 h 5641173"/>
              <a:gd name="connsiteX260" fmla="*/ 270932 w 11243827"/>
              <a:gd name="connsiteY260" fmla="*/ 5345451 h 5641173"/>
              <a:gd name="connsiteX261" fmla="*/ 194189 w 11243827"/>
              <a:gd name="connsiteY261" fmla="*/ 5343588 h 5641173"/>
              <a:gd name="connsiteX262" fmla="*/ 192552 w 11243827"/>
              <a:gd name="connsiteY262" fmla="*/ 5342845 h 5641173"/>
              <a:gd name="connsiteX263" fmla="*/ 178320 w 11243827"/>
              <a:gd name="connsiteY263" fmla="*/ 5343766 h 5641173"/>
              <a:gd name="connsiteX264" fmla="*/ 175596 w 11243827"/>
              <a:gd name="connsiteY264" fmla="*/ 5346411 h 5641173"/>
              <a:gd name="connsiteX265" fmla="*/ 147287 w 11243827"/>
              <a:gd name="connsiteY265" fmla="*/ 5352625 h 5641173"/>
              <a:gd name="connsiteX266" fmla="*/ 114847 w 11243827"/>
              <a:gd name="connsiteY266" fmla="*/ 5355844 h 5641173"/>
              <a:gd name="connsiteX267" fmla="*/ 114306 w 11243827"/>
              <a:gd name="connsiteY267" fmla="*/ 5354983 h 5641173"/>
              <a:gd name="connsiteX268" fmla="*/ 89264 w 11243827"/>
              <a:gd name="connsiteY268" fmla="*/ 5348886 h 5641173"/>
              <a:gd name="connsiteX269" fmla="*/ 49794 w 11243827"/>
              <a:gd name="connsiteY269" fmla="*/ 5329950 h 5641173"/>
              <a:gd name="connsiteX270" fmla="*/ 19924 w 11243827"/>
              <a:gd name="connsiteY270" fmla="*/ 5334282 h 5641173"/>
              <a:gd name="connsiteX271" fmla="*/ 13819 w 11243827"/>
              <a:gd name="connsiteY271" fmla="*/ 5334653 h 5641173"/>
              <a:gd name="connsiteX272" fmla="*/ 13657 w 11243827"/>
              <a:gd name="connsiteY272" fmla="*/ 5334455 h 5641173"/>
              <a:gd name="connsiteX273" fmla="*/ 7139 w 11243827"/>
              <a:gd name="connsiteY273" fmla="*/ 5334438 h 5641173"/>
              <a:gd name="connsiteX274" fmla="*/ 2684 w 11243827"/>
              <a:gd name="connsiteY274" fmla="*/ 5335333 h 5641173"/>
              <a:gd name="connsiteX275" fmla="*/ 0 w 11243827"/>
              <a:gd name="connsiteY275" fmla="*/ 5335496 h 5641173"/>
              <a:gd name="connsiteX276" fmla="*/ 0 w 11243827"/>
              <a:gd name="connsiteY276" fmla="*/ 10592 h 5641173"/>
              <a:gd name="connsiteX277" fmla="*/ 11243827 w 11243827"/>
              <a:gd name="connsiteY277" fmla="*/ 0 h 5641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Lst>
            <a:rect l="l" t="t" r="r" b="b"/>
            <a:pathLst>
              <a:path w="11243827" h="5641173">
                <a:moveTo>
                  <a:pt x="11243827" y="0"/>
                </a:moveTo>
                <a:lnTo>
                  <a:pt x="11243827" y="5209610"/>
                </a:lnTo>
                <a:lnTo>
                  <a:pt x="11240675" y="5210442"/>
                </a:lnTo>
                <a:cubicBezTo>
                  <a:pt x="11212687" y="5216721"/>
                  <a:pt x="11197241" y="5217028"/>
                  <a:pt x="11179959" y="5221199"/>
                </a:cubicBezTo>
                <a:cubicBezTo>
                  <a:pt x="11151979" y="5230882"/>
                  <a:pt x="11122378" y="5252850"/>
                  <a:pt x="11105493" y="5259905"/>
                </a:cubicBezTo>
                <a:lnTo>
                  <a:pt x="11078640" y="5263531"/>
                </a:lnTo>
                <a:lnTo>
                  <a:pt x="11079616" y="5270380"/>
                </a:lnTo>
                <a:lnTo>
                  <a:pt x="11069641" y="5270884"/>
                </a:lnTo>
                <a:lnTo>
                  <a:pt x="11047377" y="5271051"/>
                </a:lnTo>
                <a:cubicBezTo>
                  <a:pt x="11033483" y="5272087"/>
                  <a:pt x="10994850" y="5270445"/>
                  <a:pt x="10980705" y="5272951"/>
                </a:cubicBezTo>
                <a:cubicBezTo>
                  <a:pt x="10976625" y="5280257"/>
                  <a:pt x="10970327" y="5284239"/>
                  <a:pt x="10962514" y="5286084"/>
                </a:cubicBezTo>
                <a:lnTo>
                  <a:pt x="10945307" y="5286290"/>
                </a:lnTo>
                <a:lnTo>
                  <a:pt x="10845516" y="5303894"/>
                </a:lnTo>
                <a:lnTo>
                  <a:pt x="10831795" y="5305210"/>
                </a:lnTo>
                <a:lnTo>
                  <a:pt x="10824365" y="5311111"/>
                </a:lnTo>
                <a:cubicBezTo>
                  <a:pt x="10818692" y="5312290"/>
                  <a:pt x="10802397" y="5311529"/>
                  <a:pt x="10797756" y="5312285"/>
                </a:cubicBezTo>
                <a:lnTo>
                  <a:pt x="10796525" y="5315645"/>
                </a:lnTo>
                <a:cubicBezTo>
                  <a:pt x="10781742" y="5321013"/>
                  <a:pt x="10726138" y="5338890"/>
                  <a:pt x="10709063" y="5344492"/>
                </a:cubicBezTo>
                <a:cubicBezTo>
                  <a:pt x="10705652" y="5339328"/>
                  <a:pt x="10698014" y="5347484"/>
                  <a:pt x="10694078" y="5349258"/>
                </a:cubicBezTo>
                <a:cubicBezTo>
                  <a:pt x="10693469" y="5345779"/>
                  <a:pt x="10683941" y="5344718"/>
                  <a:pt x="10681131" y="5347812"/>
                </a:cubicBezTo>
                <a:cubicBezTo>
                  <a:pt x="10614153" y="5364782"/>
                  <a:pt x="10647679" y="5329716"/>
                  <a:pt x="10609448" y="5351931"/>
                </a:cubicBezTo>
                <a:cubicBezTo>
                  <a:pt x="10602685" y="5353403"/>
                  <a:pt x="10597204" y="5352000"/>
                  <a:pt x="10592397" y="5349402"/>
                </a:cubicBezTo>
                <a:lnTo>
                  <a:pt x="10585227" y="5344063"/>
                </a:lnTo>
                <a:lnTo>
                  <a:pt x="10557472" y="5354151"/>
                </a:lnTo>
                <a:cubicBezTo>
                  <a:pt x="10543800" y="5357667"/>
                  <a:pt x="10529411" y="5359999"/>
                  <a:pt x="10514646" y="5361064"/>
                </a:cubicBezTo>
                <a:cubicBezTo>
                  <a:pt x="10511333" y="5353956"/>
                  <a:pt x="10499744" y="5364054"/>
                  <a:pt x="10494292" y="5366054"/>
                </a:cubicBezTo>
                <a:cubicBezTo>
                  <a:pt x="10494236" y="5361412"/>
                  <a:pt x="10482156" y="5359187"/>
                  <a:pt x="10477869" y="5363025"/>
                </a:cubicBezTo>
                <a:cubicBezTo>
                  <a:pt x="10387782" y="5379617"/>
                  <a:pt x="10438473" y="5336257"/>
                  <a:pt x="10384411" y="5362257"/>
                </a:cubicBezTo>
                <a:cubicBezTo>
                  <a:pt x="10375368" y="5363613"/>
                  <a:pt x="10368582" y="5361287"/>
                  <a:pt x="10362921" y="5357444"/>
                </a:cubicBezTo>
                <a:lnTo>
                  <a:pt x="10352736" y="5347851"/>
                </a:lnTo>
                <a:lnTo>
                  <a:pt x="10344754" y="5351272"/>
                </a:lnTo>
                <a:cubicBezTo>
                  <a:pt x="10314632" y="5351540"/>
                  <a:pt x="10305751" y="5341709"/>
                  <a:pt x="10288226" y="5351613"/>
                </a:cubicBezTo>
                <a:cubicBezTo>
                  <a:pt x="10262327" y="5331026"/>
                  <a:pt x="10271048" y="5349560"/>
                  <a:pt x="10251350" y="5352711"/>
                </a:cubicBezTo>
                <a:cubicBezTo>
                  <a:pt x="10235810" y="5356816"/>
                  <a:pt x="10264339" y="5364714"/>
                  <a:pt x="10249108" y="5365881"/>
                </a:cubicBezTo>
                <a:cubicBezTo>
                  <a:pt x="10232632" y="5360566"/>
                  <a:pt x="10233406" y="5377073"/>
                  <a:pt x="10216272" y="5370573"/>
                </a:cubicBezTo>
                <a:cubicBezTo>
                  <a:pt x="10220434" y="5358137"/>
                  <a:pt x="10182459" y="5372984"/>
                  <a:pt x="10181278" y="5362119"/>
                </a:cubicBezTo>
                <a:cubicBezTo>
                  <a:pt x="10166724" y="5377655"/>
                  <a:pt x="10159412" y="5358516"/>
                  <a:pt x="10140033" y="5363304"/>
                </a:cubicBezTo>
                <a:cubicBezTo>
                  <a:pt x="10130907" y="5369181"/>
                  <a:pt x="10124323" y="5370190"/>
                  <a:pt x="10115353" y="5363869"/>
                </a:cubicBezTo>
                <a:cubicBezTo>
                  <a:pt x="10073314" y="5392482"/>
                  <a:pt x="10089920" y="5365150"/>
                  <a:pt x="10050578" y="5376153"/>
                </a:cubicBezTo>
                <a:cubicBezTo>
                  <a:pt x="10016683" y="5387725"/>
                  <a:pt x="9978260" y="5395233"/>
                  <a:pt x="9945478" y="5422859"/>
                </a:cubicBezTo>
                <a:cubicBezTo>
                  <a:pt x="9939461" y="5430686"/>
                  <a:pt x="9924686" y="5433649"/>
                  <a:pt x="9912481" y="5429477"/>
                </a:cubicBezTo>
                <a:cubicBezTo>
                  <a:pt x="9910384" y="5428759"/>
                  <a:pt x="9908438" y="5427851"/>
                  <a:pt x="9906713" y="5426784"/>
                </a:cubicBezTo>
                <a:cubicBezTo>
                  <a:pt x="9878372" y="5431011"/>
                  <a:pt x="9774714" y="5449885"/>
                  <a:pt x="9742436" y="5454834"/>
                </a:cubicBezTo>
                <a:cubicBezTo>
                  <a:pt x="9739822" y="5444779"/>
                  <a:pt x="9723500" y="5462923"/>
                  <a:pt x="9713044" y="5456476"/>
                </a:cubicBezTo>
                <a:cubicBezTo>
                  <a:pt x="9705555" y="5450821"/>
                  <a:pt x="9698855" y="5455006"/>
                  <a:pt x="9691033" y="5455451"/>
                </a:cubicBezTo>
                <a:cubicBezTo>
                  <a:pt x="9680728" y="5451004"/>
                  <a:pt x="9647117" y="5459035"/>
                  <a:pt x="9638355" y="5464794"/>
                </a:cubicBezTo>
                <a:cubicBezTo>
                  <a:pt x="9617415" y="5484808"/>
                  <a:pt x="9569832" y="5469945"/>
                  <a:pt x="9552434" y="5485280"/>
                </a:cubicBezTo>
                <a:cubicBezTo>
                  <a:pt x="9546122" y="5487529"/>
                  <a:pt x="9539945" y="5488440"/>
                  <a:pt x="9533883" y="5488516"/>
                </a:cubicBezTo>
                <a:lnTo>
                  <a:pt x="9516916" y="5486828"/>
                </a:lnTo>
                <a:lnTo>
                  <a:pt x="9512093" y="5482541"/>
                </a:lnTo>
                <a:lnTo>
                  <a:pt x="9501725" y="5483603"/>
                </a:lnTo>
                <a:lnTo>
                  <a:pt x="9498754" y="5482951"/>
                </a:lnTo>
                <a:cubicBezTo>
                  <a:pt x="9493078" y="5481686"/>
                  <a:pt x="9487476" y="5480586"/>
                  <a:pt x="9481932" y="5480151"/>
                </a:cubicBezTo>
                <a:cubicBezTo>
                  <a:pt x="9489223" y="5501646"/>
                  <a:pt x="9435971" y="5479991"/>
                  <a:pt x="9451321" y="5497375"/>
                </a:cubicBezTo>
                <a:cubicBezTo>
                  <a:pt x="9422124" y="5498722"/>
                  <a:pt x="9444395" y="5514914"/>
                  <a:pt x="9409298" y="5499478"/>
                </a:cubicBezTo>
                <a:cubicBezTo>
                  <a:pt x="9363968" y="5517055"/>
                  <a:pt x="9350073" y="5507226"/>
                  <a:pt x="9303056" y="5519093"/>
                </a:cubicBezTo>
                <a:cubicBezTo>
                  <a:pt x="9272929" y="5515489"/>
                  <a:pt x="9242312" y="5519100"/>
                  <a:pt x="9229078" y="5524154"/>
                </a:cubicBezTo>
                <a:cubicBezTo>
                  <a:pt x="9244549" y="5484199"/>
                  <a:pt x="9198133" y="5512463"/>
                  <a:pt x="9165105" y="5532892"/>
                </a:cubicBezTo>
                <a:cubicBezTo>
                  <a:pt x="9128348" y="5546691"/>
                  <a:pt x="9105217" y="5601124"/>
                  <a:pt x="9077301" y="5580356"/>
                </a:cubicBezTo>
                <a:cubicBezTo>
                  <a:pt x="9034770" y="5585424"/>
                  <a:pt x="9004654" y="5606346"/>
                  <a:pt x="8960065" y="5597982"/>
                </a:cubicBezTo>
                <a:cubicBezTo>
                  <a:pt x="8958681" y="5601368"/>
                  <a:pt x="8956414" y="5604204"/>
                  <a:pt x="8953536" y="5606638"/>
                </a:cubicBezTo>
                <a:lnTo>
                  <a:pt x="8943907" y="5612541"/>
                </a:lnTo>
                <a:lnTo>
                  <a:pt x="8942046" y="5612112"/>
                </a:lnTo>
                <a:cubicBezTo>
                  <a:pt x="8934733" y="5612036"/>
                  <a:pt x="8930989" y="5613463"/>
                  <a:pt x="8928824" y="5615549"/>
                </a:cubicBezTo>
                <a:lnTo>
                  <a:pt x="8927294" y="5618607"/>
                </a:lnTo>
                <a:lnTo>
                  <a:pt x="8918651" y="5621688"/>
                </a:lnTo>
                <a:lnTo>
                  <a:pt x="8902772" y="5629703"/>
                </a:lnTo>
                <a:lnTo>
                  <a:pt x="8898724" y="5629379"/>
                </a:lnTo>
                <a:lnTo>
                  <a:pt x="8873099" y="5638628"/>
                </a:lnTo>
                <a:lnTo>
                  <a:pt x="8872234" y="5637889"/>
                </a:lnTo>
                <a:cubicBezTo>
                  <a:pt x="8869712" y="5636443"/>
                  <a:pt x="8866744" y="5635774"/>
                  <a:pt x="8862777" y="5636711"/>
                </a:cubicBezTo>
                <a:cubicBezTo>
                  <a:pt x="8861373" y="5622581"/>
                  <a:pt x="8857449" y="5632426"/>
                  <a:pt x="8845869" y="5636436"/>
                </a:cubicBezTo>
                <a:cubicBezTo>
                  <a:pt x="8841103" y="5615386"/>
                  <a:pt x="8812729" y="5634444"/>
                  <a:pt x="8800548" y="5625084"/>
                </a:cubicBezTo>
                <a:cubicBezTo>
                  <a:pt x="8792146" y="5628504"/>
                  <a:pt x="8783174" y="5631737"/>
                  <a:pt x="8773774" y="5634630"/>
                </a:cubicBezTo>
                <a:lnTo>
                  <a:pt x="8698255" y="5636083"/>
                </a:lnTo>
                <a:lnTo>
                  <a:pt x="8619167" y="5619130"/>
                </a:lnTo>
                <a:cubicBezTo>
                  <a:pt x="8589913" y="5618762"/>
                  <a:pt x="8564581" y="5612466"/>
                  <a:pt x="8539822" y="5616905"/>
                </a:cubicBezTo>
                <a:cubicBezTo>
                  <a:pt x="8529764" y="5612008"/>
                  <a:pt x="8520285" y="5610031"/>
                  <a:pt x="8511094" y="5617360"/>
                </a:cubicBezTo>
                <a:cubicBezTo>
                  <a:pt x="8483794" y="5614914"/>
                  <a:pt x="8477184" y="5604447"/>
                  <a:pt x="8459886" y="5612612"/>
                </a:cubicBezTo>
                <a:cubicBezTo>
                  <a:pt x="8444548" y="5595681"/>
                  <a:pt x="8443640" y="5602142"/>
                  <a:pt x="8436432" y="5606990"/>
                </a:cubicBezTo>
                <a:lnTo>
                  <a:pt x="8435403" y="5607336"/>
                </a:lnTo>
                <a:lnTo>
                  <a:pt x="8433307" y="5604917"/>
                </a:lnTo>
                <a:lnTo>
                  <a:pt x="8428968" y="5603796"/>
                </a:lnTo>
                <a:lnTo>
                  <a:pt x="8417124" y="5604518"/>
                </a:lnTo>
                <a:lnTo>
                  <a:pt x="8412669" y="5605413"/>
                </a:lnTo>
                <a:cubicBezTo>
                  <a:pt x="8409601" y="5605797"/>
                  <a:pt x="8407563" y="5605754"/>
                  <a:pt x="8406152" y="5605396"/>
                </a:cubicBezTo>
                <a:lnTo>
                  <a:pt x="8405989" y="5605197"/>
                </a:lnTo>
                <a:lnTo>
                  <a:pt x="8399884" y="5605568"/>
                </a:lnTo>
                <a:cubicBezTo>
                  <a:pt x="8389582" y="5606652"/>
                  <a:pt x="8379557" y="5608135"/>
                  <a:pt x="8370014" y="5609900"/>
                </a:cubicBezTo>
                <a:cubicBezTo>
                  <a:pt x="8361945" y="5598787"/>
                  <a:pt x="8326685" y="5611914"/>
                  <a:pt x="8330544" y="5590964"/>
                </a:cubicBezTo>
                <a:cubicBezTo>
                  <a:pt x="8317672" y="5592723"/>
                  <a:pt x="8309886" y="5601422"/>
                  <a:pt x="8314221" y="5587682"/>
                </a:cubicBezTo>
                <a:cubicBezTo>
                  <a:pt x="8309983" y="5587866"/>
                  <a:pt x="8307372" y="5586698"/>
                  <a:pt x="8305502" y="5584868"/>
                </a:cubicBezTo>
                <a:lnTo>
                  <a:pt x="8304962" y="5584007"/>
                </a:lnTo>
                <a:lnTo>
                  <a:pt x="8276324" y="5588260"/>
                </a:lnTo>
                <a:lnTo>
                  <a:pt x="8272522" y="5587226"/>
                </a:lnTo>
                <a:lnTo>
                  <a:pt x="8253857" y="5592043"/>
                </a:lnTo>
                <a:lnTo>
                  <a:pt x="8244212" y="5593439"/>
                </a:lnTo>
                <a:lnTo>
                  <a:pt x="8241488" y="5596085"/>
                </a:lnTo>
                <a:cubicBezTo>
                  <a:pt x="8238546" y="5597691"/>
                  <a:pt x="8234330" y="5598384"/>
                  <a:pt x="8227256" y="5597005"/>
                </a:cubicBezTo>
                <a:lnTo>
                  <a:pt x="8225619" y="5596262"/>
                </a:lnTo>
                <a:lnTo>
                  <a:pt x="8213882" y="5600179"/>
                </a:lnTo>
                <a:cubicBezTo>
                  <a:pt x="8210102" y="5601988"/>
                  <a:pt x="8206755" y="5604291"/>
                  <a:pt x="8204045" y="5607275"/>
                </a:cubicBezTo>
                <a:cubicBezTo>
                  <a:pt x="8164079" y="5591326"/>
                  <a:pt x="8126369" y="5605919"/>
                  <a:pt x="8082989" y="5603160"/>
                </a:cubicBezTo>
                <a:cubicBezTo>
                  <a:pt x="8034449" y="5606898"/>
                  <a:pt x="8008954" y="5596936"/>
                  <a:pt x="7976942" y="5598455"/>
                </a:cubicBezTo>
                <a:cubicBezTo>
                  <a:pt x="7962042" y="5600916"/>
                  <a:pt x="7941729" y="5599827"/>
                  <a:pt x="7950121" y="5590893"/>
                </a:cubicBezTo>
                <a:cubicBezTo>
                  <a:pt x="7904855" y="5610014"/>
                  <a:pt x="7778840" y="5612380"/>
                  <a:pt x="7727691" y="5621064"/>
                </a:cubicBezTo>
                <a:cubicBezTo>
                  <a:pt x="7699805" y="5600056"/>
                  <a:pt x="7714922" y="5619495"/>
                  <a:pt x="7685998" y="5615564"/>
                </a:cubicBezTo>
                <a:cubicBezTo>
                  <a:pt x="7693909" y="5634905"/>
                  <a:pt x="7650884" y="5604714"/>
                  <a:pt x="7649302" y="5626541"/>
                </a:cubicBezTo>
                <a:cubicBezTo>
                  <a:pt x="7644089" y="5625134"/>
                  <a:pt x="7639087" y="5623084"/>
                  <a:pt x="7634083" y="5620862"/>
                </a:cubicBezTo>
                <a:lnTo>
                  <a:pt x="7631455" y="5619708"/>
                </a:lnTo>
                <a:lnTo>
                  <a:pt x="7620952" y="5618872"/>
                </a:lnTo>
                <a:lnTo>
                  <a:pt x="7617992" y="5613914"/>
                </a:lnTo>
                <a:lnTo>
                  <a:pt x="7602182" y="5609271"/>
                </a:lnTo>
                <a:cubicBezTo>
                  <a:pt x="7596260" y="5608262"/>
                  <a:pt x="7589888" y="5608028"/>
                  <a:pt x="7582847" y="5609047"/>
                </a:cubicBezTo>
                <a:cubicBezTo>
                  <a:pt x="7565525" y="5617697"/>
                  <a:pt x="7538553" y="5607096"/>
                  <a:pt x="7514158" y="5607737"/>
                </a:cubicBezTo>
                <a:lnTo>
                  <a:pt x="7502955" y="5610415"/>
                </a:lnTo>
                <a:lnTo>
                  <a:pt x="7466391" y="5605949"/>
                </a:lnTo>
                <a:cubicBezTo>
                  <a:pt x="7455982" y="5605083"/>
                  <a:pt x="7445179" y="5604628"/>
                  <a:pt x="7433806" y="5604945"/>
                </a:cubicBezTo>
                <a:lnTo>
                  <a:pt x="7412693" y="5607075"/>
                </a:lnTo>
                <a:lnTo>
                  <a:pt x="7407159" y="5605310"/>
                </a:lnTo>
                <a:cubicBezTo>
                  <a:pt x="7397520" y="5605506"/>
                  <a:pt x="7384763" y="5611721"/>
                  <a:pt x="7385900" y="5604171"/>
                </a:cubicBezTo>
                <a:lnTo>
                  <a:pt x="7375071" y="5606788"/>
                </a:lnTo>
                <a:lnTo>
                  <a:pt x="7364382" y="5600762"/>
                </a:lnTo>
                <a:cubicBezTo>
                  <a:pt x="7363212" y="5599363"/>
                  <a:pt x="7362331" y="5597874"/>
                  <a:pt x="7361770" y="5596347"/>
                </a:cubicBezTo>
                <a:lnTo>
                  <a:pt x="7346641" y="5598329"/>
                </a:lnTo>
                <a:lnTo>
                  <a:pt x="7334238" y="5594014"/>
                </a:lnTo>
                <a:lnTo>
                  <a:pt x="7323426" y="5596835"/>
                </a:lnTo>
                <a:lnTo>
                  <a:pt x="7318938" y="5596200"/>
                </a:lnTo>
                <a:lnTo>
                  <a:pt x="7307784" y="5594065"/>
                </a:lnTo>
                <a:cubicBezTo>
                  <a:pt x="7302066" y="5592568"/>
                  <a:pt x="7295667" y="5590765"/>
                  <a:pt x="7288540" y="5589320"/>
                </a:cubicBezTo>
                <a:lnTo>
                  <a:pt x="7282537" y="5588660"/>
                </a:lnTo>
                <a:lnTo>
                  <a:pt x="7269466" y="5581404"/>
                </a:lnTo>
                <a:cubicBezTo>
                  <a:pt x="7259956" y="5575919"/>
                  <a:pt x="7252471" y="5572223"/>
                  <a:pt x="7244165" y="5575200"/>
                </a:cubicBezTo>
                <a:cubicBezTo>
                  <a:pt x="7230005" y="5568113"/>
                  <a:pt x="7220114" y="5548251"/>
                  <a:pt x="7199619" y="5553550"/>
                </a:cubicBezTo>
                <a:cubicBezTo>
                  <a:pt x="7205839" y="5544552"/>
                  <a:pt x="7176858" y="5552461"/>
                  <a:pt x="7173434" y="5543219"/>
                </a:cubicBezTo>
                <a:cubicBezTo>
                  <a:pt x="7171853" y="5535776"/>
                  <a:pt x="7162694" y="5536440"/>
                  <a:pt x="7155718" y="5533697"/>
                </a:cubicBezTo>
                <a:cubicBezTo>
                  <a:pt x="7150747" y="5526096"/>
                  <a:pt x="7115649" y="5519155"/>
                  <a:pt x="7103430" y="5520249"/>
                </a:cubicBezTo>
                <a:cubicBezTo>
                  <a:pt x="7068988" y="5527813"/>
                  <a:pt x="7041283" y="5497211"/>
                  <a:pt x="7013746" y="5502470"/>
                </a:cubicBezTo>
                <a:cubicBezTo>
                  <a:pt x="7006535" y="5501753"/>
                  <a:pt x="7000557" y="5500031"/>
                  <a:pt x="6995379" y="5497693"/>
                </a:cubicBezTo>
                <a:lnTo>
                  <a:pt x="6982475" y="5489641"/>
                </a:lnTo>
                <a:cubicBezTo>
                  <a:pt x="6982314" y="5487873"/>
                  <a:pt x="6982155" y="5486104"/>
                  <a:pt x="6981994" y="5484335"/>
                </a:cubicBezTo>
                <a:lnTo>
                  <a:pt x="6972355" y="5481074"/>
                </a:lnTo>
                <a:lnTo>
                  <a:pt x="6970394" y="5479383"/>
                </a:lnTo>
                <a:cubicBezTo>
                  <a:pt x="6966663" y="5476135"/>
                  <a:pt x="6962857" y="5473046"/>
                  <a:pt x="6958543" y="5470507"/>
                </a:cubicBezTo>
                <a:cubicBezTo>
                  <a:pt x="6946682" y="5490417"/>
                  <a:pt x="6919886" y="5452192"/>
                  <a:pt x="6918276" y="5472034"/>
                </a:cubicBezTo>
                <a:cubicBezTo>
                  <a:pt x="6892502" y="5461546"/>
                  <a:pt x="6897731" y="5483185"/>
                  <a:pt x="6881046" y="5457070"/>
                </a:cubicBezTo>
                <a:cubicBezTo>
                  <a:pt x="6828055" y="5453051"/>
                  <a:pt x="6839016" y="5431108"/>
                  <a:pt x="6752164" y="5425021"/>
                </a:cubicBezTo>
                <a:cubicBezTo>
                  <a:pt x="6758292" y="5421861"/>
                  <a:pt x="6727733" y="5418470"/>
                  <a:pt x="6724964" y="5414071"/>
                </a:cubicBezTo>
                <a:lnTo>
                  <a:pt x="6683286" y="5432830"/>
                </a:lnTo>
                <a:lnTo>
                  <a:pt x="6644277" y="5429684"/>
                </a:lnTo>
                <a:cubicBezTo>
                  <a:pt x="6602299" y="5429624"/>
                  <a:pt x="6572889" y="5412513"/>
                  <a:pt x="6532914" y="5431205"/>
                </a:cubicBezTo>
                <a:lnTo>
                  <a:pt x="6307459" y="5467087"/>
                </a:lnTo>
                <a:cubicBezTo>
                  <a:pt x="6243940" y="5484756"/>
                  <a:pt x="6232610" y="5506751"/>
                  <a:pt x="6196243" y="5515042"/>
                </a:cubicBezTo>
                <a:cubicBezTo>
                  <a:pt x="6164533" y="5518021"/>
                  <a:pt x="6142666" y="5509345"/>
                  <a:pt x="6099124" y="5516848"/>
                </a:cubicBezTo>
                <a:cubicBezTo>
                  <a:pt x="6076503" y="5515419"/>
                  <a:pt x="6031865" y="5528713"/>
                  <a:pt x="6016077" y="5528642"/>
                </a:cubicBezTo>
                <a:cubicBezTo>
                  <a:pt x="6017142" y="5530608"/>
                  <a:pt x="6008544" y="5532493"/>
                  <a:pt x="6004389" y="5531206"/>
                </a:cubicBezTo>
                <a:cubicBezTo>
                  <a:pt x="5932347" y="5531241"/>
                  <a:pt x="5981006" y="5545600"/>
                  <a:pt x="5933945" y="5538840"/>
                </a:cubicBezTo>
                <a:cubicBezTo>
                  <a:pt x="5905303" y="5539379"/>
                  <a:pt x="5918093" y="5561978"/>
                  <a:pt x="5883936" y="5553807"/>
                </a:cubicBezTo>
                <a:cubicBezTo>
                  <a:pt x="5850054" y="5556990"/>
                  <a:pt x="5832962" y="5567338"/>
                  <a:pt x="5798331" y="5564248"/>
                </a:cubicBezTo>
                <a:cubicBezTo>
                  <a:pt x="5766627" y="5567265"/>
                  <a:pt x="5741097" y="5573248"/>
                  <a:pt x="5712738" y="5573120"/>
                </a:cubicBezTo>
                <a:cubicBezTo>
                  <a:pt x="5703372" y="5576849"/>
                  <a:pt x="5693695" y="5578874"/>
                  <a:pt x="5681342" y="5575621"/>
                </a:cubicBezTo>
                <a:lnTo>
                  <a:pt x="5627167" y="5583215"/>
                </a:lnTo>
                <a:cubicBezTo>
                  <a:pt x="5612183" y="5597917"/>
                  <a:pt x="5611727" y="5586689"/>
                  <a:pt x="5591414" y="5587695"/>
                </a:cubicBezTo>
                <a:cubicBezTo>
                  <a:pt x="5574616" y="5587612"/>
                  <a:pt x="5598133" y="5579413"/>
                  <a:pt x="5583028" y="5580877"/>
                </a:cubicBezTo>
                <a:cubicBezTo>
                  <a:pt x="5569804" y="5586020"/>
                  <a:pt x="5562718" y="5576982"/>
                  <a:pt x="5549426" y="5582858"/>
                </a:cubicBezTo>
                <a:cubicBezTo>
                  <a:pt x="5559299" y="5589013"/>
                  <a:pt x="5515978" y="5586206"/>
                  <a:pt x="5519999" y="5592246"/>
                </a:cubicBezTo>
                <a:cubicBezTo>
                  <a:pt x="5498728" y="5585844"/>
                  <a:pt x="5500813" y="5597206"/>
                  <a:pt x="5480028" y="5597282"/>
                </a:cubicBezTo>
                <a:cubicBezTo>
                  <a:pt x="5468519" y="5595356"/>
                  <a:pt x="5461753" y="5595717"/>
                  <a:pt x="5456175" y="5600371"/>
                </a:cubicBezTo>
                <a:cubicBezTo>
                  <a:pt x="5402444" y="5590675"/>
                  <a:pt x="5431269" y="5603179"/>
                  <a:pt x="5388463" y="5602638"/>
                </a:cubicBezTo>
                <a:cubicBezTo>
                  <a:pt x="5350589" y="5601042"/>
                  <a:pt x="5310318" y="5602266"/>
                  <a:pt x="5265898" y="5591830"/>
                </a:cubicBezTo>
                <a:cubicBezTo>
                  <a:pt x="5256434" y="5588423"/>
                  <a:pt x="5240914" y="5588853"/>
                  <a:pt x="5231231" y="5592790"/>
                </a:cubicBezTo>
                <a:cubicBezTo>
                  <a:pt x="5229565" y="5593467"/>
                  <a:pt x="5228139" y="5594226"/>
                  <a:pt x="5226996" y="5595040"/>
                </a:cubicBezTo>
                <a:cubicBezTo>
                  <a:pt x="5199121" y="5587151"/>
                  <a:pt x="5190547" y="5594087"/>
                  <a:pt x="5175988" y="5588131"/>
                </a:cubicBezTo>
                <a:cubicBezTo>
                  <a:pt x="5141664" y="5589465"/>
                  <a:pt x="5120774" y="5599921"/>
                  <a:pt x="5107470" y="5594771"/>
                </a:cubicBezTo>
                <a:cubicBezTo>
                  <a:pt x="5082783" y="5597686"/>
                  <a:pt x="5044558" y="5603218"/>
                  <a:pt x="5027868" y="5605624"/>
                </a:cubicBezTo>
                <a:cubicBezTo>
                  <a:pt x="5023394" y="5609716"/>
                  <a:pt x="5015008" y="5608373"/>
                  <a:pt x="5007324" y="5609209"/>
                </a:cubicBezTo>
                <a:cubicBezTo>
                  <a:pt x="4999584" y="5613033"/>
                  <a:pt x="4963661" y="5613313"/>
                  <a:pt x="4952559" y="5611402"/>
                </a:cubicBezTo>
                <a:lnTo>
                  <a:pt x="4826081" y="5616191"/>
                </a:lnTo>
                <a:lnTo>
                  <a:pt x="4823501" y="5619174"/>
                </a:lnTo>
                <a:lnTo>
                  <a:pt x="4813093" y="5620026"/>
                </a:lnTo>
                <a:lnTo>
                  <a:pt x="4810563" y="5620787"/>
                </a:lnTo>
                <a:cubicBezTo>
                  <a:pt x="4805739" y="5622253"/>
                  <a:pt x="4800910" y="5623620"/>
                  <a:pt x="4795818" y="5624618"/>
                </a:cubicBezTo>
                <a:cubicBezTo>
                  <a:pt x="4792594" y="5611984"/>
                  <a:pt x="4751975" y="5631029"/>
                  <a:pt x="4758404" y="5619510"/>
                </a:cubicBezTo>
                <a:cubicBezTo>
                  <a:pt x="4729867" y="5622800"/>
                  <a:pt x="4743470" y="5610974"/>
                  <a:pt x="4717254" y="5624155"/>
                </a:cubicBezTo>
                <a:cubicBezTo>
                  <a:pt x="4665606" y="5620882"/>
                  <a:pt x="4638526" y="5634254"/>
                  <a:pt x="4591958" y="5624710"/>
                </a:cubicBezTo>
                <a:cubicBezTo>
                  <a:pt x="4600998" y="5629613"/>
                  <a:pt x="4491255" y="5629123"/>
                  <a:pt x="4476215" y="5628210"/>
                </a:cubicBezTo>
                <a:lnTo>
                  <a:pt x="4425193" y="5627414"/>
                </a:lnTo>
                <a:lnTo>
                  <a:pt x="4383866" y="5626546"/>
                </a:lnTo>
                <a:lnTo>
                  <a:pt x="4385596" y="5634646"/>
                </a:lnTo>
                <a:cubicBezTo>
                  <a:pt x="4373497" y="5634009"/>
                  <a:pt x="4366105" y="5636763"/>
                  <a:pt x="4360864" y="5641173"/>
                </a:cubicBezTo>
                <a:lnTo>
                  <a:pt x="4328321" y="5626332"/>
                </a:lnTo>
                <a:lnTo>
                  <a:pt x="4309842" y="5626471"/>
                </a:lnTo>
                <a:lnTo>
                  <a:pt x="4277424" y="5631598"/>
                </a:lnTo>
                <a:lnTo>
                  <a:pt x="4266627" y="5633969"/>
                </a:lnTo>
                <a:lnTo>
                  <a:pt x="4185525" y="5617508"/>
                </a:lnTo>
                <a:lnTo>
                  <a:pt x="4177617" y="5610903"/>
                </a:lnTo>
                <a:cubicBezTo>
                  <a:pt x="4169135" y="5606836"/>
                  <a:pt x="4157063" y="5604954"/>
                  <a:pt x="4136948" y="5608031"/>
                </a:cubicBezTo>
                <a:lnTo>
                  <a:pt x="4132323" y="5609784"/>
                </a:lnTo>
                <a:lnTo>
                  <a:pt x="4098620" y="5599672"/>
                </a:lnTo>
                <a:cubicBezTo>
                  <a:pt x="4087744" y="5595070"/>
                  <a:pt x="3971360" y="5589278"/>
                  <a:pt x="3963475" y="5581841"/>
                </a:cubicBezTo>
                <a:cubicBezTo>
                  <a:pt x="3836034" y="5600252"/>
                  <a:pt x="3827261" y="5567580"/>
                  <a:pt x="3703613" y="5572482"/>
                </a:cubicBezTo>
                <a:cubicBezTo>
                  <a:pt x="3596526" y="5522697"/>
                  <a:pt x="3528981" y="5553020"/>
                  <a:pt x="3432987" y="5545768"/>
                </a:cubicBezTo>
                <a:cubicBezTo>
                  <a:pt x="3341557" y="5540666"/>
                  <a:pt x="3299222" y="5556776"/>
                  <a:pt x="3176381" y="5556110"/>
                </a:cubicBezTo>
                <a:cubicBezTo>
                  <a:pt x="3046225" y="5545252"/>
                  <a:pt x="2856562" y="5551022"/>
                  <a:pt x="2710156" y="5527517"/>
                </a:cubicBezTo>
                <a:cubicBezTo>
                  <a:pt x="2595124" y="5519951"/>
                  <a:pt x="2594726" y="5525545"/>
                  <a:pt x="2550206" y="5524958"/>
                </a:cubicBezTo>
                <a:cubicBezTo>
                  <a:pt x="2535402" y="5528183"/>
                  <a:pt x="2457214" y="5518753"/>
                  <a:pt x="2443041" y="5523990"/>
                </a:cubicBezTo>
                <a:lnTo>
                  <a:pt x="2435613" y="5526704"/>
                </a:lnTo>
                <a:lnTo>
                  <a:pt x="2405682" y="5528307"/>
                </a:lnTo>
                <a:lnTo>
                  <a:pt x="2397487" y="5540337"/>
                </a:lnTo>
                <a:lnTo>
                  <a:pt x="2297454" y="5550765"/>
                </a:lnTo>
                <a:cubicBezTo>
                  <a:pt x="2230952" y="5521480"/>
                  <a:pt x="2174171" y="5556417"/>
                  <a:pt x="2056700" y="5555489"/>
                </a:cubicBezTo>
                <a:cubicBezTo>
                  <a:pt x="2025568" y="5545373"/>
                  <a:pt x="1901680" y="5520750"/>
                  <a:pt x="1878530" y="5535330"/>
                </a:cubicBezTo>
                <a:lnTo>
                  <a:pt x="1859292" y="5535461"/>
                </a:lnTo>
                <a:lnTo>
                  <a:pt x="1835626" y="5533793"/>
                </a:lnTo>
                <a:cubicBezTo>
                  <a:pt x="1823131" y="5534628"/>
                  <a:pt x="1810151" y="5536942"/>
                  <a:pt x="1798939" y="5540285"/>
                </a:cubicBezTo>
                <a:lnTo>
                  <a:pt x="1779046" y="5549949"/>
                </a:lnTo>
                <a:lnTo>
                  <a:pt x="1772421" y="5549018"/>
                </a:lnTo>
                <a:lnTo>
                  <a:pt x="1772052" y="5545689"/>
                </a:lnTo>
                <a:cubicBezTo>
                  <a:pt x="1758274" y="5534165"/>
                  <a:pt x="1670822" y="5556887"/>
                  <a:pt x="1711543" y="5534558"/>
                </a:cubicBezTo>
                <a:cubicBezTo>
                  <a:pt x="1696140" y="5533324"/>
                  <a:pt x="1670188" y="5488258"/>
                  <a:pt x="1631462" y="5491807"/>
                </a:cubicBezTo>
                <a:cubicBezTo>
                  <a:pt x="1579148" y="5498877"/>
                  <a:pt x="1591754" y="5486800"/>
                  <a:pt x="1538763" y="5482781"/>
                </a:cubicBezTo>
                <a:cubicBezTo>
                  <a:pt x="1522078" y="5456666"/>
                  <a:pt x="1527306" y="5478305"/>
                  <a:pt x="1501533" y="5467817"/>
                </a:cubicBezTo>
                <a:cubicBezTo>
                  <a:pt x="1499922" y="5487659"/>
                  <a:pt x="1473126" y="5449434"/>
                  <a:pt x="1461266" y="5469343"/>
                </a:cubicBezTo>
                <a:cubicBezTo>
                  <a:pt x="1456951" y="5466804"/>
                  <a:pt x="1453146" y="5463716"/>
                  <a:pt x="1449415" y="5460467"/>
                </a:cubicBezTo>
                <a:lnTo>
                  <a:pt x="1447454" y="5458776"/>
                </a:lnTo>
                <a:lnTo>
                  <a:pt x="1437814" y="5455515"/>
                </a:lnTo>
                <a:lnTo>
                  <a:pt x="1437334" y="5450209"/>
                </a:lnTo>
                <a:lnTo>
                  <a:pt x="1424429" y="5442157"/>
                </a:lnTo>
                <a:cubicBezTo>
                  <a:pt x="1419251" y="5439819"/>
                  <a:pt x="1413273" y="5438098"/>
                  <a:pt x="1406063" y="5437380"/>
                </a:cubicBezTo>
                <a:cubicBezTo>
                  <a:pt x="1378526" y="5442640"/>
                  <a:pt x="1350821" y="5412037"/>
                  <a:pt x="1316379" y="5419601"/>
                </a:cubicBezTo>
                <a:cubicBezTo>
                  <a:pt x="1304160" y="5420695"/>
                  <a:pt x="1269061" y="5413755"/>
                  <a:pt x="1264090" y="5406153"/>
                </a:cubicBezTo>
                <a:cubicBezTo>
                  <a:pt x="1257115" y="5403410"/>
                  <a:pt x="1247955" y="5404075"/>
                  <a:pt x="1246374" y="5396631"/>
                </a:cubicBezTo>
                <a:cubicBezTo>
                  <a:pt x="1242951" y="5387390"/>
                  <a:pt x="1213970" y="5395299"/>
                  <a:pt x="1220190" y="5386301"/>
                </a:cubicBezTo>
                <a:cubicBezTo>
                  <a:pt x="1199695" y="5391599"/>
                  <a:pt x="1189803" y="5371737"/>
                  <a:pt x="1175643" y="5364651"/>
                </a:cubicBezTo>
                <a:cubicBezTo>
                  <a:pt x="1167337" y="5367627"/>
                  <a:pt x="1159852" y="5363931"/>
                  <a:pt x="1150342" y="5358447"/>
                </a:cubicBezTo>
                <a:lnTo>
                  <a:pt x="1112024" y="5345786"/>
                </a:lnTo>
                <a:lnTo>
                  <a:pt x="1100870" y="5343651"/>
                </a:lnTo>
                <a:lnTo>
                  <a:pt x="1096383" y="5343015"/>
                </a:lnTo>
                <a:lnTo>
                  <a:pt x="1058039" y="5343504"/>
                </a:lnTo>
                <a:cubicBezTo>
                  <a:pt x="1057478" y="5341976"/>
                  <a:pt x="1056597" y="5340487"/>
                  <a:pt x="1055426" y="5339088"/>
                </a:cubicBezTo>
                <a:lnTo>
                  <a:pt x="1044738" y="5333063"/>
                </a:lnTo>
                <a:lnTo>
                  <a:pt x="1033909" y="5335680"/>
                </a:lnTo>
                <a:cubicBezTo>
                  <a:pt x="1035046" y="5328129"/>
                  <a:pt x="1022289" y="5334344"/>
                  <a:pt x="1012649" y="5334541"/>
                </a:cubicBezTo>
                <a:lnTo>
                  <a:pt x="1007115" y="5332775"/>
                </a:lnTo>
                <a:lnTo>
                  <a:pt x="987447" y="5346462"/>
                </a:lnTo>
                <a:cubicBezTo>
                  <a:pt x="976074" y="5346779"/>
                  <a:pt x="963827" y="5334768"/>
                  <a:pt x="953418" y="5333901"/>
                </a:cubicBezTo>
                <a:lnTo>
                  <a:pt x="916854" y="5329435"/>
                </a:lnTo>
                <a:lnTo>
                  <a:pt x="905651" y="5332114"/>
                </a:lnTo>
                <a:cubicBezTo>
                  <a:pt x="881256" y="5332755"/>
                  <a:pt x="855727" y="5330820"/>
                  <a:pt x="838405" y="5339470"/>
                </a:cubicBezTo>
                <a:cubicBezTo>
                  <a:pt x="831364" y="5340489"/>
                  <a:pt x="823548" y="5331589"/>
                  <a:pt x="817627" y="5330580"/>
                </a:cubicBezTo>
                <a:lnTo>
                  <a:pt x="801817" y="5325937"/>
                </a:lnTo>
                <a:lnTo>
                  <a:pt x="798857" y="5320979"/>
                </a:lnTo>
                <a:lnTo>
                  <a:pt x="788354" y="5320143"/>
                </a:lnTo>
                <a:lnTo>
                  <a:pt x="785726" y="5318989"/>
                </a:lnTo>
                <a:cubicBezTo>
                  <a:pt x="780721" y="5316767"/>
                  <a:pt x="775719" y="5314716"/>
                  <a:pt x="770507" y="5313309"/>
                </a:cubicBezTo>
                <a:cubicBezTo>
                  <a:pt x="768924" y="5335137"/>
                  <a:pt x="725899" y="5304945"/>
                  <a:pt x="733810" y="5324286"/>
                </a:cubicBezTo>
                <a:cubicBezTo>
                  <a:pt x="704886" y="5320356"/>
                  <a:pt x="720003" y="5339795"/>
                  <a:pt x="692117" y="5318786"/>
                </a:cubicBezTo>
                <a:cubicBezTo>
                  <a:pt x="640968" y="5327470"/>
                  <a:pt x="620209" y="5334772"/>
                  <a:pt x="574943" y="5327578"/>
                </a:cubicBezTo>
                <a:cubicBezTo>
                  <a:pt x="533141" y="5325624"/>
                  <a:pt x="480989" y="5305543"/>
                  <a:pt x="441302" y="5307062"/>
                </a:cubicBezTo>
                <a:cubicBezTo>
                  <a:pt x="381194" y="5308098"/>
                  <a:pt x="355572" y="5361507"/>
                  <a:pt x="336819" y="5336690"/>
                </a:cubicBezTo>
                <a:cubicBezTo>
                  <a:pt x="308424" y="5343088"/>
                  <a:pt x="294704" y="5344301"/>
                  <a:pt x="270932" y="5345451"/>
                </a:cubicBezTo>
                <a:lnTo>
                  <a:pt x="194189" y="5343588"/>
                </a:lnTo>
                <a:lnTo>
                  <a:pt x="192552" y="5342845"/>
                </a:lnTo>
                <a:cubicBezTo>
                  <a:pt x="185478" y="5341467"/>
                  <a:pt x="181262" y="5342160"/>
                  <a:pt x="178320" y="5343766"/>
                </a:cubicBezTo>
                <a:lnTo>
                  <a:pt x="175596" y="5346411"/>
                </a:lnTo>
                <a:lnTo>
                  <a:pt x="147287" y="5352625"/>
                </a:lnTo>
                <a:lnTo>
                  <a:pt x="114847" y="5355844"/>
                </a:lnTo>
                <a:lnTo>
                  <a:pt x="114306" y="5354983"/>
                </a:lnTo>
                <a:cubicBezTo>
                  <a:pt x="110042" y="5353823"/>
                  <a:pt x="100016" y="5353058"/>
                  <a:pt x="89264" y="5348886"/>
                </a:cubicBezTo>
                <a:cubicBezTo>
                  <a:pt x="93123" y="5327937"/>
                  <a:pt x="57863" y="5341064"/>
                  <a:pt x="49794" y="5329950"/>
                </a:cubicBezTo>
                <a:cubicBezTo>
                  <a:pt x="40251" y="5331715"/>
                  <a:pt x="30226" y="5333199"/>
                  <a:pt x="19924" y="5334282"/>
                </a:cubicBezTo>
                <a:lnTo>
                  <a:pt x="13819" y="5334653"/>
                </a:lnTo>
                <a:lnTo>
                  <a:pt x="13657" y="5334455"/>
                </a:lnTo>
                <a:cubicBezTo>
                  <a:pt x="12246" y="5334096"/>
                  <a:pt x="10207" y="5334053"/>
                  <a:pt x="7139" y="5334438"/>
                </a:cubicBezTo>
                <a:lnTo>
                  <a:pt x="2684" y="5335333"/>
                </a:lnTo>
                <a:lnTo>
                  <a:pt x="0" y="5335496"/>
                </a:lnTo>
                <a:lnTo>
                  <a:pt x="0" y="10592"/>
                </a:lnTo>
                <a:lnTo>
                  <a:pt x="11243827" y="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Rectangle 6">
            <a:extLst>
              <a:ext uri="{FF2B5EF4-FFF2-40B4-BE49-F238E27FC236}">
                <a16:creationId xmlns:a16="http://schemas.microsoft.com/office/drawing/2014/main" id="{16A12243-4887-4E89-8347-1146AE5D14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0000">
            <a:off x="5418161" y="351736"/>
            <a:ext cx="1352113" cy="407805"/>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cubicBezTo>
                  <a:pt x="781874" y="4129"/>
                  <a:pt x="1607589" y="24681"/>
                  <a:pt x="2170127" y="33245"/>
                </a:cubicBezTo>
                <a:cubicBezTo>
                  <a:pt x="2169852" y="63908"/>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35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
            <a:extLst>
              <a:ext uri="{FF2B5EF4-FFF2-40B4-BE49-F238E27FC236}">
                <a16:creationId xmlns:a16="http://schemas.microsoft.com/office/drawing/2014/main" id="{D4048917-5B8F-A8CD-6C6A-67BFE3B22B8B}"/>
              </a:ext>
            </a:extLst>
          </p:cNvPr>
          <p:cNvSpPr>
            <a:spLocks noGrp="1" noChangeArrowheads="1"/>
          </p:cNvSpPr>
          <p:nvPr>
            <p:ph idx="1"/>
          </p:nvPr>
        </p:nvSpPr>
        <p:spPr bwMode="auto">
          <a:xfrm>
            <a:off x="1191852" y="1315118"/>
            <a:ext cx="9244361" cy="435849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L="0" marR="0" lvl="0" fontAlgn="base">
              <a:spcBef>
                <a:spcPct val="0"/>
              </a:spcBef>
              <a:spcAft>
                <a:spcPts val="600"/>
              </a:spcAft>
              <a:buClrTx/>
              <a:buSzTx/>
              <a:tabLst/>
            </a:pPr>
            <a:r>
              <a:rPr kumimoji="0" lang="en-US" altLang="en-US" sz="2000" b="1" i="0" u="none" strike="noStrike" cap="none" normalizeH="0" baseline="0" dirty="0">
                <a:ln>
                  <a:noFill/>
                </a:ln>
                <a:effectLst/>
                <a:latin typeface="Times New Roman" panose="02020603050405020304" pitchFamily="18" charset="0"/>
                <a:cs typeface="Times New Roman" panose="02020603050405020304" pitchFamily="18" charset="0"/>
              </a:rPr>
              <a:t>2. Text Preprocessing (NLP)</a:t>
            </a:r>
          </a:p>
          <a:p>
            <a:pPr marL="0" marR="0" lvl="0" fontAlgn="base">
              <a:spcBef>
                <a:spcPct val="0"/>
              </a:spcBef>
              <a:spcAft>
                <a:spcPts val="600"/>
              </a:spcAft>
              <a:buClrTx/>
              <a:buSzTx/>
              <a:tabLst/>
            </a:pP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re (Regular Expressions) – For cleaning text (removing URLs, symbols, punctuation).</a:t>
            </a:r>
          </a:p>
          <a:p>
            <a:pPr marL="0" marR="0" lvl="0" fontAlgn="base">
              <a:spcBef>
                <a:spcPct val="0"/>
              </a:spcBef>
              <a:spcAft>
                <a:spcPts val="600"/>
              </a:spcAft>
              <a:buClrTx/>
              <a:buSzTx/>
              <a:tabLst/>
            </a:pPr>
            <a:r>
              <a:rPr kumimoji="0" lang="en-US" altLang="en-US" sz="2000" b="0" i="0" u="none" strike="noStrike" cap="none" normalizeH="0" baseline="0" dirty="0" err="1">
                <a:ln>
                  <a:noFill/>
                </a:ln>
                <a:effectLst/>
                <a:latin typeface="Times New Roman" panose="02020603050405020304" pitchFamily="18" charset="0"/>
                <a:cs typeface="Times New Roman" panose="02020603050405020304" pitchFamily="18" charset="0"/>
              </a:rPr>
              <a:t>nltk</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(Natural Language Toolkit)</a:t>
            </a:r>
          </a:p>
          <a:p>
            <a:pPr marL="457200" marR="0" lvl="1" fontAlgn="base">
              <a:spcBef>
                <a:spcPct val="0"/>
              </a:spcBef>
              <a:spcAft>
                <a:spcPts val="600"/>
              </a:spcAft>
              <a:buClrTx/>
              <a:buSzTx/>
              <a:tabLst/>
            </a:pPr>
            <a:r>
              <a:rPr kumimoji="0" lang="en-US" altLang="en-US" sz="2000" b="0" i="0" u="none" strike="noStrike" cap="none" normalizeH="0" baseline="0" dirty="0" err="1">
                <a:ln>
                  <a:noFill/>
                </a:ln>
                <a:effectLst/>
                <a:latin typeface="Times New Roman" panose="02020603050405020304" pitchFamily="18" charset="0"/>
                <a:cs typeface="Times New Roman" panose="02020603050405020304" pitchFamily="18" charset="0"/>
              </a:rPr>
              <a:t>stopwords</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 Removes unnecessary words (e.g., "the", "and").</a:t>
            </a:r>
          </a:p>
          <a:p>
            <a:pPr marL="457200" marR="0" lvl="1" fontAlgn="base">
              <a:spcBef>
                <a:spcPct val="0"/>
              </a:spcBef>
              <a:spcAft>
                <a:spcPts val="600"/>
              </a:spcAft>
              <a:buClrTx/>
              <a:buSzTx/>
              <a:tabLst/>
            </a:pPr>
            <a:r>
              <a:rPr kumimoji="0" lang="en-US" altLang="en-US" sz="2000" b="0" i="0" u="none" strike="noStrike" cap="none" normalizeH="0" baseline="0" dirty="0" err="1">
                <a:ln>
                  <a:noFill/>
                </a:ln>
                <a:effectLst/>
                <a:latin typeface="Times New Roman" panose="02020603050405020304" pitchFamily="18" charset="0"/>
                <a:cs typeface="Times New Roman" panose="02020603050405020304" pitchFamily="18" charset="0"/>
              </a:rPr>
              <a:t>word_tokenize</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 Splits sentences into words.</a:t>
            </a:r>
          </a:p>
          <a:p>
            <a:pPr marL="457200" marR="0" lvl="1" fontAlgn="base">
              <a:spcBef>
                <a:spcPct val="0"/>
              </a:spcBef>
              <a:spcAft>
                <a:spcPts val="600"/>
              </a:spcAft>
              <a:buClrTx/>
              <a:buSzTx/>
              <a:tabLst/>
            </a:pPr>
            <a:r>
              <a:rPr kumimoji="0" lang="en-US" altLang="en-US" sz="2000" b="0" i="0" u="none" strike="noStrike" cap="none" normalizeH="0" baseline="0" dirty="0" err="1">
                <a:ln>
                  <a:noFill/>
                </a:ln>
                <a:effectLst/>
                <a:latin typeface="Times New Roman" panose="02020603050405020304" pitchFamily="18" charset="0"/>
                <a:cs typeface="Times New Roman" panose="02020603050405020304" pitchFamily="18" charset="0"/>
              </a:rPr>
              <a:t>PorterStemmer</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 Reduces words to their root form (stemming).</a:t>
            </a:r>
          </a:p>
          <a:p>
            <a:pPr marL="457200" marR="0" lvl="1" fontAlgn="base">
              <a:spcBef>
                <a:spcPct val="0"/>
              </a:spcBef>
              <a:spcAft>
                <a:spcPts val="600"/>
              </a:spcAft>
              <a:buClrTx/>
              <a:buSzTx/>
              <a:tabLst/>
            </a:pPr>
            <a:r>
              <a:rPr kumimoji="0" lang="en-US" altLang="en-US" sz="2000" b="0" i="0" u="none" strike="noStrike" cap="none" normalizeH="0" baseline="0" dirty="0" err="1">
                <a:ln>
                  <a:noFill/>
                </a:ln>
                <a:effectLst/>
                <a:latin typeface="Times New Roman" panose="02020603050405020304" pitchFamily="18" charset="0"/>
                <a:cs typeface="Times New Roman" panose="02020603050405020304" pitchFamily="18" charset="0"/>
              </a:rPr>
              <a:t>WordNetLemmatizer</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 Converts words to their base form (lemmatization).</a:t>
            </a:r>
            <a:endParaRPr lang="en-US" altLang="en-US" sz="2000" dirty="0">
              <a:latin typeface="Times New Roman" panose="02020603050405020304" pitchFamily="18" charset="0"/>
              <a:cs typeface="Times New Roman" panose="02020603050405020304" pitchFamily="18" charset="0"/>
            </a:endParaRPr>
          </a:p>
          <a:p>
            <a:pPr marL="0" marR="0" lvl="0" fontAlgn="base">
              <a:spcBef>
                <a:spcPct val="0"/>
              </a:spcBef>
              <a:spcAft>
                <a:spcPts val="600"/>
              </a:spcAft>
              <a:buClrTx/>
              <a:buSzTx/>
              <a:tabLst/>
            </a:pPr>
            <a:r>
              <a:rPr kumimoji="0" lang="en-US" altLang="en-US" sz="2000" b="1" i="0" u="none" strike="noStrike" cap="none" normalizeH="0" baseline="0" dirty="0">
                <a:ln>
                  <a:noFill/>
                </a:ln>
                <a:effectLst/>
                <a:latin typeface="Times New Roman" panose="02020603050405020304" pitchFamily="18" charset="0"/>
                <a:cs typeface="Times New Roman" panose="02020603050405020304" pitchFamily="18" charset="0"/>
              </a:rPr>
              <a:t>3. Feature Extraction</a:t>
            </a:r>
          </a:p>
          <a:p>
            <a:pPr marL="0" marR="0" lvl="0" fontAlgn="base">
              <a:spcBef>
                <a:spcPct val="0"/>
              </a:spcBef>
              <a:spcAft>
                <a:spcPts val="600"/>
              </a:spcAft>
              <a:buClrTx/>
              <a:buSzTx/>
              <a:tabLst/>
            </a:pPr>
            <a:r>
              <a:rPr kumimoji="0" lang="en-US" altLang="en-US" sz="2000" b="0" i="0" u="none" strike="noStrike" cap="none" normalizeH="0" baseline="0" dirty="0" err="1">
                <a:ln>
                  <a:noFill/>
                </a:ln>
                <a:effectLst/>
                <a:latin typeface="Times New Roman" panose="02020603050405020304" pitchFamily="18" charset="0"/>
                <a:cs typeface="Times New Roman" panose="02020603050405020304" pitchFamily="18" charset="0"/>
              </a:rPr>
              <a:t>sklearn.feature_extraction.text</a:t>
            </a:r>
            <a:endPar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457200" marR="0" lvl="1" fontAlgn="base">
              <a:spcBef>
                <a:spcPct val="0"/>
              </a:spcBef>
              <a:spcAft>
                <a:spcPts val="600"/>
              </a:spcAft>
              <a:buClrTx/>
              <a:buSzTx/>
              <a:tabLst/>
            </a:pPr>
            <a:r>
              <a:rPr kumimoji="0" lang="en-US" altLang="en-US" sz="2000" b="0" i="0" u="none" strike="noStrike" cap="none" normalizeH="0" baseline="0" dirty="0" err="1">
                <a:ln>
                  <a:noFill/>
                </a:ln>
                <a:effectLst/>
                <a:latin typeface="Times New Roman" panose="02020603050405020304" pitchFamily="18" charset="0"/>
                <a:cs typeface="Times New Roman" panose="02020603050405020304" pitchFamily="18" charset="0"/>
              </a:rPr>
              <a:t>TfidfVectorizer</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 Converts text into numerical TF-IDF representation.</a:t>
            </a:r>
          </a:p>
          <a:p>
            <a:pPr marL="457200" marR="0" lvl="1" fontAlgn="base">
              <a:spcBef>
                <a:spcPct val="0"/>
              </a:spcBef>
              <a:spcAft>
                <a:spcPts val="600"/>
              </a:spcAft>
              <a:buClrTx/>
              <a:buSzTx/>
              <a:tabLst/>
            </a:pPr>
            <a:r>
              <a:rPr kumimoji="0" lang="en-US" altLang="en-US" sz="2000" b="0" i="0" u="none" strike="noStrike" cap="none" normalizeH="0" baseline="0" dirty="0" err="1">
                <a:ln>
                  <a:noFill/>
                </a:ln>
                <a:effectLst/>
                <a:latin typeface="Times New Roman" panose="02020603050405020304" pitchFamily="18" charset="0"/>
                <a:cs typeface="Times New Roman" panose="02020603050405020304" pitchFamily="18" charset="0"/>
              </a:rPr>
              <a:t>CountVectorizer</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 Creates a Bag-of-Words (</a:t>
            </a:r>
            <a:r>
              <a:rPr kumimoji="0" lang="en-US" altLang="en-US" sz="2000" b="0" i="0" u="none" strike="noStrike" cap="none" normalizeH="0" baseline="0" dirty="0" err="1">
                <a:ln>
                  <a:noFill/>
                </a:ln>
                <a:effectLst/>
                <a:latin typeface="Times New Roman" panose="02020603050405020304" pitchFamily="18" charset="0"/>
                <a:cs typeface="Times New Roman" panose="02020603050405020304" pitchFamily="18" charset="0"/>
              </a:rPr>
              <a:t>BoW</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representation.</a:t>
            </a:r>
          </a:p>
          <a:p>
            <a:pPr marL="457200" marR="0" lvl="1" fontAlgn="base">
              <a:spcBef>
                <a:spcPct val="0"/>
              </a:spcBef>
              <a:spcAft>
                <a:spcPts val="600"/>
              </a:spcAft>
              <a:buClrTx/>
              <a:buSzTx/>
              <a:tabLst/>
            </a:pPr>
            <a:endParaRPr kumimoji="0" lang="en-US" altLang="en-US" sz="1400" b="0" i="0" u="none" strike="noStrike" cap="none" normalizeH="0" baseline="0" dirty="0">
              <a:ln>
                <a:noFill/>
              </a:ln>
              <a:effectLst/>
            </a:endParaRPr>
          </a:p>
          <a:p>
            <a:pPr marL="0" marR="0" lvl="0" fontAlgn="base">
              <a:spcBef>
                <a:spcPct val="0"/>
              </a:spcBef>
              <a:spcAft>
                <a:spcPts val="600"/>
              </a:spcAft>
              <a:buClrTx/>
              <a:buSzTx/>
              <a:tabLst/>
            </a:pPr>
            <a:endParaRPr kumimoji="0" lang="en-US" altLang="en-US" sz="1400" b="0" i="0" u="none" strike="noStrike" cap="none" normalizeH="0" baseline="0" dirty="0">
              <a:ln>
                <a:noFill/>
              </a:ln>
              <a:effectLst/>
            </a:endParaRPr>
          </a:p>
        </p:txBody>
      </p:sp>
    </p:spTree>
    <p:extLst>
      <p:ext uri="{BB962C8B-B14F-4D97-AF65-F5344CB8AC3E}">
        <p14:creationId xmlns:p14="http://schemas.microsoft.com/office/powerpoint/2010/main" val="22541040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4697CDA-BDB7-4883-B48B-1D4EDB2F0E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0DC0EC46-2230-4728-856D-F353111210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8" y="643467"/>
            <a:ext cx="10905066" cy="5562249"/>
          </a:xfrm>
          <a:custGeom>
            <a:avLst/>
            <a:gdLst>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8506 w 11243827"/>
              <a:gd name="connsiteY105" fmla="*/ 5632788 h 5641173"/>
              <a:gd name="connsiteX106" fmla="*/ 7912803 w 11243827"/>
              <a:gd name="connsiteY106" fmla="*/ 5629702 h 5641173"/>
              <a:gd name="connsiteX107" fmla="*/ 7890915 w 11243827"/>
              <a:gd name="connsiteY107" fmla="*/ 5612272 h 5641173"/>
              <a:gd name="connsiteX108" fmla="*/ 7727691 w 11243827"/>
              <a:gd name="connsiteY108" fmla="*/ 5621064 h 5641173"/>
              <a:gd name="connsiteX109" fmla="*/ 7685998 w 11243827"/>
              <a:gd name="connsiteY109" fmla="*/ 5615564 h 5641173"/>
              <a:gd name="connsiteX110" fmla="*/ 7649302 w 11243827"/>
              <a:gd name="connsiteY110" fmla="*/ 5626541 h 5641173"/>
              <a:gd name="connsiteX111" fmla="*/ 7634083 w 11243827"/>
              <a:gd name="connsiteY111" fmla="*/ 5620862 h 5641173"/>
              <a:gd name="connsiteX112" fmla="*/ 7631455 w 11243827"/>
              <a:gd name="connsiteY112" fmla="*/ 5619708 h 5641173"/>
              <a:gd name="connsiteX113" fmla="*/ 7620952 w 11243827"/>
              <a:gd name="connsiteY113" fmla="*/ 5618872 h 5641173"/>
              <a:gd name="connsiteX114" fmla="*/ 7617992 w 11243827"/>
              <a:gd name="connsiteY114" fmla="*/ 5613914 h 5641173"/>
              <a:gd name="connsiteX115" fmla="*/ 7602182 w 11243827"/>
              <a:gd name="connsiteY115" fmla="*/ 5609271 h 5641173"/>
              <a:gd name="connsiteX116" fmla="*/ 7582847 w 11243827"/>
              <a:gd name="connsiteY116" fmla="*/ 5609047 h 5641173"/>
              <a:gd name="connsiteX117" fmla="*/ 7514158 w 11243827"/>
              <a:gd name="connsiteY117" fmla="*/ 5607737 h 5641173"/>
              <a:gd name="connsiteX118" fmla="*/ 7502955 w 11243827"/>
              <a:gd name="connsiteY118" fmla="*/ 5610415 h 5641173"/>
              <a:gd name="connsiteX119" fmla="*/ 7466391 w 11243827"/>
              <a:gd name="connsiteY119" fmla="*/ 5605949 h 5641173"/>
              <a:gd name="connsiteX120" fmla="*/ 7433806 w 11243827"/>
              <a:gd name="connsiteY120" fmla="*/ 5604945 h 5641173"/>
              <a:gd name="connsiteX121" fmla="*/ 7412693 w 11243827"/>
              <a:gd name="connsiteY121" fmla="*/ 5607075 h 5641173"/>
              <a:gd name="connsiteX122" fmla="*/ 7407159 w 11243827"/>
              <a:gd name="connsiteY122" fmla="*/ 5605310 h 5641173"/>
              <a:gd name="connsiteX123" fmla="*/ 7385900 w 11243827"/>
              <a:gd name="connsiteY123" fmla="*/ 5604171 h 5641173"/>
              <a:gd name="connsiteX124" fmla="*/ 7375071 w 11243827"/>
              <a:gd name="connsiteY124" fmla="*/ 5606788 h 5641173"/>
              <a:gd name="connsiteX125" fmla="*/ 7364382 w 11243827"/>
              <a:gd name="connsiteY125" fmla="*/ 5600762 h 5641173"/>
              <a:gd name="connsiteX126" fmla="*/ 7361770 w 11243827"/>
              <a:gd name="connsiteY126" fmla="*/ 5596347 h 5641173"/>
              <a:gd name="connsiteX127" fmla="*/ 7346641 w 11243827"/>
              <a:gd name="connsiteY127" fmla="*/ 5598329 h 5641173"/>
              <a:gd name="connsiteX128" fmla="*/ 7334238 w 11243827"/>
              <a:gd name="connsiteY128" fmla="*/ 5594014 h 5641173"/>
              <a:gd name="connsiteX129" fmla="*/ 7323426 w 11243827"/>
              <a:gd name="connsiteY129" fmla="*/ 5596835 h 5641173"/>
              <a:gd name="connsiteX130" fmla="*/ 7318938 w 11243827"/>
              <a:gd name="connsiteY130" fmla="*/ 5596200 h 5641173"/>
              <a:gd name="connsiteX131" fmla="*/ 7307784 w 11243827"/>
              <a:gd name="connsiteY131" fmla="*/ 5594065 h 5641173"/>
              <a:gd name="connsiteX132" fmla="*/ 7288540 w 11243827"/>
              <a:gd name="connsiteY132" fmla="*/ 5589320 h 5641173"/>
              <a:gd name="connsiteX133" fmla="*/ 7282537 w 11243827"/>
              <a:gd name="connsiteY133" fmla="*/ 5588660 h 5641173"/>
              <a:gd name="connsiteX134" fmla="*/ 7269466 w 11243827"/>
              <a:gd name="connsiteY134" fmla="*/ 5581404 h 5641173"/>
              <a:gd name="connsiteX135" fmla="*/ 7244165 w 11243827"/>
              <a:gd name="connsiteY135" fmla="*/ 5575200 h 5641173"/>
              <a:gd name="connsiteX136" fmla="*/ 7199619 w 11243827"/>
              <a:gd name="connsiteY136" fmla="*/ 5553550 h 5641173"/>
              <a:gd name="connsiteX137" fmla="*/ 7173434 w 11243827"/>
              <a:gd name="connsiteY137" fmla="*/ 5543219 h 5641173"/>
              <a:gd name="connsiteX138" fmla="*/ 7155718 w 11243827"/>
              <a:gd name="connsiteY138" fmla="*/ 5533697 h 5641173"/>
              <a:gd name="connsiteX139" fmla="*/ 7103430 w 11243827"/>
              <a:gd name="connsiteY139" fmla="*/ 5520249 h 5641173"/>
              <a:gd name="connsiteX140" fmla="*/ 7013746 w 11243827"/>
              <a:gd name="connsiteY140" fmla="*/ 5502470 h 5641173"/>
              <a:gd name="connsiteX141" fmla="*/ 6995379 w 11243827"/>
              <a:gd name="connsiteY141" fmla="*/ 5497693 h 5641173"/>
              <a:gd name="connsiteX142" fmla="*/ 6982475 w 11243827"/>
              <a:gd name="connsiteY142" fmla="*/ 5489641 h 5641173"/>
              <a:gd name="connsiteX143" fmla="*/ 6981994 w 11243827"/>
              <a:gd name="connsiteY143" fmla="*/ 5484335 h 5641173"/>
              <a:gd name="connsiteX144" fmla="*/ 6972355 w 11243827"/>
              <a:gd name="connsiteY144" fmla="*/ 5481074 h 5641173"/>
              <a:gd name="connsiteX145" fmla="*/ 6970394 w 11243827"/>
              <a:gd name="connsiteY145" fmla="*/ 5479383 h 5641173"/>
              <a:gd name="connsiteX146" fmla="*/ 6958543 w 11243827"/>
              <a:gd name="connsiteY146" fmla="*/ 5470507 h 5641173"/>
              <a:gd name="connsiteX147" fmla="*/ 6918276 w 11243827"/>
              <a:gd name="connsiteY147" fmla="*/ 5472034 h 5641173"/>
              <a:gd name="connsiteX148" fmla="*/ 6881046 w 11243827"/>
              <a:gd name="connsiteY148" fmla="*/ 5457070 h 5641173"/>
              <a:gd name="connsiteX149" fmla="*/ 6720917 w 11243827"/>
              <a:gd name="connsiteY149" fmla="*/ 5426664 h 5641173"/>
              <a:gd name="connsiteX150" fmla="*/ 6724964 w 11243827"/>
              <a:gd name="connsiteY150" fmla="*/ 5414071 h 5641173"/>
              <a:gd name="connsiteX151" fmla="*/ 6717823 w 11243827"/>
              <a:gd name="connsiteY151" fmla="*/ 5410317 h 5641173"/>
              <a:gd name="connsiteX152" fmla="*/ 6660723 w 11243827"/>
              <a:gd name="connsiteY152" fmla="*/ 5408304 h 5641173"/>
              <a:gd name="connsiteX153" fmla="*/ 6532914 w 11243827"/>
              <a:gd name="connsiteY153" fmla="*/ 5431205 h 5641173"/>
              <a:gd name="connsiteX154" fmla="*/ 6317327 w 11243827"/>
              <a:gd name="connsiteY154" fmla="*/ 5481889 h 5641173"/>
              <a:gd name="connsiteX155" fmla="*/ 6196243 w 11243827"/>
              <a:gd name="connsiteY155" fmla="*/ 5515042 h 5641173"/>
              <a:gd name="connsiteX156" fmla="*/ 6099124 w 11243827"/>
              <a:gd name="connsiteY156" fmla="*/ 5516848 h 5641173"/>
              <a:gd name="connsiteX157" fmla="*/ 6016077 w 11243827"/>
              <a:gd name="connsiteY157" fmla="*/ 5528642 h 5641173"/>
              <a:gd name="connsiteX158" fmla="*/ 6004389 w 11243827"/>
              <a:gd name="connsiteY158" fmla="*/ 5531206 h 5641173"/>
              <a:gd name="connsiteX159" fmla="*/ 5933945 w 11243827"/>
              <a:gd name="connsiteY159" fmla="*/ 5538840 h 5641173"/>
              <a:gd name="connsiteX160" fmla="*/ 5883936 w 11243827"/>
              <a:gd name="connsiteY160" fmla="*/ 5553807 h 5641173"/>
              <a:gd name="connsiteX161" fmla="*/ 5798331 w 11243827"/>
              <a:gd name="connsiteY161" fmla="*/ 5564248 h 5641173"/>
              <a:gd name="connsiteX162" fmla="*/ 5712738 w 11243827"/>
              <a:gd name="connsiteY162" fmla="*/ 5573120 h 5641173"/>
              <a:gd name="connsiteX163" fmla="*/ 5681342 w 11243827"/>
              <a:gd name="connsiteY163" fmla="*/ 5575621 h 5641173"/>
              <a:gd name="connsiteX164" fmla="*/ 5627167 w 11243827"/>
              <a:gd name="connsiteY164" fmla="*/ 5583215 h 5641173"/>
              <a:gd name="connsiteX165" fmla="*/ 5591414 w 11243827"/>
              <a:gd name="connsiteY165" fmla="*/ 5587695 h 5641173"/>
              <a:gd name="connsiteX166" fmla="*/ 5583028 w 11243827"/>
              <a:gd name="connsiteY166" fmla="*/ 5580877 h 5641173"/>
              <a:gd name="connsiteX167" fmla="*/ 5549426 w 11243827"/>
              <a:gd name="connsiteY167" fmla="*/ 5582858 h 5641173"/>
              <a:gd name="connsiteX168" fmla="*/ 5519999 w 11243827"/>
              <a:gd name="connsiteY168" fmla="*/ 5592246 h 5641173"/>
              <a:gd name="connsiteX169" fmla="*/ 5480028 w 11243827"/>
              <a:gd name="connsiteY169" fmla="*/ 5597282 h 5641173"/>
              <a:gd name="connsiteX170" fmla="*/ 5456175 w 11243827"/>
              <a:gd name="connsiteY170" fmla="*/ 5600371 h 5641173"/>
              <a:gd name="connsiteX171" fmla="*/ 5388463 w 11243827"/>
              <a:gd name="connsiteY171" fmla="*/ 5602638 h 5641173"/>
              <a:gd name="connsiteX172" fmla="*/ 5265898 w 11243827"/>
              <a:gd name="connsiteY172" fmla="*/ 5591830 h 5641173"/>
              <a:gd name="connsiteX173" fmla="*/ 5231231 w 11243827"/>
              <a:gd name="connsiteY173" fmla="*/ 5592790 h 5641173"/>
              <a:gd name="connsiteX174" fmla="*/ 5226996 w 11243827"/>
              <a:gd name="connsiteY174" fmla="*/ 5595040 h 5641173"/>
              <a:gd name="connsiteX175" fmla="*/ 5175988 w 11243827"/>
              <a:gd name="connsiteY175" fmla="*/ 5588131 h 5641173"/>
              <a:gd name="connsiteX176" fmla="*/ 5107470 w 11243827"/>
              <a:gd name="connsiteY176" fmla="*/ 5594771 h 5641173"/>
              <a:gd name="connsiteX177" fmla="*/ 5027868 w 11243827"/>
              <a:gd name="connsiteY177" fmla="*/ 5605624 h 5641173"/>
              <a:gd name="connsiteX178" fmla="*/ 5007324 w 11243827"/>
              <a:gd name="connsiteY178" fmla="*/ 5609209 h 5641173"/>
              <a:gd name="connsiteX179" fmla="*/ 4952559 w 11243827"/>
              <a:gd name="connsiteY179" fmla="*/ 5611402 h 5641173"/>
              <a:gd name="connsiteX180" fmla="*/ 4826081 w 11243827"/>
              <a:gd name="connsiteY180" fmla="*/ 5616191 h 5641173"/>
              <a:gd name="connsiteX181" fmla="*/ 4823501 w 11243827"/>
              <a:gd name="connsiteY181" fmla="*/ 5619174 h 5641173"/>
              <a:gd name="connsiteX182" fmla="*/ 4813093 w 11243827"/>
              <a:gd name="connsiteY182" fmla="*/ 5620026 h 5641173"/>
              <a:gd name="connsiteX183" fmla="*/ 4810563 w 11243827"/>
              <a:gd name="connsiteY183" fmla="*/ 5620787 h 5641173"/>
              <a:gd name="connsiteX184" fmla="*/ 4795818 w 11243827"/>
              <a:gd name="connsiteY184" fmla="*/ 5624618 h 5641173"/>
              <a:gd name="connsiteX185" fmla="*/ 4758404 w 11243827"/>
              <a:gd name="connsiteY185" fmla="*/ 5619510 h 5641173"/>
              <a:gd name="connsiteX186" fmla="*/ 4717254 w 11243827"/>
              <a:gd name="connsiteY186" fmla="*/ 5624155 h 5641173"/>
              <a:gd name="connsiteX187" fmla="*/ 4591958 w 11243827"/>
              <a:gd name="connsiteY187" fmla="*/ 5624710 h 5641173"/>
              <a:gd name="connsiteX188" fmla="*/ 4476215 w 11243827"/>
              <a:gd name="connsiteY188" fmla="*/ 5628210 h 5641173"/>
              <a:gd name="connsiteX189" fmla="*/ 4425193 w 11243827"/>
              <a:gd name="connsiteY189" fmla="*/ 5627414 h 5641173"/>
              <a:gd name="connsiteX190" fmla="*/ 4383866 w 11243827"/>
              <a:gd name="connsiteY190" fmla="*/ 5626546 h 5641173"/>
              <a:gd name="connsiteX191" fmla="*/ 4385596 w 11243827"/>
              <a:gd name="connsiteY191" fmla="*/ 5634646 h 5641173"/>
              <a:gd name="connsiteX192" fmla="*/ 4360864 w 11243827"/>
              <a:gd name="connsiteY192" fmla="*/ 5641173 h 5641173"/>
              <a:gd name="connsiteX193" fmla="*/ 4328321 w 11243827"/>
              <a:gd name="connsiteY193" fmla="*/ 5626332 h 5641173"/>
              <a:gd name="connsiteX194" fmla="*/ 4309842 w 11243827"/>
              <a:gd name="connsiteY194" fmla="*/ 5626471 h 5641173"/>
              <a:gd name="connsiteX195" fmla="*/ 4277424 w 11243827"/>
              <a:gd name="connsiteY195" fmla="*/ 5631598 h 5641173"/>
              <a:gd name="connsiteX196" fmla="*/ 4266627 w 11243827"/>
              <a:gd name="connsiteY196" fmla="*/ 5633969 h 5641173"/>
              <a:gd name="connsiteX197" fmla="*/ 4185525 w 11243827"/>
              <a:gd name="connsiteY197" fmla="*/ 5617508 h 5641173"/>
              <a:gd name="connsiteX198" fmla="*/ 4177617 w 11243827"/>
              <a:gd name="connsiteY198" fmla="*/ 5610903 h 5641173"/>
              <a:gd name="connsiteX199" fmla="*/ 4136948 w 11243827"/>
              <a:gd name="connsiteY199" fmla="*/ 5608031 h 5641173"/>
              <a:gd name="connsiteX200" fmla="*/ 4132323 w 11243827"/>
              <a:gd name="connsiteY200" fmla="*/ 5609784 h 5641173"/>
              <a:gd name="connsiteX201" fmla="*/ 4098620 w 11243827"/>
              <a:gd name="connsiteY201" fmla="*/ 5599672 h 5641173"/>
              <a:gd name="connsiteX202" fmla="*/ 3963475 w 11243827"/>
              <a:gd name="connsiteY202" fmla="*/ 5581841 h 5641173"/>
              <a:gd name="connsiteX203" fmla="*/ 3703613 w 11243827"/>
              <a:gd name="connsiteY203" fmla="*/ 5572482 h 5641173"/>
              <a:gd name="connsiteX204" fmla="*/ 3432987 w 11243827"/>
              <a:gd name="connsiteY204" fmla="*/ 5545768 h 5641173"/>
              <a:gd name="connsiteX205" fmla="*/ 3176381 w 11243827"/>
              <a:gd name="connsiteY205" fmla="*/ 5556110 h 5641173"/>
              <a:gd name="connsiteX206" fmla="*/ 2710156 w 11243827"/>
              <a:gd name="connsiteY206" fmla="*/ 5527517 h 5641173"/>
              <a:gd name="connsiteX207" fmla="*/ 2550206 w 11243827"/>
              <a:gd name="connsiteY207" fmla="*/ 5524958 h 5641173"/>
              <a:gd name="connsiteX208" fmla="*/ 2443041 w 11243827"/>
              <a:gd name="connsiteY208" fmla="*/ 5523990 h 5641173"/>
              <a:gd name="connsiteX209" fmla="*/ 2435613 w 11243827"/>
              <a:gd name="connsiteY209" fmla="*/ 5526704 h 5641173"/>
              <a:gd name="connsiteX210" fmla="*/ 2405682 w 11243827"/>
              <a:gd name="connsiteY210" fmla="*/ 5528307 h 5641173"/>
              <a:gd name="connsiteX211" fmla="*/ 2397487 w 11243827"/>
              <a:gd name="connsiteY211" fmla="*/ 5540337 h 5641173"/>
              <a:gd name="connsiteX212" fmla="*/ 2297454 w 11243827"/>
              <a:gd name="connsiteY212" fmla="*/ 5550765 h 5641173"/>
              <a:gd name="connsiteX213" fmla="*/ 2056700 w 11243827"/>
              <a:gd name="connsiteY213" fmla="*/ 5555489 h 5641173"/>
              <a:gd name="connsiteX214" fmla="*/ 1878530 w 11243827"/>
              <a:gd name="connsiteY214" fmla="*/ 5535330 h 5641173"/>
              <a:gd name="connsiteX215" fmla="*/ 1859292 w 11243827"/>
              <a:gd name="connsiteY215" fmla="*/ 5535461 h 5641173"/>
              <a:gd name="connsiteX216" fmla="*/ 1835626 w 11243827"/>
              <a:gd name="connsiteY216" fmla="*/ 5533793 h 5641173"/>
              <a:gd name="connsiteX217" fmla="*/ 1798939 w 11243827"/>
              <a:gd name="connsiteY217" fmla="*/ 5540285 h 5641173"/>
              <a:gd name="connsiteX218" fmla="*/ 1779046 w 11243827"/>
              <a:gd name="connsiteY218" fmla="*/ 5549949 h 5641173"/>
              <a:gd name="connsiteX219" fmla="*/ 1772421 w 11243827"/>
              <a:gd name="connsiteY219" fmla="*/ 5549018 h 5641173"/>
              <a:gd name="connsiteX220" fmla="*/ 1772052 w 11243827"/>
              <a:gd name="connsiteY220" fmla="*/ 5545689 h 5641173"/>
              <a:gd name="connsiteX221" fmla="*/ 1711543 w 11243827"/>
              <a:gd name="connsiteY221" fmla="*/ 5534558 h 5641173"/>
              <a:gd name="connsiteX222" fmla="*/ 1698891 w 11243827"/>
              <a:gd name="connsiteY222" fmla="*/ 5513187 h 5641173"/>
              <a:gd name="connsiteX223" fmla="*/ 1538763 w 11243827"/>
              <a:gd name="connsiteY223" fmla="*/ 5482781 h 5641173"/>
              <a:gd name="connsiteX224" fmla="*/ 1501533 w 11243827"/>
              <a:gd name="connsiteY224" fmla="*/ 5467817 h 5641173"/>
              <a:gd name="connsiteX225" fmla="*/ 1461266 w 11243827"/>
              <a:gd name="connsiteY225" fmla="*/ 5469343 h 5641173"/>
              <a:gd name="connsiteX226" fmla="*/ 1449415 w 11243827"/>
              <a:gd name="connsiteY226" fmla="*/ 5460467 h 5641173"/>
              <a:gd name="connsiteX227" fmla="*/ 1447454 w 11243827"/>
              <a:gd name="connsiteY227" fmla="*/ 5458776 h 5641173"/>
              <a:gd name="connsiteX228" fmla="*/ 1437814 w 11243827"/>
              <a:gd name="connsiteY228" fmla="*/ 5455515 h 5641173"/>
              <a:gd name="connsiteX229" fmla="*/ 1437334 w 11243827"/>
              <a:gd name="connsiteY229" fmla="*/ 5450209 h 5641173"/>
              <a:gd name="connsiteX230" fmla="*/ 1424429 w 11243827"/>
              <a:gd name="connsiteY230" fmla="*/ 5442157 h 5641173"/>
              <a:gd name="connsiteX231" fmla="*/ 1406063 w 11243827"/>
              <a:gd name="connsiteY231" fmla="*/ 5437380 h 5641173"/>
              <a:gd name="connsiteX232" fmla="*/ 1316379 w 11243827"/>
              <a:gd name="connsiteY232" fmla="*/ 5419601 h 5641173"/>
              <a:gd name="connsiteX233" fmla="*/ 1264090 w 11243827"/>
              <a:gd name="connsiteY233" fmla="*/ 5406153 h 5641173"/>
              <a:gd name="connsiteX234" fmla="*/ 1246374 w 11243827"/>
              <a:gd name="connsiteY234" fmla="*/ 5396631 h 5641173"/>
              <a:gd name="connsiteX235" fmla="*/ 1220190 w 11243827"/>
              <a:gd name="connsiteY235" fmla="*/ 5386301 h 5641173"/>
              <a:gd name="connsiteX236" fmla="*/ 1175643 w 11243827"/>
              <a:gd name="connsiteY236" fmla="*/ 5364651 h 5641173"/>
              <a:gd name="connsiteX237" fmla="*/ 1150342 w 11243827"/>
              <a:gd name="connsiteY237" fmla="*/ 5358447 h 5641173"/>
              <a:gd name="connsiteX238" fmla="*/ 1137272 w 11243827"/>
              <a:gd name="connsiteY238" fmla="*/ 5351191 h 5641173"/>
              <a:gd name="connsiteX239" fmla="*/ 1131268 w 11243827"/>
              <a:gd name="connsiteY239" fmla="*/ 5350530 h 5641173"/>
              <a:gd name="connsiteX240" fmla="*/ 1112024 w 11243827"/>
              <a:gd name="connsiteY240" fmla="*/ 5345786 h 5641173"/>
              <a:gd name="connsiteX241" fmla="*/ 1100870 w 11243827"/>
              <a:gd name="connsiteY241" fmla="*/ 5343651 h 5641173"/>
              <a:gd name="connsiteX242" fmla="*/ 1096383 w 11243827"/>
              <a:gd name="connsiteY242" fmla="*/ 5343015 h 5641173"/>
              <a:gd name="connsiteX243" fmla="*/ 1085571 w 11243827"/>
              <a:gd name="connsiteY243" fmla="*/ 5345836 h 5641173"/>
              <a:gd name="connsiteX244" fmla="*/ 1073168 w 11243827"/>
              <a:gd name="connsiteY244" fmla="*/ 5341521 h 5641173"/>
              <a:gd name="connsiteX245" fmla="*/ 1058039 w 11243827"/>
              <a:gd name="connsiteY245" fmla="*/ 5343504 h 5641173"/>
              <a:gd name="connsiteX246" fmla="*/ 1055426 w 11243827"/>
              <a:gd name="connsiteY246" fmla="*/ 5339088 h 5641173"/>
              <a:gd name="connsiteX247" fmla="*/ 1044738 w 11243827"/>
              <a:gd name="connsiteY247" fmla="*/ 5333063 h 5641173"/>
              <a:gd name="connsiteX248" fmla="*/ 1033909 w 11243827"/>
              <a:gd name="connsiteY248" fmla="*/ 5335680 h 5641173"/>
              <a:gd name="connsiteX249" fmla="*/ 1012649 w 11243827"/>
              <a:gd name="connsiteY249" fmla="*/ 5334541 h 5641173"/>
              <a:gd name="connsiteX250" fmla="*/ 1007115 w 11243827"/>
              <a:gd name="connsiteY250" fmla="*/ 5332775 h 5641173"/>
              <a:gd name="connsiteX251" fmla="*/ 986002 w 11243827"/>
              <a:gd name="connsiteY251" fmla="*/ 5334906 h 5641173"/>
              <a:gd name="connsiteX252" fmla="*/ 953418 w 11243827"/>
              <a:gd name="connsiteY252" fmla="*/ 5333901 h 5641173"/>
              <a:gd name="connsiteX253" fmla="*/ 916854 w 11243827"/>
              <a:gd name="connsiteY253" fmla="*/ 5329435 h 5641173"/>
              <a:gd name="connsiteX254" fmla="*/ 905651 w 11243827"/>
              <a:gd name="connsiteY254" fmla="*/ 5332114 h 5641173"/>
              <a:gd name="connsiteX255" fmla="*/ 836961 w 11243827"/>
              <a:gd name="connsiteY255" fmla="*/ 5330803 h 5641173"/>
              <a:gd name="connsiteX256" fmla="*/ 817627 w 11243827"/>
              <a:gd name="connsiteY256" fmla="*/ 5330580 h 5641173"/>
              <a:gd name="connsiteX257" fmla="*/ 801817 w 11243827"/>
              <a:gd name="connsiteY257" fmla="*/ 5325937 h 5641173"/>
              <a:gd name="connsiteX258" fmla="*/ 798857 w 11243827"/>
              <a:gd name="connsiteY258" fmla="*/ 5320979 h 5641173"/>
              <a:gd name="connsiteX259" fmla="*/ 788354 w 11243827"/>
              <a:gd name="connsiteY259" fmla="*/ 5320143 h 5641173"/>
              <a:gd name="connsiteX260" fmla="*/ 785726 w 11243827"/>
              <a:gd name="connsiteY260" fmla="*/ 5318989 h 5641173"/>
              <a:gd name="connsiteX261" fmla="*/ 770507 w 11243827"/>
              <a:gd name="connsiteY261" fmla="*/ 5313309 h 5641173"/>
              <a:gd name="connsiteX262" fmla="*/ 733810 w 11243827"/>
              <a:gd name="connsiteY262" fmla="*/ 5324286 h 5641173"/>
              <a:gd name="connsiteX263" fmla="*/ 692117 w 11243827"/>
              <a:gd name="connsiteY263" fmla="*/ 5318786 h 5641173"/>
              <a:gd name="connsiteX264" fmla="*/ 528894 w 11243827"/>
              <a:gd name="connsiteY264" fmla="*/ 5327578 h 5641173"/>
              <a:gd name="connsiteX265" fmla="*/ 507005 w 11243827"/>
              <a:gd name="connsiteY265" fmla="*/ 5310149 h 5641173"/>
              <a:gd name="connsiteX266" fmla="*/ 441302 w 11243827"/>
              <a:gd name="connsiteY266" fmla="*/ 5307062 h 5641173"/>
              <a:gd name="connsiteX267" fmla="*/ 336819 w 11243827"/>
              <a:gd name="connsiteY267" fmla="*/ 5336690 h 5641173"/>
              <a:gd name="connsiteX268" fmla="*/ 215763 w 11243827"/>
              <a:gd name="connsiteY268" fmla="*/ 5332575 h 5641173"/>
              <a:gd name="connsiteX269" fmla="*/ 205927 w 11243827"/>
              <a:gd name="connsiteY269" fmla="*/ 5339672 h 5641173"/>
              <a:gd name="connsiteX270" fmla="*/ 194189 w 11243827"/>
              <a:gd name="connsiteY270" fmla="*/ 5343588 h 5641173"/>
              <a:gd name="connsiteX271" fmla="*/ 192552 w 11243827"/>
              <a:gd name="connsiteY271" fmla="*/ 5342845 h 5641173"/>
              <a:gd name="connsiteX272" fmla="*/ 178320 w 11243827"/>
              <a:gd name="connsiteY272" fmla="*/ 5343766 h 5641173"/>
              <a:gd name="connsiteX273" fmla="*/ 175596 w 11243827"/>
              <a:gd name="connsiteY273" fmla="*/ 5346411 h 5641173"/>
              <a:gd name="connsiteX274" fmla="*/ 165951 w 11243827"/>
              <a:gd name="connsiteY274" fmla="*/ 5347808 h 5641173"/>
              <a:gd name="connsiteX275" fmla="*/ 147287 w 11243827"/>
              <a:gd name="connsiteY275" fmla="*/ 5352625 h 5641173"/>
              <a:gd name="connsiteX276" fmla="*/ 143484 w 11243827"/>
              <a:gd name="connsiteY276" fmla="*/ 5351591 h 5641173"/>
              <a:gd name="connsiteX277" fmla="*/ 114847 w 11243827"/>
              <a:gd name="connsiteY277" fmla="*/ 5355844 h 5641173"/>
              <a:gd name="connsiteX278" fmla="*/ 114306 w 11243827"/>
              <a:gd name="connsiteY278" fmla="*/ 5354983 h 5641173"/>
              <a:gd name="connsiteX279" fmla="*/ 105588 w 11243827"/>
              <a:gd name="connsiteY279" fmla="*/ 5352169 h 5641173"/>
              <a:gd name="connsiteX280" fmla="*/ 89264 w 11243827"/>
              <a:gd name="connsiteY280" fmla="*/ 5348886 h 5641173"/>
              <a:gd name="connsiteX281" fmla="*/ 49794 w 11243827"/>
              <a:gd name="connsiteY281" fmla="*/ 5329950 h 5641173"/>
              <a:gd name="connsiteX282" fmla="*/ 19924 w 11243827"/>
              <a:gd name="connsiteY282" fmla="*/ 5334282 h 5641173"/>
              <a:gd name="connsiteX283" fmla="*/ 13819 w 11243827"/>
              <a:gd name="connsiteY283" fmla="*/ 5334653 h 5641173"/>
              <a:gd name="connsiteX284" fmla="*/ 13657 w 11243827"/>
              <a:gd name="connsiteY284" fmla="*/ 5334455 h 5641173"/>
              <a:gd name="connsiteX285" fmla="*/ 7139 w 11243827"/>
              <a:gd name="connsiteY285" fmla="*/ 5334438 h 5641173"/>
              <a:gd name="connsiteX286" fmla="*/ 2684 w 11243827"/>
              <a:gd name="connsiteY286" fmla="*/ 5335333 h 5641173"/>
              <a:gd name="connsiteX287" fmla="*/ 0 w 11243827"/>
              <a:gd name="connsiteY287" fmla="*/ 5335496 h 5641173"/>
              <a:gd name="connsiteX288" fmla="*/ 0 w 11243827"/>
              <a:gd name="connsiteY288" fmla="*/ 10592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20917 w 11243827"/>
              <a:gd name="connsiteY148" fmla="*/ 5426664 h 5641173"/>
              <a:gd name="connsiteX149" fmla="*/ 6724964 w 11243827"/>
              <a:gd name="connsiteY149" fmla="*/ 5414071 h 5641173"/>
              <a:gd name="connsiteX150" fmla="*/ 6717823 w 11243827"/>
              <a:gd name="connsiteY150" fmla="*/ 5410317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20917 w 11243827"/>
              <a:gd name="connsiteY148" fmla="*/ 5426664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20917 w 11243827"/>
              <a:gd name="connsiteY148" fmla="*/ 5637174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804792 w 11243827"/>
              <a:gd name="connsiteY148" fmla="*/ 5439822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804792 w 11243827"/>
              <a:gd name="connsiteY148" fmla="*/ 5439822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87273"/>
              <a:gd name="connsiteX1" fmla="*/ 11243827 w 11243827"/>
              <a:gd name="connsiteY1" fmla="*/ 1470035 h 5687273"/>
              <a:gd name="connsiteX2" fmla="*/ 11243827 w 11243827"/>
              <a:gd name="connsiteY2" fmla="*/ 5001571 h 5687273"/>
              <a:gd name="connsiteX3" fmla="*/ 11243827 w 11243827"/>
              <a:gd name="connsiteY3" fmla="*/ 5209610 h 5687273"/>
              <a:gd name="connsiteX4" fmla="*/ 11240675 w 11243827"/>
              <a:gd name="connsiteY4" fmla="*/ 5210442 h 5687273"/>
              <a:gd name="connsiteX5" fmla="*/ 11179959 w 11243827"/>
              <a:gd name="connsiteY5" fmla="*/ 5221199 h 5687273"/>
              <a:gd name="connsiteX6" fmla="*/ 11105493 w 11243827"/>
              <a:gd name="connsiteY6" fmla="*/ 5259905 h 5687273"/>
              <a:gd name="connsiteX7" fmla="*/ 11078640 w 11243827"/>
              <a:gd name="connsiteY7" fmla="*/ 5263531 h 5687273"/>
              <a:gd name="connsiteX8" fmla="*/ 11079616 w 11243827"/>
              <a:gd name="connsiteY8" fmla="*/ 5270380 h 5687273"/>
              <a:gd name="connsiteX9" fmla="*/ 11069641 w 11243827"/>
              <a:gd name="connsiteY9" fmla="*/ 5270884 h 5687273"/>
              <a:gd name="connsiteX10" fmla="*/ 11047377 w 11243827"/>
              <a:gd name="connsiteY10" fmla="*/ 5271051 h 5687273"/>
              <a:gd name="connsiteX11" fmla="*/ 10980705 w 11243827"/>
              <a:gd name="connsiteY11" fmla="*/ 5272951 h 5687273"/>
              <a:gd name="connsiteX12" fmla="*/ 10962514 w 11243827"/>
              <a:gd name="connsiteY12" fmla="*/ 5286084 h 5687273"/>
              <a:gd name="connsiteX13" fmla="*/ 10945307 w 11243827"/>
              <a:gd name="connsiteY13" fmla="*/ 5286290 h 5687273"/>
              <a:gd name="connsiteX14" fmla="*/ 10845516 w 11243827"/>
              <a:gd name="connsiteY14" fmla="*/ 5303894 h 5687273"/>
              <a:gd name="connsiteX15" fmla="*/ 10831795 w 11243827"/>
              <a:gd name="connsiteY15" fmla="*/ 5305210 h 5687273"/>
              <a:gd name="connsiteX16" fmla="*/ 10824365 w 11243827"/>
              <a:gd name="connsiteY16" fmla="*/ 5311111 h 5687273"/>
              <a:gd name="connsiteX17" fmla="*/ 10797756 w 11243827"/>
              <a:gd name="connsiteY17" fmla="*/ 5312285 h 5687273"/>
              <a:gd name="connsiteX18" fmla="*/ 10796525 w 11243827"/>
              <a:gd name="connsiteY18" fmla="*/ 5315645 h 5687273"/>
              <a:gd name="connsiteX19" fmla="*/ 10709063 w 11243827"/>
              <a:gd name="connsiteY19" fmla="*/ 5344492 h 5687273"/>
              <a:gd name="connsiteX20" fmla="*/ 10694078 w 11243827"/>
              <a:gd name="connsiteY20" fmla="*/ 5349258 h 5687273"/>
              <a:gd name="connsiteX21" fmla="*/ 10681131 w 11243827"/>
              <a:gd name="connsiteY21" fmla="*/ 5347812 h 5687273"/>
              <a:gd name="connsiteX22" fmla="*/ 10609448 w 11243827"/>
              <a:gd name="connsiteY22" fmla="*/ 5351931 h 5687273"/>
              <a:gd name="connsiteX23" fmla="*/ 10592397 w 11243827"/>
              <a:gd name="connsiteY23" fmla="*/ 5349402 h 5687273"/>
              <a:gd name="connsiteX24" fmla="*/ 10585227 w 11243827"/>
              <a:gd name="connsiteY24" fmla="*/ 5344063 h 5687273"/>
              <a:gd name="connsiteX25" fmla="*/ 10557472 w 11243827"/>
              <a:gd name="connsiteY25" fmla="*/ 5354151 h 5687273"/>
              <a:gd name="connsiteX26" fmla="*/ 10514646 w 11243827"/>
              <a:gd name="connsiteY26" fmla="*/ 5361064 h 5687273"/>
              <a:gd name="connsiteX27" fmla="*/ 10494292 w 11243827"/>
              <a:gd name="connsiteY27" fmla="*/ 5366054 h 5687273"/>
              <a:gd name="connsiteX28" fmla="*/ 10477869 w 11243827"/>
              <a:gd name="connsiteY28" fmla="*/ 5363025 h 5687273"/>
              <a:gd name="connsiteX29" fmla="*/ 10384411 w 11243827"/>
              <a:gd name="connsiteY29" fmla="*/ 5362257 h 5687273"/>
              <a:gd name="connsiteX30" fmla="*/ 10362921 w 11243827"/>
              <a:gd name="connsiteY30" fmla="*/ 5357444 h 5687273"/>
              <a:gd name="connsiteX31" fmla="*/ 10352736 w 11243827"/>
              <a:gd name="connsiteY31" fmla="*/ 5347851 h 5687273"/>
              <a:gd name="connsiteX32" fmla="*/ 10344754 w 11243827"/>
              <a:gd name="connsiteY32" fmla="*/ 5351272 h 5687273"/>
              <a:gd name="connsiteX33" fmla="*/ 10288226 w 11243827"/>
              <a:gd name="connsiteY33" fmla="*/ 5351613 h 5687273"/>
              <a:gd name="connsiteX34" fmla="*/ 10251350 w 11243827"/>
              <a:gd name="connsiteY34" fmla="*/ 5352711 h 5687273"/>
              <a:gd name="connsiteX35" fmla="*/ 10249108 w 11243827"/>
              <a:gd name="connsiteY35" fmla="*/ 5365881 h 5687273"/>
              <a:gd name="connsiteX36" fmla="*/ 10216272 w 11243827"/>
              <a:gd name="connsiteY36" fmla="*/ 5370573 h 5687273"/>
              <a:gd name="connsiteX37" fmla="*/ 10181278 w 11243827"/>
              <a:gd name="connsiteY37" fmla="*/ 5362119 h 5687273"/>
              <a:gd name="connsiteX38" fmla="*/ 10140033 w 11243827"/>
              <a:gd name="connsiteY38" fmla="*/ 5363304 h 5687273"/>
              <a:gd name="connsiteX39" fmla="*/ 10115353 w 11243827"/>
              <a:gd name="connsiteY39" fmla="*/ 5363869 h 5687273"/>
              <a:gd name="connsiteX40" fmla="*/ 10050578 w 11243827"/>
              <a:gd name="connsiteY40" fmla="*/ 5376153 h 5687273"/>
              <a:gd name="connsiteX41" fmla="*/ 9945478 w 11243827"/>
              <a:gd name="connsiteY41" fmla="*/ 5422859 h 5687273"/>
              <a:gd name="connsiteX42" fmla="*/ 9912481 w 11243827"/>
              <a:gd name="connsiteY42" fmla="*/ 5429477 h 5687273"/>
              <a:gd name="connsiteX43" fmla="*/ 9906713 w 11243827"/>
              <a:gd name="connsiteY43" fmla="*/ 5426784 h 5687273"/>
              <a:gd name="connsiteX44" fmla="*/ 9742436 w 11243827"/>
              <a:gd name="connsiteY44" fmla="*/ 5454834 h 5687273"/>
              <a:gd name="connsiteX45" fmla="*/ 9713044 w 11243827"/>
              <a:gd name="connsiteY45" fmla="*/ 5456476 h 5687273"/>
              <a:gd name="connsiteX46" fmla="*/ 9691033 w 11243827"/>
              <a:gd name="connsiteY46" fmla="*/ 5455451 h 5687273"/>
              <a:gd name="connsiteX47" fmla="*/ 9638355 w 11243827"/>
              <a:gd name="connsiteY47" fmla="*/ 5464794 h 5687273"/>
              <a:gd name="connsiteX48" fmla="*/ 9552434 w 11243827"/>
              <a:gd name="connsiteY48" fmla="*/ 5485280 h 5687273"/>
              <a:gd name="connsiteX49" fmla="*/ 9533883 w 11243827"/>
              <a:gd name="connsiteY49" fmla="*/ 5488516 h 5687273"/>
              <a:gd name="connsiteX50" fmla="*/ 9516916 w 11243827"/>
              <a:gd name="connsiteY50" fmla="*/ 5486828 h 5687273"/>
              <a:gd name="connsiteX51" fmla="*/ 9512093 w 11243827"/>
              <a:gd name="connsiteY51" fmla="*/ 5482541 h 5687273"/>
              <a:gd name="connsiteX52" fmla="*/ 9501725 w 11243827"/>
              <a:gd name="connsiteY52" fmla="*/ 5483603 h 5687273"/>
              <a:gd name="connsiteX53" fmla="*/ 9498754 w 11243827"/>
              <a:gd name="connsiteY53" fmla="*/ 5482951 h 5687273"/>
              <a:gd name="connsiteX54" fmla="*/ 9481932 w 11243827"/>
              <a:gd name="connsiteY54" fmla="*/ 5480151 h 5687273"/>
              <a:gd name="connsiteX55" fmla="*/ 9451321 w 11243827"/>
              <a:gd name="connsiteY55" fmla="*/ 5497375 h 5687273"/>
              <a:gd name="connsiteX56" fmla="*/ 9409298 w 11243827"/>
              <a:gd name="connsiteY56" fmla="*/ 5499478 h 5687273"/>
              <a:gd name="connsiteX57" fmla="*/ 9257007 w 11243827"/>
              <a:gd name="connsiteY57" fmla="*/ 5537183 h 5687273"/>
              <a:gd name="connsiteX58" fmla="*/ 9229078 w 11243827"/>
              <a:gd name="connsiteY58" fmla="*/ 5524154 h 5687273"/>
              <a:gd name="connsiteX59" fmla="*/ 9165105 w 11243827"/>
              <a:gd name="connsiteY59" fmla="*/ 5532892 h 5687273"/>
              <a:gd name="connsiteX60" fmla="*/ 9077301 w 11243827"/>
              <a:gd name="connsiteY60" fmla="*/ 5580356 h 5687273"/>
              <a:gd name="connsiteX61" fmla="*/ 8960065 w 11243827"/>
              <a:gd name="connsiteY61" fmla="*/ 5597982 h 5687273"/>
              <a:gd name="connsiteX62" fmla="*/ 8953536 w 11243827"/>
              <a:gd name="connsiteY62" fmla="*/ 5606638 h 5687273"/>
              <a:gd name="connsiteX63" fmla="*/ 8943907 w 11243827"/>
              <a:gd name="connsiteY63" fmla="*/ 5612541 h 5687273"/>
              <a:gd name="connsiteX64" fmla="*/ 8942046 w 11243827"/>
              <a:gd name="connsiteY64" fmla="*/ 5612112 h 5687273"/>
              <a:gd name="connsiteX65" fmla="*/ 8928824 w 11243827"/>
              <a:gd name="connsiteY65" fmla="*/ 5615549 h 5687273"/>
              <a:gd name="connsiteX66" fmla="*/ 8927294 w 11243827"/>
              <a:gd name="connsiteY66" fmla="*/ 5618607 h 5687273"/>
              <a:gd name="connsiteX67" fmla="*/ 8918651 w 11243827"/>
              <a:gd name="connsiteY67" fmla="*/ 5621688 h 5687273"/>
              <a:gd name="connsiteX68" fmla="*/ 8902772 w 11243827"/>
              <a:gd name="connsiteY68" fmla="*/ 5629703 h 5687273"/>
              <a:gd name="connsiteX69" fmla="*/ 8898724 w 11243827"/>
              <a:gd name="connsiteY69" fmla="*/ 5629379 h 5687273"/>
              <a:gd name="connsiteX70" fmla="*/ 8873099 w 11243827"/>
              <a:gd name="connsiteY70" fmla="*/ 5638628 h 5687273"/>
              <a:gd name="connsiteX71" fmla="*/ 8872234 w 11243827"/>
              <a:gd name="connsiteY71" fmla="*/ 5637889 h 5687273"/>
              <a:gd name="connsiteX72" fmla="*/ 8862777 w 11243827"/>
              <a:gd name="connsiteY72" fmla="*/ 5636711 h 5687273"/>
              <a:gd name="connsiteX73" fmla="*/ 8845869 w 11243827"/>
              <a:gd name="connsiteY73" fmla="*/ 5636436 h 5687273"/>
              <a:gd name="connsiteX74" fmla="*/ 8800548 w 11243827"/>
              <a:gd name="connsiteY74" fmla="*/ 5625084 h 5687273"/>
              <a:gd name="connsiteX75" fmla="*/ 8773774 w 11243827"/>
              <a:gd name="connsiteY75" fmla="*/ 5634630 h 5687273"/>
              <a:gd name="connsiteX76" fmla="*/ 8698255 w 11243827"/>
              <a:gd name="connsiteY76" fmla="*/ 5636083 h 5687273"/>
              <a:gd name="connsiteX77" fmla="*/ 8619167 w 11243827"/>
              <a:gd name="connsiteY77" fmla="*/ 5619130 h 5687273"/>
              <a:gd name="connsiteX78" fmla="*/ 8539822 w 11243827"/>
              <a:gd name="connsiteY78" fmla="*/ 5616905 h 5687273"/>
              <a:gd name="connsiteX79" fmla="*/ 8511094 w 11243827"/>
              <a:gd name="connsiteY79" fmla="*/ 5617360 h 5687273"/>
              <a:gd name="connsiteX80" fmla="*/ 8459886 w 11243827"/>
              <a:gd name="connsiteY80" fmla="*/ 5612612 h 5687273"/>
              <a:gd name="connsiteX81" fmla="*/ 8436432 w 11243827"/>
              <a:gd name="connsiteY81" fmla="*/ 5606990 h 5687273"/>
              <a:gd name="connsiteX82" fmla="*/ 8435403 w 11243827"/>
              <a:gd name="connsiteY82" fmla="*/ 5607336 h 5687273"/>
              <a:gd name="connsiteX83" fmla="*/ 8433307 w 11243827"/>
              <a:gd name="connsiteY83" fmla="*/ 5604917 h 5687273"/>
              <a:gd name="connsiteX84" fmla="*/ 8428968 w 11243827"/>
              <a:gd name="connsiteY84" fmla="*/ 5603796 h 5687273"/>
              <a:gd name="connsiteX85" fmla="*/ 8417124 w 11243827"/>
              <a:gd name="connsiteY85" fmla="*/ 5604518 h 5687273"/>
              <a:gd name="connsiteX86" fmla="*/ 8412669 w 11243827"/>
              <a:gd name="connsiteY86" fmla="*/ 5605413 h 5687273"/>
              <a:gd name="connsiteX87" fmla="*/ 8406152 w 11243827"/>
              <a:gd name="connsiteY87" fmla="*/ 5605396 h 5687273"/>
              <a:gd name="connsiteX88" fmla="*/ 8405989 w 11243827"/>
              <a:gd name="connsiteY88" fmla="*/ 5605197 h 5687273"/>
              <a:gd name="connsiteX89" fmla="*/ 8399884 w 11243827"/>
              <a:gd name="connsiteY89" fmla="*/ 5605568 h 5687273"/>
              <a:gd name="connsiteX90" fmla="*/ 8370014 w 11243827"/>
              <a:gd name="connsiteY90" fmla="*/ 5609900 h 5687273"/>
              <a:gd name="connsiteX91" fmla="*/ 8330544 w 11243827"/>
              <a:gd name="connsiteY91" fmla="*/ 5590964 h 5687273"/>
              <a:gd name="connsiteX92" fmla="*/ 8314221 w 11243827"/>
              <a:gd name="connsiteY92" fmla="*/ 5587682 h 5687273"/>
              <a:gd name="connsiteX93" fmla="*/ 8305502 w 11243827"/>
              <a:gd name="connsiteY93" fmla="*/ 5584868 h 5687273"/>
              <a:gd name="connsiteX94" fmla="*/ 8304962 w 11243827"/>
              <a:gd name="connsiteY94" fmla="*/ 5584007 h 5687273"/>
              <a:gd name="connsiteX95" fmla="*/ 8276324 w 11243827"/>
              <a:gd name="connsiteY95" fmla="*/ 5588260 h 5687273"/>
              <a:gd name="connsiteX96" fmla="*/ 8272522 w 11243827"/>
              <a:gd name="connsiteY96" fmla="*/ 5587226 h 5687273"/>
              <a:gd name="connsiteX97" fmla="*/ 8253857 w 11243827"/>
              <a:gd name="connsiteY97" fmla="*/ 5592043 h 5687273"/>
              <a:gd name="connsiteX98" fmla="*/ 8244212 w 11243827"/>
              <a:gd name="connsiteY98" fmla="*/ 5593439 h 5687273"/>
              <a:gd name="connsiteX99" fmla="*/ 8241488 w 11243827"/>
              <a:gd name="connsiteY99" fmla="*/ 5596085 h 5687273"/>
              <a:gd name="connsiteX100" fmla="*/ 8227256 w 11243827"/>
              <a:gd name="connsiteY100" fmla="*/ 5597005 h 5687273"/>
              <a:gd name="connsiteX101" fmla="*/ 8225619 w 11243827"/>
              <a:gd name="connsiteY101" fmla="*/ 5596262 h 5687273"/>
              <a:gd name="connsiteX102" fmla="*/ 8213882 w 11243827"/>
              <a:gd name="connsiteY102" fmla="*/ 5600179 h 5687273"/>
              <a:gd name="connsiteX103" fmla="*/ 8204045 w 11243827"/>
              <a:gd name="connsiteY103" fmla="*/ 5607275 h 5687273"/>
              <a:gd name="connsiteX104" fmla="*/ 8082989 w 11243827"/>
              <a:gd name="connsiteY104" fmla="*/ 5603160 h 5687273"/>
              <a:gd name="connsiteX105" fmla="*/ 7976942 w 11243827"/>
              <a:gd name="connsiteY105" fmla="*/ 5598455 h 5687273"/>
              <a:gd name="connsiteX106" fmla="*/ 7915584 w 11243827"/>
              <a:gd name="connsiteY106" fmla="*/ 5684635 h 5687273"/>
              <a:gd name="connsiteX107" fmla="*/ 7727691 w 11243827"/>
              <a:gd name="connsiteY107" fmla="*/ 5621064 h 5687273"/>
              <a:gd name="connsiteX108" fmla="*/ 7685998 w 11243827"/>
              <a:gd name="connsiteY108" fmla="*/ 5615564 h 5687273"/>
              <a:gd name="connsiteX109" fmla="*/ 7649302 w 11243827"/>
              <a:gd name="connsiteY109" fmla="*/ 5626541 h 5687273"/>
              <a:gd name="connsiteX110" fmla="*/ 7634083 w 11243827"/>
              <a:gd name="connsiteY110" fmla="*/ 5620862 h 5687273"/>
              <a:gd name="connsiteX111" fmla="*/ 7631455 w 11243827"/>
              <a:gd name="connsiteY111" fmla="*/ 5619708 h 5687273"/>
              <a:gd name="connsiteX112" fmla="*/ 7620952 w 11243827"/>
              <a:gd name="connsiteY112" fmla="*/ 5618872 h 5687273"/>
              <a:gd name="connsiteX113" fmla="*/ 7617992 w 11243827"/>
              <a:gd name="connsiteY113" fmla="*/ 5613914 h 5687273"/>
              <a:gd name="connsiteX114" fmla="*/ 7602182 w 11243827"/>
              <a:gd name="connsiteY114" fmla="*/ 5609271 h 5687273"/>
              <a:gd name="connsiteX115" fmla="*/ 7582847 w 11243827"/>
              <a:gd name="connsiteY115" fmla="*/ 5609047 h 5687273"/>
              <a:gd name="connsiteX116" fmla="*/ 7514158 w 11243827"/>
              <a:gd name="connsiteY116" fmla="*/ 5607737 h 5687273"/>
              <a:gd name="connsiteX117" fmla="*/ 7502955 w 11243827"/>
              <a:gd name="connsiteY117" fmla="*/ 5610415 h 5687273"/>
              <a:gd name="connsiteX118" fmla="*/ 7466391 w 11243827"/>
              <a:gd name="connsiteY118" fmla="*/ 5605949 h 5687273"/>
              <a:gd name="connsiteX119" fmla="*/ 7433806 w 11243827"/>
              <a:gd name="connsiteY119" fmla="*/ 5604945 h 5687273"/>
              <a:gd name="connsiteX120" fmla="*/ 7412693 w 11243827"/>
              <a:gd name="connsiteY120" fmla="*/ 5607075 h 5687273"/>
              <a:gd name="connsiteX121" fmla="*/ 7407159 w 11243827"/>
              <a:gd name="connsiteY121" fmla="*/ 5605310 h 5687273"/>
              <a:gd name="connsiteX122" fmla="*/ 7385900 w 11243827"/>
              <a:gd name="connsiteY122" fmla="*/ 5604171 h 5687273"/>
              <a:gd name="connsiteX123" fmla="*/ 7375071 w 11243827"/>
              <a:gd name="connsiteY123" fmla="*/ 5606788 h 5687273"/>
              <a:gd name="connsiteX124" fmla="*/ 7364382 w 11243827"/>
              <a:gd name="connsiteY124" fmla="*/ 5600762 h 5687273"/>
              <a:gd name="connsiteX125" fmla="*/ 7361770 w 11243827"/>
              <a:gd name="connsiteY125" fmla="*/ 5596347 h 5687273"/>
              <a:gd name="connsiteX126" fmla="*/ 7346641 w 11243827"/>
              <a:gd name="connsiteY126" fmla="*/ 5598329 h 5687273"/>
              <a:gd name="connsiteX127" fmla="*/ 7334238 w 11243827"/>
              <a:gd name="connsiteY127" fmla="*/ 5594014 h 5687273"/>
              <a:gd name="connsiteX128" fmla="*/ 7323426 w 11243827"/>
              <a:gd name="connsiteY128" fmla="*/ 5596835 h 5687273"/>
              <a:gd name="connsiteX129" fmla="*/ 7318938 w 11243827"/>
              <a:gd name="connsiteY129" fmla="*/ 5596200 h 5687273"/>
              <a:gd name="connsiteX130" fmla="*/ 7307784 w 11243827"/>
              <a:gd name="connsiteY130" fmla="*/ 5594065 h 5687273"/>
              <a:gd name="connsiteX131" fmla="*/ 7288540 w 11243827"/>
              <a:gd name="connsiteY131" fmla="*/ 5589320 h 5687273"/>
              <a:gd name="connsiteX132" fmla="*/ 7282537 w 11243827"/>
              <a:gd name="connsiteY132" fmla="*/ 5588660 h 5687273"/>
              <a:gd name="connsiteX133" fmla="*/ 7269466 w 11243827"/>
              <a:gd name="connsiteY133" fmla="*/ 5581404 h 5687273"/>
              <a:gd name="connsiteX134" fmla="*/ 7244165 w 11243827"/>
              <a:gd name="connsiteY134" fmla="*/ 5575200 h 5687273"/>
              <a:gd name="connsiteX135" fmla="*/ 7199619 w 11243827"/>
              <a:gd name="connsiteY135" fmla="*/ 5553550 h 5687273"/>
              <a:gd name="connsiteX136" fmla="*/ 7173434 w 11243827"/>
              <a:gd name="connsiteY136" fmla="*/ 5543219 h 5687273"/>
              <a:gd name="connsiteX137" fmla="*/ 7155718 w 11243827"/>
              <a:gd name="connsiteY137" fmla="*/ 5533697 h 5687273"/>
              <a:gd name="connsiteX138" fmla="*/ 7103430 w 11243827"/>
              <a:gd name="connsiteY138" fmla="*/ 5520249 h 5687273"/>
              <a:gd name="connsiteX139" fmla="*/ 7013746 w 11243827"/>
              <a:gd name="connsiteY139" fmla="*/ 5502470 h 5687273"/>
              <a:gd name="connsiteX140" fmla="*/ 6995379 w 11243827"/>
              <a:gd name="connsiteY140" fmla="*/ 5497693 h 5687273"/>
              <a:gd name="connsiteX141" fmla="*/ 6982475 w 11243827"/>
              <a:gd name="connsiteY141" fmla="*/ 5489641 h 5687273"/>
              <a:gd name="connsiteX142" fmla="*/ 6981994 w 11243827"/>
              <a:gd name="connsiteY142" fmla="*/ 5484335 h 5687273"/>
              <a:gd name="connsiteX143" fmla="*/ 6972355 w 11243827"/>
              <a:gd name="connsiteY143" fmla="*/ 5481074 h 5687273"/>
              <a:gd name="connsiteX144" fmla="*/ 6970394 w 11243827"/>
              <a:gd name="connsiteY144" fmla="*/ 5479383 h 5687273"/>
              <a:gd name="connsiteX145" fmla="*/ 6958543 w 11243827"/>
              <a:gd name="connsiteY145" fmla="*/ 5470507 h 5687273"/>
              <a:gd name="connsiteX146" fmla="*/ 6918276 w 11243827"/>
              <a:gd name="connsiteY146" fmla="*/ 5472034 h 5687273"/>
              <a:gd name="connsiteX147" fmla="*/ 6881046 w 11243827"/>
              <a:gd name="connsiteY147" fmla="*/ 5457070 h 5687273"/>
              <a:gd name="connsiteX148" fmla="*/ 6752164 w 11243827"/>
              <a:gd name="connsiteY148" fmla="*/ 5425021 h 5687273"/>
              <a:gd name="connsiteX149" fmla="*/ 6724964 w 11243827"/>
              <a:gd name="connsiteY149" fmla="*/ 5414071 h 5687273"/>
              <a:gd name="connsiteX150" fmla="*/ 6683286 w 11243827"/>
              <a:gd name="connsiteY150" fmla="*/ 5405383 h 5687273"/>
              <a:gd name="connsiteX151" fmla="*/ 6644277 w 11243827"/>
              <a:gd name="connsiteY151" fmla="*/ 5429684 h 5687273"/>
              <a:gd name="connsiteX152" fmla="*/ 6532914 w 11243827"/>
              <a:gd name="connsiteY152" fmla="*/ 5431205 h 5687273"/>
              <a:gd name="connsiteX153" fmla="*/ 6307459 w 11243827"/>
              <a:gd name="connsiteY153" fmla="*/ 5467087 h 5687273"/>
              <a:gd name="connsiteX154" fmla="*/ 6196243 w 11243827"/>
              <a:gd name="connsiteY154" fmla="*/ 5515042 h 5687273"/>
              <a:gd name="connsiteX155" fmla="*/ 6099124 w 11243827"/>
              <a:gd name="connsiteY155" fmla="*/ 5516848 h 5687273"/>
              <a:gd name="connsiteX156" fmla="*/ 6016077 w 11243827"/>
              <a:gd name="connsiteY156" fmla="*/ 5528642 h 5687273"/>
              <a:gd name="connsiteX157" fmla="*/ 6004389 w 11243827"/>
              <a:gd name="connsiteY157" fmla="*/ 5531206 h 5687273"/>
              <a:gd name="connsiteX158" fmla="*/ 5933945 w 11243827"/>
              <a:gd name="connsiteY158" fmla="*/ 5538840 h 5687273"/>
              <a:gd name="connsiteX159" fmla="*/ 5883936 w 11243827"/>
              <a:gd name="connsiteY159" fmla="*/ 5553807 h 5687273"/>
              <a:gd name="connsiteX160" fmla="*/ 5798331 w 11243827"/>
              <a:gd name="connsiteY160" fmla="*/ 5564248 h 5687273"/>
              <a:gd name="connsiteX161" fmla="*/ 5712738 w 11243827"/>
              <a:gd name="connsiteY161" fmla="*/ 5573120 h 5687273"/>
              <a:gd name="connsiteX162" fmla="*/ 5681342 w 11243827"/>
              <a:gd name="connsiteY162" fmla="*/ 5575621 h 5687273"/>
              <a:gd name="connsiteX163" fmla="*/ 5627167 w 11243827"/>
              <a:gd name="connsiteY163" fmla="*/ 5583215 h 5687273"/>
              <a:gd name="connsiteX164" fmla="*/ 5591414 w 11243827"/>
              <a:gd name="connsiteY164" fmla="*/ 5587695 h 5687273"/>
              <a:gd name="connsiteX165" fmla="*/ 5583028 w 11243827"/>
              <a:gd name="connsiteY165" fmla="*/ 5580877 h 5687273"/>
              <a:gd name="connsiteX166" fmla="*/ 5549426 w 11243827"/>
              <a:gd name="connsiteY166" fmla="*/ 5582858 h 5687273"/>
              <a:gd name="connsiteX167" fmla="*/ 5519999 w 11243827"/>
              <a:gd name="connsiteY167" fmla="*/ 5592246 h 5687273"/>
              <a:gd name="connsiteX168" fmla="*/ 5480028 w 11243827"/>
              <a:gd name="connsiteY168" fmla="*/ 5597282 h 5687273"/>
              <a:gd name="connsiteX169" fmla="*/ 5456175 w 11243827"/>
              <a:gd name="connsiteY169" fmla="*/ 5600371 h 5687273"/>
              <a:gd name="connsiteX170" fmla="*/ 5388463 w 11243827"/>
              <a:gd name="connsiteY170" fmla="*/ 5602638 h 5687273"/>
              <a:gd name="connsiteX171" fmla="*/ 5265898 w 11243827"/>
              <a:gd name="connsiteY171" fmla="*/ 5591830 h 5687273"/>
              <a:gd name="connsiteX172" fmla="*/ 5231231 w 11243827"/>
              <a:gd name="connsiteY172" fmla="*/ 5592790 h 5687273"/>
              <a:gd name="connsiteX173" fmla="*/ 5226996 w 11243827"/>
              <a:gd name="connsiteY173" fmla="*/ 5595040 h 5687273"/>
              <a:gd name="connsiteX174" fmla="*/ 5175988 w 11243827"/>
              <a:gd name="connsiteY174" fmla="*/ 5588131 h 5687273"/>
              <a:gd name="connsiteX175" fmla="*/ 5107470 w 11243827"/>
              <a:gd name="connsiteY175" fmla="*/ 5594771 h 5687273"/>
              <a:gd name="connsiteX176" fmla="*/ 5027868 w 11243827"/>
              <a:gd name="connsiteY176" fmla="*/ 5605624 h 5687273"/>
              <a:gd name="connsiteX177" fmla="*/ 5007324 w 11243827"/>
              <a:gd name="connsiteY177" fmla="*/ 5609209 h 5687273"/>
              <a:gd name="connsiteX178" fmla="*/ 4952559 w 11243827"/>
              <a:gd name="connsiteY178" fmla="*/ 5611402 h 5687273"/>
              <a:gd name="connsiteX179" fmla="*/ 4826081 w 11243827"/>
              <a:gd name="connsiteY179" fmla="*/ 5616191 h 5687273"/>
              <a:gd name="connsiteX180" fmla="*/ 4823501 w 11243827"/>
              <a:gd name="connsiteY180" fmla="*/ 5619174 h 5687273"/>
              <a:gd name="connsiteX181" fmla="*/ 4813093 w 11243827"/>
              <a:gd name="connsiteY181" fmla="*/ 5620026 h 5687273"/>
              <a:gd name="connsiteX182" fmla="*/ 4810563 w 11243827"/>
              <a:gd name="connsiteY182" fmla="*/ 5620787 h 5687273"/>
              <a:gd name="connsiteX183" fmla="*/ 4795818 w 11243827"/>
              <a:gd name="connsiteY183" fmla="*/ 5624618 h 5687273"/>
              <a:gd name="connsiteX184" fmla="*/ 4758404 w 11243827"/>
              <a:gd name="connsiteY184" fmla="*/ 5619510 h 5687273"/>
              <a:gd name="connsiteX185" fmla="*/ 4717254 w 11243827"/>
              <a:gd name="connsiteY185" fmla="*/ 5624155 h 5687273"/>
              <a:gd name="connsiteX186" fmla="*/ 4591958 w 11243827"/>
              <a:gd name="connsiteY186" fmla="*/ 5624710 h 5687273"/>
              <a:gd name="connsiteX187" fmla="*/ 4476215 w 11243827"/>
              <a:gd name="connsiteY187" fmla="*/ 5628210 h 5687273"/>
              <a:gd name="connsiteX188" fmla="*/ 4425193 w 11243827"/>
              <a:gd name="connsiteY188" fmla="*/ 5627414 h 5687273"/>
              <a:gd name="connsiteX189" fmla="*/ 4383866 w 11243827"/>
              <a:gd name="connsiteY189" fmla="*/ 5626546 h 5687273"/>
              <a:gd name="connsiteX190" fmla="*/ 4385596 w 11243827"/>
              <a:gd name="connsiteY190" fmla="*/ 5634646 h 5687273"/>
              <a:gd name="connsiteX191" fmla="*/ 4360864 w 11243827"/>
              <a:gd name="connsiteY191" fmla="*/ 5641173 h 5687273"/>
              <a:gd name="connsiteX192" fmla="*/ 4328321 w 11243827"/>
              <a:gd name="connsiteY192" fmla="*/ 5626332 h 5687273"/>
              <a:gd name="connsiteX193" fmla="*/ 4309842 w 11243827"/>
              <a:gd name="connsiteY193" fmla="*/ 5626471 h 5687273"/>
              <a:gd name="connsiteX194" fmla="*/ 4277424 w 11243827"/>
              <a:gd name="connsiteY194" fmla="*/ 5631598 h 5687273"/>
              <a:gd name="connsiteX195" fmla="*/ 4266627 w 11243827"/>
              <a:gd name="connsiteY195" fmla="*/ 5633969 h 5687273"/>
              <a:gd name="connsiteX196" fmla="*/ 4185525 w 11243827"/>
              <a:gd name="connsiteY196" fmla="*/ 5617508 h 5687273"/>
              <a:gd name="connsiteX197" fmla="*/ 4177617 w 11243827"/>
              <a:gd name="connsiteY197" fmla="*/ 5610903 h 5687273"/>
              <a:gd name="connsiteX198" fmla="*/ 4136948 w 11243827"/>
              <a:gd name="connsiteY198" fmla="*/ 5608031 h 5687273"/>
              <a:gd name="connsiteX199" fmla="*/ 4132323 w 11243827"/>
              <a:gd name="connsiteY199" fmla="*/ 5609784 h 5687273"/>
              <a:gd name="connsiteX200" fmla="*/ 4098620 w 11243827"/>
              <a:gd name="connsiteY200" fmla="*/ 5599672 h 5687273"/>
              <a:gd name="connsiteX201" fmla="*/ 3963475 w 11243827"/>
              <a:gd name="connsiteY201" fmla="*/ 5581841 h 5687273"/>
              <a:gd name="connsiteX202" fmla="*/ 3703613 w 11243827"/>
              <a:gd name="connsiteY202" fmla="*/ 5572482 h 5687273"/>
              <a:gd name="connsiteX203" fmla="*/ 3432987 w 11243827"/>
              <a:gd name="connsiteY203" fmla="*/ 5545768 h 5687273"/>
              <a:gd name="connsiteX204" fmla="*/ 3176381 w 11243827"/>
              <a:gd name="connsiteY204" fmla="*/ 5556110 h 5687273"/>
              <a:gd name="connsiteX205" fmla="*/ 2710156 w 11243827"/>
              <a:gd name="connsiteY205" fmla="*/ 5527517 h 5687273"/>
              <a:gd name="connsiteX206" fmla="*/ 2550206 w 11243827"/>
              <a:gd name="connsiteY206" fmla="*/ 5524958 h 5687273"/>
              <a:gd name="connsiteX207" fmla="*/ 2443041 w 11243827"/>
              <a:gd name="connsiteY207" fmla="*/ 5523990 h 5687273"/>
              <a:gd name="connsiteX208" fmla="*/ 2435613 w 11243827"/>
              <a:gd name="connsiteY208" fmla="*/ 5526704 h 5687273"/>
              <a:gd name="connsiteX209" fmla="*/ 2405682 w 11243827"/>
              <a:gd name="connsiteY209" fmla="*/ 5528307 h 5687273"/>
              <a:gd name="connsiteX210" fmla="*/ 2397487 w 11243827"/>
              <a:gd name="connsiteY210" fmla="*/ 5540337 h 5687273"/>
              <a:gd name="connsiteX211" fmla="*/ 2297454 w 11243827"/>
              <a:gd name="connsiteY211" fmla="*/ 5550765 h 5687273"/>
              <a:gd name="connsiteX212" fmla="*/ 2056700 w 11243827"/>
              <a:gd name="connsiteY212" fmla="*/ 5555489 h 5687273"/>
              <a:gd name="connsiteX213" fmla="*/ 1878530 w 11243827"/>
              <a:gd name="connsiteY213" fmla="*/ 5535330 h 5687273"/>
              <a:gd name="connsiteX214" fmla="*/ 1859292 w 11243827"/>
              <a:gd name="connsiteY214" fmla="*/ 5535461 h 5687273"/>
              <a:gd name="connsiteX215" fmla="*/ 1835626 w 11243827"/>
              <a:gd name="connsiteY215" fmla="*/ 5533793 h 5687273"/>
              <a:gd name="connsiteX216" fmla="*/ 1798939 w 11243827"/>
              <a:gd name="connsiteY216" fmla="*/ 5540285 h 5687273"/>
              <a:gd name="connsiteX217" fmla="*/ 1779046 w 11243827"/>
              <a:gd name="connsiteY217" fmla="*/ 5549949 h 5687273"/>
              <a:gd name="connsiteX218" fmla="*/ 1772421 w 11243827"/>
              <a:gd name="connsiteY218" fmla="*/ 5549018 h 5687273"/>
              <a:gd name="connsiteX219" fmla="*/ 1772052 w 11243827"/>
              <a:gd name="connsiteY219" fmla="*/ 5545689 h 5687273"/>
              <a:gd name="connsiteX220" fmla="*/ 1711543 w 11243827"/>
              <a:gd name="connsiteY220" fmla="*/ 5534558 h 5687273"/>
              <a:gd name="connsiteX221" fmla="*/ 1698891 w 11243827"/>
              <a:gd name="connsiteY221" fmla="*/ 5513187 h 5687273"/>
              <a:gd name="connsiteX222" fmla="*/ 1538763 w 11243827"/>
              <a:gd name="connsiteY222" fmla="*/ 5482781 h 5687273"/>
              <a:gd name="connsiteX223" fmla="*/ 1501533 w 11243827"/>
              <a:gd name="connsiteY223" fmla="*/ 5467817 h 5687273"/>
              <a:gd name="connsiteX224" fmla="*/ 1461266 w 11243827"/>
              <a:gd name="connsiteY224" fmla="*/ 5469343 h 5687273"/>
              <a:gd name="connsiteX225" fmla="*/ 1449415 w 11243827"/>
              <a:gd name="connsiteY225" fmla="*/ 5460467 h 5687273"/>
              <a:gd name="connsiteX226" fmla="*/ 1447454 w 11243827"/>
              <a:gd name="connsiteY226" fmla="*/ 5458776 h 5687273"/>
              <a:gd name="connsiteX227" fmla="*/ 1437814 w 11243827"/>
              <a:gd name="connsiteY227" fmla="*/ 5455515 h 5687273"/>
              <a:gd name="connsiteX228" fmla="*/ 1437334 w 11243827"/>
              <a:gd name="connsiteY228" fmla="*/ 5450209 h 5687273"/>
              <a:gd name="connsiteX229" fmla="*/ 1424429 w 11243827"/>
              <a:gd name="connsiteY229" fmla="*/ 5442157 h 5687273"/>
              <a:gd name="connsiteX230" fmla="*/ 1406063 w 11243827"/>
              <a:gd name="connsiteY230" fmla="*/ 5437380 h 5687273"/>
              <a:gd name="connsiteX231" fmla="*/ 1316379 w 11243827"/>
              <a:gd name="connsiteY231" fmla="*/ 5419601 h 5687273"/>
              <a:gd name="connsiteX232" fmla="*/ 1264090 w 11243827"/>
              <a:gd name="connsiteY232" fmla="*/ 5406153 h 5687273"/>
              <a:gd name="connsiteX233" fmla="*/ 1246374 w 11243827"/>
              <a:gd name="connsiteY233" fmla="*/ 5396631 h 5687273"/>
              <a:gd name="connsiteX234" fmla="*/ 1220190 w 11243827"/>
              <a:gd name="connsiteY234" fmla="*/ 5386301 h 5687273"/>
              <a:gd name="connsiteX235" fmla="*/ 1175643 w 11243827"/>
              <a:gd name="connsiteY235" fmla="*/ 5364651 h 5687273"/>
              <a:gd name="connsiteX236" fmla="*/ 1150342 w 11243827"/>
              <a:gd name="connsiteY236" fmla="*/ 5358447 h 5687273"/>
              <a:gd name="connsiteX237" fmla="*/ 1137272 w 11243827"/>
              <a:gd name="connsiteY237" fmla="*/ 5351191 h 5687273"/>
              <a:gd name="connsiteX238" fmla="*/ 1131268 w 11243827"/>
              <a:gd name="connsiteY238" fmla="*/ 5350530 h 5687273"/>
              <a:gd name="connsiteX239" fmla="*/ 1112024 w 11243827"/>
              <a:gd name="connsiteY239" fmla="*/ 5345786 h 5687273"/>
              <a:gd name="connsiteX240" fmla="*/ 1100870 w 11243827"/>
              <a:gd name="connsiteY240" fmla="*/ 5343651 h 5687273"/>
              <a:gd name="connsiteX241" fmla="*/ 1096383 w 11243827"/>
              <a:gd name="connsiteY241" fmla="*/ 5343015 h 5687273"/>
              <a:gd name="connsiteX242" fmla="*/ 1085571 w 11243827"/>
              <a:gd name="connsiteY242" fmla="*/ 5345836 h 5687273"/>
              <a:gd name="connsiteX243" fmla="*/ 1073168 w 11243827"/>
              <a:gd name="connsiteY243" fmla="*/ 5341521 h 5687273"/>
              <a:gd name="connsiteX244" fmla="*/ 1058039 w 11243827"/>
              <a:gd name="connsiteY244" fmla="*/ 5343504 h 5687273"/>
              <a:gd name="connsiteX245" fmla="*/ 1055426 w 11243827"/>
              <a:gd name="connsiteY245" fmla="*/ 5339088 h 5687273"/>
              <a:gd name="connsiteX246" fmla="*/ 1044738 w 11243827"/>
              <a:gd name="connsiteY246" fmla="*/ 5333063 h 5687273"/>
              <a:gd name="connsiteX247" fmla="*/ 1033909 w 11243827"/>
              <a:gd name="connsiteY247" fmla="*/ 5335680 h 5687273"/>
              <a:gd name="connsiteX248" fmla="*/ 1012649 w 11243827"/>
              <a:gd name="connsiteY248" fmla="*/ 5334541 h 5687273"/>
              <a:gd name="connsiteX249" fmla="*/ 1007115 w 11243827"/>
              <a:gd name="connsiteY249" fmla="*/ 5332775 h 5687273"/>
              <a:gd name="connsiteX250" fmla="*/ 986002 w 11243827"/>
              <a:gd name="connsiteY250" fmla="*/ 5334906 h 5687273"/>
              <a:gd name="connsiteX251" fmla="*/ 953418 w 11243827"/>
              <a:gd name="connsiteY251" fmla="*/ 5333901 h 5687273"/>
              <a:gd name="connsiteX252" fmla="*/ 916854 w 11243827"/>
              <a:gd name="connsiteY252" fmla="*/ 5329435 h 5687273"/>
              <a:gd name="connsiteX253" fmla="*/ 905651 w 11243827"/>
              <a:gd name="connsiteY253" fmla="*/ 5332114 h 5687273"/>
              <a:gd name="connsiteX254" fmla="*/ 836961 w 11243827"/>
              <a:gd name="connsiteY254" fmla="*/ 5330803 h 5687273"/>
              <a:gd name="connsiteX255" fmla="*/ 817627 w 11243827"/>
              <a:gd name="connsiteY255" fmla="*/ 5330580 h 5687273"/>
              <a:gd name="connsiteX256" fmla="*/ 801817 w 11243827"/>
              <a:gd name="connsiteY256" fmla="*/ 5325937 h 5687273"/>
              <a:gd name="connsiteX257" fmla="*/ 798857 w 11243827"/>
              <a:gd name="connsiteY257" fmla="*/ 5320979 h 5687273"/>
              <a:gd name="connsiteX258" fmla="*/ 788354 w 11243827"/>
              <a:gd name="connsiteY258" fmla="*/ 5320143 h 5687273"/>
              <a:gd name="connsiteX259" fmla="*/ 785726 w 11243827"/>
              <a:gd name="connsiteY259" fmla="*/ 5318989 h 5687273"/>
              <a:gd name="connsiteX260" fmla="*/ 770507 w 11243827"/>
              <a:gd name="connsiteY260" fmla="*/ 5313309 h 5687273"/>
              <a:gd name="connsiteX261" fmla="*/ 733810 w 11243827"/>
              <a:gd name="connsiteY261" fmla="*/ 5324286 h 5687273"/>
              <a:gd name="connsiteX262" fmla="*/ 692117 w 11243827"/>
              <a:gd name="connsiteY262" fmla="*/ 5318786 h 5687273"/>
              <a:gd name="connsiteX263" fmla="*/ 528894 w 11243827"/>
              <a:gd name="connsiteY263" fmla="*/ 5327578 h 5687273"/>
              <a:gd name="connsiteX264" fmla="*/ 507005 w 11243827"/>
              <a:gd name="connsiteY264" fmla="*/ 5310149 h 5687273"/>
              <a:gd name="connsiteX265" fmla="*/ 441302 w 11243827"/>
              <a:gd name="connsiteY265" fmla="*/ 5307062 h 5687273"/>
              <a:gd name="connsiteX266" fmla="*/ 336819 w 11243827"/>
              <a:gd name="connsiteY266" fmla="*/ 5336690 h 5687273"/>
              <a:gd name="connsiteX267" fmla="*/ 215763 w 11243827"/>
              <a:gd name="connsiteY267" fmla="*/ 5332575 h 5687273"/>
              <a:gd name="connsiteX268" fmla="*/ 205927 w 11243827"/>
              <a:gd name="connsiteY268" fmla="*/ 5339672 h 5687273"/>
              <a:gd name="connsiteX269" fmla="*/ 194189 w 11243827"/>
              <a:gd name="connsiteY269" fmla="*/ 5343588 h 5687273"/>
              <a:gd name="connsiteX270" fmla="*/ 192552 w 11243827"/>
              <a:gd name="connsiteY270" fmla="*/ 5342845 h 5687273"/>
              <a:gd name="connsiteX271" fmla="*/ 178320 w 11243827"/>
              <a:gd name="connsiteY271" fmla="*/ 5343766 h 5687273"/>
              <a:gd name="connsiteX272" fmla="*/ 175596 w 11243827"/>
              <a:gd name="connsiteY272" fmla="*/ 5346411 h 5687273"/>
              <a:gd name="connsiteX273" fmla="*/ 165951 w 11243827"/>
              <a:gd name="connsiteY273" fmla="*/ 5347808 h 5687273"/>
              <a:gd name="connsiteX274" fmla="*/ 147287 w 11243827"/>
              <a:gd name="connsiteY274" fmla="*/ 5352625 h 5687273"/>
              <a:gd name="connsiteX275" fmla="*/ 143484 w 11243827"/>
              <a:gd name="connsiteY275" fmla="*/ 5351591 h 5687273"/>
              <a:gd name="connsiteX276" fmla="*/ 114847 w 11243827"/>
              <a:gd name="connsiteY276" fmla="*/ 5355844 h 5687273"/>
              <a:gd name="connsiteX277" fmla="*/ 114306 w 11243827"/>
              <a:gd name="connsiteY277" fmla="*/ 5354983 h 5687273"/>
              <a:gd name="connsiteX278" fmla="*/ 105588 w 11243827"/>
              <a:gd name="connsiteY278" fmla="*/ 5352169 h 5687273"/>
              <a:gd name="connsiteX279" fmla="*/ 89264 w 11243827"/>
              <a:gd name="connsiteY279" fmla="*/ 5348886 h 5687273"/>
              <a:gd name="connsiteX280" fmla="*/ 49794 w 11243827"/>
              <a:gd name="connsiteY280" fmla="*/ 5329950 h 5687273"/>
              <a:gd name="connsiteX281" fmla="*/ 19924 w 11243827"/>
              <a:gd name="connsiteY281" fmla="*/ 5334282 h 5687273"/>
              <a:gd name="connsiteX282" fmla="*/ 13819 w 11243827"/>
              <a:gd name="connsiteY282" fmla="*/ 5334653 h 5687273"/>
              <a:gd name="connsiteX283" fmla="*/ 13657 w 11243827"/>
              <a:gd name="connsiteY283" fmla="*/ 5334455 h 5687273"/>
              <a:gd name="connsiteX284" fmla="*/ 7139 w 11243827"/>
              <a:gd name="connsiteY284" fmla="*/ 5334438 h 5687273"/>
              <a:gd name="connsiteX285" fmla="*/ 2684 w 11243827"/>
              <a:gd name="connsiteY285" fmla="*/ 5335333 h 5687273"/>
              <a:gd name="connsiteX286" fmla="*/ 0 w 11243827"/>
              <a:gd name="connsiteY286" fmla="*/ 5335496 h 5687273"/>
              <a:gd name="connsiteX287" fmla="*/ 0 w 11243827"/>
              <a:gd name="connsiteY287" fmla="*/ 10592 h 5687273"/>
              <a:gd name="connsiteX288" fmla="*/ 11243827 w 11243827"/>
              <a:gd name="connsiteY288" fmla="*/ 0 h 56872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441302 w 11243827"/>
              <a:gd name="connsiteY264" fmla="*/ 5307062 h 5641173"/>
              <a:gd name="connsiteX265" fmla="*/ 336819 w 11243827"/>
              <a:gd name="connsiteY265" fmla="*/ 5336690 h 5641173"/>
              <a:gd name="connsiteX266" fmla="*/ 215763 w 11243827"/>
              <a:gd name="connsiteY266" fmla="*/ 5332575 h 5641173"/>
              <a:gd name="connsiteX267" fmla="*/ 205927 w 11243827"/>
              <a:gd name="connsiteY267" fmla="*/ 5339672 h 5641173"/>
              <a:gd name="connsiteX268" fmla="*/ 194189 w 11243827"/>
              <a:gd name="connsiteY268" fmla="*/ 5343588 h 5641173"/>
              <a:gd name="connsiteX269" fmla="*/ 192552 w 11243827"/>
              <a:gd name="connsiteY269" fmla="*/ 5342845 h 5641173"/>
              <a:gd name="connsiteX270" fmla="*/ 178320 w 11243827"/>
              <a:gd name="connsiteY270" fmla="*/ 5343766 h 5641173"/>
              <a:gd name="connsiteX271" fmla="*/ 175596 w 11243827"/>
              <a:gd name="connsiteY271" fmla="*/ 5346411 h 5641173"/>
              <a:gd name="connsiteX272" fmla="*/ 165951 w 11243827"/>
              <a:gd name="connsiteY272" fmla="*/ 5347808 h 5641173"/>
              <a:gd name="connsiteX273" fmla="*/ 147287 w 11243827"/>
              <a:gd name="connsiteY273" fmla="*/ 5352625 h 5641173"/>
              <a:gd name="connsiteX274" fmla="*/ 143484 w 11243827"/>
              <a:gd name="connsiteY274" fmla="*/ 5351591 h 5641173"/>
              <a:gd name="connsiteX275" fmla="*/ 114847 w 11243827"/>
              <a:gd name="connsiteY275" fmla="*/ 5355844 h 5641173"/>
              <a:gd name="connsiteX276" fmla="*/ 114306 w 11243827"/>
              <a:gd name="connsiteY276" fmla="*/ 5354983 h 5641173"/>
              <a:gd name="connsiteX277" fmla="*/ 105588 w 11243827"/>
              <a:gd name="connsiteY277" fmla="*/ 5352169 h 5641173"/>
              <a:gd name="connsiteX278" fmla="*/ 89264 w 11243827"/>
              <a:gd name="connsiteY278" fmla="*/ 5348886 h 5641173"/>
              <a:gd name="connsiteX279" fmla="*/ 49794 w 11243827"/>
              <a:gd name="connsiteY279" fmla="*/ 5329950 h 5641173"/>
              <a:gd name="connsiteX280" fmla="*/ 19924 w 11243827"/>
              <a:gd name="connsiteY280" fmla="*/ 5334282 h 5641173"/>
              <a:gd name="connsiteX281" fmla="*/ 13819 w 11243827"/>
              <a:gd name="connsiteY281" fmla="*/ 5334653 h 5641173"/>
              <a:gd name="connsiteX282" fmla="*/ 13657 w 11243827"/>
              <a:gd name="connsiteY282" fmla="*/ 5334455 h 5641173"/>
              <a:gd name="connsiteX283" fmla="*/ 7139 w 11243827"/>
              <a:gd name="connsiteY283" fmla="*/ 5334438 h 5641173"/>
              <a:gd name="connsiteX284" fmla="*/ 2684 w 11243827"/>
              <a:gd name="connsiteY284" fmla="*/ 5335333 h 5641173"/>
              <a:gd name="connsiteX285" fmla="*/ 0 w 11243827"/>
              <a:gd name="connsiteY285" fmla="*/ 5335496 h 5641173"/>
              <a:gd name="connsiteX286" fmla="*/ 0 w 11243827"/>
              <a:gd name="connsiteY286" fmla="*/ 10592 h 5641173"/>
              <a:gd name="connsiteX287" fmla="*/ 11243827 w 11243827"/>
              <a:gd name="connsiteY287"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441302 w 11243827"/>
              <a:gd name="connsiteY264" fmla="*/ 5307062 h 5641173"/>
              <a:gd name="connsiteX265" fmla="*/ 336819 w 11243827"/>
              <a:gd name="connsiteY265" fmla="*/ 5336690 h 5641173"/>
              <a:gd name="connsiteX266" fmla="*/ 215763 w 11243827"/>
              <a:gd name="connsiteY266" fmla="*/ 5332575 h 5641173"/>
              <a:gd name="connsiteX267" fmla="*/ 270932 w 11243827"/>
              <a:gd name="connsiteY267" fmla="*/ 5345451 h 5641173"/>
              <a:gd name="connsiteX268" fmla="*/ 194189 w 11243827"/>
              <a:gd name="connsiteY268" fmla="*/ 5343588 h 5641173"/>
              <a:gd name="connsiteX269" fmla="*/ 192552 w 11243827"/>
              <a:gd name="connsiteY269" fmla="*/ 5342845 h 5641173"/>
              <a:gd name="connsiteX270" fmla="*/ 178320 w 11243827"/>
              <a:gd name="connsiteY270" fmla="*/ 5343766 h 5641173"/>
              <a:gd name="connsiteX271" fmla="*/ 175596 w 11243827"/>
              <a:gd name="connsiteY271" fmla="*/ 5346411 h 5641173"/>
              <a:gd name="connsiteX272" fmla="*/ 165951 w 11243827"/>
              <a:gd name="connsiteY272" fmla="*/ 5347808 h 5641173"/>
              <a:gd name="connsiteX273" fmla="*/ 147287 w 11243827"/>
              <a:gd name="connsiteY273" fmla="*/ 5352625 h 5641173"/>
              <a:gd name="connsiteX274" fmla="*/ 143484 w 11243827"/>
              <a:gd name="connsiteY274" fmla="*/ 5351591 h 5641173"/>
              <a:gd name="connsiteX275" fmla="*/ 114847 w 11243827"/>
              <a:gd name="connsiteY275" fmla="*/ 5355844 h 5641173"/>
              <a:gd name="connsiteX276" fmla="*/ 114306 w 11243827"/>
              <a:gd name="connsiteY276" fmla="*/ 5354983 h 5641173"/>
              <a:gd name="connsiteX277" fmla="*/ 105588 w 11243827"/>
              <a:gd name="connsiteY277" fmla="*/ 5352169 h 5641173"/>
              <a:gd name="connsiteX278" fmla="*/ 89264 w 11243827"/>
              <a:gd name="connsiteY278" fmla="*/ 5348886 h 5641173"/>
              <a:gd name="connsiteX279" fmla="*/ 49794 w 11243827"/>
              <a:gd name="connsiteY279" fmla="*/ 5329950 h 5641173"/>
              <a:gd name="connsiteX280" fmla="*/ 19924 w 11243827"/>
              <a:gd name="connsiteY280" fmla="*/ 5334282 h 5641173"/>
              <a:gd name="connsiteX281" fmla="*/ 13819 w 11243827"/>
              <a:gd name="connsiteY281" fmla="*/ 5334653 h 5641173"/>
              <a:gd name="connsiteX282" fmla="*/ 13657 w 11243827"/>
              <a:gd name="connsiteY282" fmla="*/ 5334455 h 5641173"/>
              <a:gd name="connsiteX283" fmla="*/ 7139 w 11243827"/>
              <a:gd name="connsiteY283" fmla="*/ 5334438 h 5641173"/>
              <a:gd name="connsiteX284" fmla="*/ 2684 w 11243827"/>
              <a:gd name="connsiteY284" fmla="*/ 5335333 h 5641173"/>
              <a:gd name="connsiteX285" fmla="*/ 0 w 11243827"/>
              <a:gd name="connsiteY285" fmla="*/ 5335496 h 5641173"/>
              <a:gd name="connsiteX286" fmla="*/ 0 w 11243827"/>
              <a:gd name="connsiteY286" fmla="*/ 10592 h 5641173"/>
              <a:gd name="connsiteX287" fmla="*/ 11243827 w 11243827"/>
              <a:gd name="connsiteY287"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441302 w 11243827"/>
              <a:gd name="connsiteY264" fmla="*/ 5307062 h 5641173"/>
              <a:gd name="connsiteX265" fmla="*/ 336819 w 11243827"/>
              <a:gd name="connsiteY265" fmla="*/ 5336690 h 5641173"/>
              <a:gd name="connsiteX266" fmla="*/ 270932 w 11243827"/>
              <a:gd name="connsiteY266" fmla="*/ 5345451 h 5641173"/>
              <a:gd name="connsiteX267" fmla="*/ 194189 w 11243827"/>
              <a:gd name="connsiteY267" fmla="*/ 5343588 h 5641173"/>
              <a:gd name="connsiteX268" fmla="*/ 192552 w 11243827"/>
              <a:gd name="connsiteY268" fmla="*/ 5342845 h 5641173"/>
              <a:gd name="connsiteX269" fmla="*/ 178320 w 11243827"/>
              <a:gd name="connsiteY269" fmla="*/ 5343766 h 5641173"/>
              <a:gd name="connsiteX270" fmla="*/ 175596 w 11243827"/>
              <a:gd name="connsiteY270" fmla="*/ 5346411 h 5641173"/>
              <a:gd name="connsiteX271" fmla="*/ 165951 w 11243827"/>
              <a:gd name="connsiteY271" fmla="*/ 5347808 h 5641173"/>
              <a:gd name="connsiteX272" fmla="*/ 147287 w 11243827"/>
              <a:gd name="connsiteY272" fmla="*/ 5352625 h 5641173"/>
              <a:gd name="connsiteX273" fmla="*/ 143484 w 11243827"/>
              <a:gd name="connsiteY273" fmla="*/ 5351591 h 5641173"/>
              <a:gd name="connsiteX274" fmla="*/ 114847 w 11243827"/>
              <a:gd name="connsiteY274" fmla="*/ 5355844 h 5641173"/>
              <a:gd name="connsiteX275" fmla="*/ 114306 w 11243827"/>
              <a:gd name="connsiteY275" fmla="*/ 5354983 h 5641173"/>
              <a:gd name="connsiteX276" fmla="*/ 105588 w 11243827"/>
              <a:gd name="connsiteY276" fmla="*/ 5352169 h 5641173"/>
              <a:gd name="connsiteX277" fmla="*/ 89264 w 11243827"/>
              <a:gd name="connsiteY277" fmla="*/ 5348886 h 5641173"/>
              <a:gd name="connsiteX278" fmla="*/ 49794 w 11243827"/>
              <a:gd name="connsiteY278" fmla="*/ 5329950 h 5641173"/>
              <a:gd name="connsiteX279" fmla="*/ 19924 w 11243827"/>
              <a:gd name="connsiteY279" fmla="*/ 5334282 h 5641173"/>
              <a:gd name="connsiteX280" fmla="*/ 13819 w 11243827"/>
              <a:gd name="connsiteY280" fmla="*/ 5334653 h 5641173"/>
              <a:gd name="connsiteX281" fmla="*/ 13657 w 11243827"/>
              <a:gd name="connsiteY281" fmla="*/ 5334455 h 5641173"/>
              <a:gd name="connsiteX282" fmla="*/ 7139 w 11243827"/>
              <a:gd name="connsiteY282" fmla="*/ 5334438 h 5641173"/>
              <a:gd name="connsiteX283" fmla="*/ 2684 w 11243827"/>
              <a:gd name="connsiteY283" fmla="*/ 5335333 h 5641173"/>
              <a:gd name="connsiteX284" fmla="*/ 0 w 11243827"/>
              <a:gd name="connsiteY284" fmla="*/ 5335496 h 5641173"/>
              <a:gd name="connsiteX285" fmla="*/ 0 w 11243827"/>
              <a:gd name="connsiteY285" fmla="*/ 10592 h 5641173"/>
              <a:gd name="connsiteX286" fmla="*/ 11243827 w 11243827"/>
              <a:gd name="connsiteY286"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441302 w 11243827"/>
              <a:gd name="connsiteY264" fmla="*/ 5307062 h 5641173"/>
              <a:gd name="connsiteX265" fmla="*/ 336819 w 11243827"/>
              <a:gd name="connsiteY265" fmla="*/ 5336690 h 5641173"/>
              <a:gd name="connsiteX266" fmla="*/ 270932 w 11243827"/>
              <a:gd name="connsiteY266" fmla="*/ 5345451 h 5641173"/>
              <a:gd name="connsiteX267" fmla="*/ 194189 w 11243827"/>
              <a:gd name="connsiteY267" fmla="*/ 5343588 h 5641173"/>
              <a:gd name="connsiteX268" fmla="*/ 192552 w 11243827"/>
              <a:gd name="connsiteY268" fmla="*/ 5342845 h 5641173"/>
              <a:gd name="connsiteX269" fmla="*/ 178320 w 11243827"/>
              <a:gd name="connsiteY269" fmla="*/ 5343766 h 5641173"/>
              <a:gd name="connsiteX270" fmla="*/ 175596 w 11243827"/>
              <a:gd name="connsiteY270" fmla="*/ 5346411 h 5641173"/>
              <a:gd name="connsiteX271" fmla="*/ 165951 w 11243827"/>
              <a:gd name="connsiteY271" fmla="*/ 5347808 h 5641173"/>
              <a:gd name="connsiteX272" fmla="*/ 147287 w 11243827"/>
              <a:gd name="connsiteY272" fmla="*/ 5352625 h 5641173"/>
              <a:gd name="connsiteX273" fmla="*/ 143484 w 11243827"/>
              <a:gd name="connsiteY273" fmla="*/ 5351591 h 5641173"/>
              <a:gd name="connsiteX274" fmla="*/ 114847 w 11243827"/>
              <a:gd name="connsiteY274" fmla="*/ 5355844 h 5641173"/>
              <a:gd name="connsiteX275" fmla="*/ 114306 w 11243827"/>
              <a:gd name="connsiteY275" fmla="*/ 5354983 h 5641173"/>
              <a:gd name="connsiteX276" fmla="*/ 89264 w 11243827"/>
              <a:gd name="connsiteY276" fmla="*/ 5348886 h 5641173"/>
              <a:gd name="connsiteX277" fmla="*/ 49794 w 11243827"/>
              <a:gd name="connsiteY277" fmla="*/ 5329950 h 5641173"/>
              <a:gd name="connsiteX278" fmla="*/ 19924 w 11243827"/>
              <a:gd name="connsiteY278" fmla="*/ 5334282 h 5641173"/>
              <a:gd name="connsiteX279" fmla="*/ 13819 w 11243827"/>
              <a:gd name="connsiteY279" fmla="*/ 5334653 h 5641173"/>
              <a:gd name="connsiteX280" fmla="*/ 13657 w 11243827"/>
              <a:gd name="connsiteY280" fmla="*/ 5334455 h 5641173"/>
              <a:gd name="connsiteX281" fmla="*/ 7139 w 11243827"/>
              <a:gd name="connsiteY281" fmla="*/ 5334438 h 5641173"/>
              <a:gd name="connsiteX282" fmla="*/ 2684 w 11243827"/>
              <a:gd name="connsiteY282" fmla="*/ 5335333 h 5641173"/>
              <a:gd name="connsiteX283" fmla="*/ 0 w 11243827"/>
              <a:gd name="connsiteY283" fmla="*/ 5335496 h 5641173"/>
              <a:gd name="connsiteX284" fmla="*/ 0 w 11243827"/>
              <a:gd name="connsiteY284" fmla="*/ 10592 h 5641173"/>
              <a:gd name="connsiteX285" fmla="*/ 11243827 w 11243827"/>
              <a:gd name="connsiteY285"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441302 w 11243827"/>
              <a:gd name="connsiteY264" fmla="*/ 5307062 h 5641173"/>
              <a:gd name="connsiteX265" fmla="*/ 336819 w 11243827"/>
              <a:gd name="connsiteY265" fmla="*/ 5336690 h 5641173"/>
              <a:gd name="connsiteX266" fmla="*/ 270932 w 11243827"/>
              <a:gd name="connsiteY266" fmla="*/ 5345451 h 5641173"/>
              <a:gd name="connsiteX267" fmla="*/ 194189 w 11243827"/>
              <a:gd name="connsiteY267" fmla="*/ 5343588 h 5641173"/>
              <a:gd name="connsiteX268" fmla="*/ 192552 w 11243827"/>
              <a:gd name="connsiteY268" fmla="*/ 5342845 h 5641173"/>
              <a:gd name="connsiteX269" fmla="*/ 178320 w 11243827"/>
              <a:gd name="connsiteY269" fmla="*/ 5343766 h 5641173"/>
              <a:gd name="connsiteX270" fmla="*/ 175596 w 11243827"/>
              <a:gd name="connsiteY270" fmla="*/ 5346411 h 5641173"/>
              <a:gd name="connsiteX271" fmla="*/ 165951 w 11243827"/>
              <a:gd name="connsiteY271" fmla="*/ 5347808 h 5641173"/>
              <a:gd name="connsiteX272" fmla="*/ 147287 w 11243827"/>
              <a:gd name="connsiteY272" fmla="*/ 5352625 h 5641173"/>
              <a:gd name="connsiteX273" fmla="*/ 114847 w 11243827"/>
              <a:gd name="connsiteY273" fmla="*/ 5355844 h 5641173"/>
              <a:gd name="connsiteX274" fmla="*/ 114306 w 11243827"/>
              <a:gd name="connsiteY274" fmla="*/ 5354983 h 5641173"/>
              <a:gd name="connsiteX275" fmla="*/ 89264 w 11243827"/>
              <a:gd name="connsiteY275" fmla="*/ 5348886 h 5641173"/>
              <a:gd name="connsiteX276" fmla="*/ 49794 w 11243827"/>
              <a:gd name="connsiteY276" fmla="*/ 5329950 h 5641173"/>
              <a:gd name="connsiteX277" fmla="*/ 19924 w 11243827"/>
              <a:gd name="connsiteY277" fmla="*/ 5334282 h 5641173"/>
              <a:gd name="connsiteX278" fmla="*/ 13819 w 11243827"/>
              <a:gd name="connsiteY278" fmla="*/ 5334653 h 5641173"/>
              <a:gd name="connsiteX279" fmla="*/ 13657 w 11243827"/>
              <a:gd name="connsiteY279" fmla="*/ 5334455 h 5641173"/>
              <a:gd name="connsiteX280" fmla="*/ 7139 w 11243827"/>
              <a:gd name="connsiteY280" fmla="*/ 5334438 h 5641173"/>
              <a:gd name="connsiteX281" fmla="*/ 2684 w 11243827"/>
              <a:gd name="connsiteY281" fmla="*/ 5335333 h 5641173"/>
              <a:gd name="connsiteX282" fmla="*/ 0 w 11243827"/>
              <a:gd name="connsiteY282" fmla="*/ 5335496 h 5641173"/>
              <a:gd name="connsiteX283" fmla="*/ 0 w 11243827"/>
              <a:gd name="connsiteY283" fmla="*/ 10592 h 5641173"/>
              <a:gd name="connsiteX284" fmla="*/ 11243827 w 11243827"/>
              <a:gd name="connsiteY284"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441302 w 11243827"/>
              <a:gd name="connsiteY264" fmla="*/ 5307062 h 5641173"/>
              <a:gd name="connsiteX265" fmla="*/ 336819 w 11243827"/>
              <a:gd name="connsiteY265" fmla="*/ 5336690 h 5641173"/>
              <a:gd name="connsiteX266" fmla="*/ 270932 w 11243827"/>
              <a:gd name="connsiteY266" fmla="*/ 5345451 h 5641173"/>
              <a:gd name="connsiteX267" fmla="*/ 194189 w 11243827"/>
              <a:gd name="connsiteY267" fmla="*/ 5343588 h 5641173"/>
              <a:gd name="connsiteX268" fmla="*/ 192552 w 11243827"/>
              <a:gd name="connsiteY268" fmla="*/ 5342845 h 5641173"/>
              <a:gd name="connsiteX269" fmla="*/ 178320 w 11243827"/>
              <a:gd name="connsiteY269" fmla="*/ 5343766 h 5641173"/>
              <a:gd name="connsiteX270" fmla="*/ 175596 w 11243827"/>
              <a:gd name="connsiteY270" fmla="*/ 5346411 h 5641173"/>
              <a:gd name="connsiteX271" fmla="*/ 147287 w 11243827"/>
              <a:gd name="connsiteY271" fmla="*/ 5352625 h 5641173"/>
              <a:gd name="connsiteX272" fmla="*/ 114847 w 11243827"/>
              <a:gd name="connsiteY272" fmla="*/ 5355844 h 5641173"/>
              <a:gd name="connsiteX273" fmla="*/ 114306 w 11243827"/>
              <a:gd name="connsiteY273" fmla="*/ 5354983 h 5641173"/>
              <a:gd name="connsiteX274" fmla="*/ 89264 w 11243827"/>
              <a:gd name="connsiteY274" fmla="*/ 5348886 h 5641173"/>
              <a:gd name="connsiteX275" fmla="*/ 49794 w 11243827"/>
              <a:gd name="connsiteY275" fmla="*/ 5329950 h 5641173"/>
              <a:gd name="connsiteX276" fmla="*/ 19924 w 11243827"/>
              <a:gd name="connsiteY276" fmla="*/ 5334282 h 5641173"/>
              <a:gd name="connsiteX277" fmla="*/ 13819 w 11243827"/>
              <a:gd name="connsiteY277" fmla="*/ 5334653 h 5641173"/>
              <a:gd name="connsiteX278" fmla="*/ 13657 w 11243827"/>
              <a:gd name="connsiteY278" fmla="*/ 5334455 h 5641173"/>
              <a:gd name="connsiteX279" fmla="*/ 7139 w 11243827"/>
              <a:gd name="connsiteY279" fmla="*/ 5334438 h 5641173"/>
              <a:gd name="connsiteX280" fmla="*/ 2684 w 11243827"/>
              <a:gd name="connsiteY280" fmla="*/ 5335333 h 5641173"/>
              <a:gd name="connsiteX281" fmla="*/ 0 w 11243827"/>
              <a:gd name="connsiteY281" fmla="*/ 5335496 h 5641173"/>
              <a:gd name="connsiteX282" fmla="*/ 0 w 11243827"/>
              <a:gd name="connsiteY282" fmla="*/ 10592 h 5641173"/>
              <a:gd name="connsiteX283" fmla="*/ 11243827 w 11243827"/>
              <a:gd name="connsiteY283"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12024 w 11243827"/>
              <a:gd name="connsiteY238" fmla="*/ 5345786 h 5641173"/>
              <a:gd name="connsiteX239" fmla="*/ 1100870 w 11243827"/>
              <a:gd name="connsiteY239" fmla="*/ 5343651 h 5641173"/>
              <a:gd name="connsiteX240" fmla="*/ 1096383 w 11243827"/>
              <a:gd name="connsiteY240" fmla="*/ 5343015 h 5641173"/>
              <a:gd name="connsiteX241" fmla="*/ 1085571 w 11243827"/>
              <a:gd name="connsiteY241" fmla="*/ 5345836 h 5641173"/>
              <a:gd name="connsiteX242" fmla="*/ 1073168 w 11243827"/>
              <a:gd name="connsiteY242" fmla="*/ 5341521 h 5641173"/>
              <a:gd name="connsiteX243" fmla="*/ 1058039 w 11243827"/>
              <a:gd name="connsiteY243" fmla="*/ 5343504 h 5641173"/>
              <a:gd name="connsiteX244" fmla="*/ 1055426 w 11243827"/>
              <a:gd name="connsiteY244" fmla="*/ 5339088 h 5641173"/>
              <a:gd name="connsiteX245" fmla="*/ 1044738 w 11243827"/>
              <a:gd name="connsiteY245" fmla="*/ 5333063 h 5641173"/>
              <a:gd name="connsiteX246" fmla="*/ 1033909 w 11243827"/>
              <a:gd name="connsiteY246" fmla="*/ 5335680 h 5641173"/>
              <a:gd name="connsiteX247" fmla="*/ 1012649 w 11243827"/>
              <a:gd name="connsiteY247" fmla="*/ 5334541 h 5641173"/>
              <a:gd name="connsiteX248" fmla="*/ 1007115 w 11243827"/>
              <a:gd name="connsiteY248" fmla="*/ 5332775 h 5641173"/>
              <a:gd name="connsiteX249" fmla="*/ 986002 w 11243827"/>
              <a:gd name="connsiteY249" fmla="*/ 5334906 h 5641173"/>
              <a:gd name="connsiteX250" fmla="*/ 953418 w 11243827"/>
              <a:gd name="connsiteY250" fmla="*/ 5333901 h 5641173"/>
              <a:gd name="connsiteX251" fmla="*/ 916854 w 11243827"/>
              <a:gd name="connsiteY251" fmla="*/ 5329435 h 5641173"/>
              <a:gd name="connsiteX252" fmla="*/ 905651 w 11243827"/>
              <a:gd name="connsiteY252" fmla="*/ 5332114 h 5641173"/>
              <a:gd name="connsiteX253" fmla="*/ 836961 w 11243827"/>
              <a:gd name="connsiteY253" fmla="*/ 5330803 h 5641173"/>
              <a:gd name="connsiteX254" fmla="*/ 817627 w 11243827"/>
              <a:gd name="connsiteY254" fmla="*/ 5330580 h 5641173"/>
              <a:gd name="connsiteX255" fmla="*/ 801817 w 11243827"/>
              <a:gd name="connsiteY255" fmla="*/ 5325937 h 5641173"/>
              <a:gd name="connsiteX256" fmla="*/ 798857 w 11243827"/>
              <a:gd name="connsiteY256" fmla="*/ 5320979 h 5641173"/>
              <a:gd name="connsiteX257" fmla="*/ 788354 w 11243827"/>
              <a:gd name="connsiteY257" fmla="*/ 5320143 h 5641173"/>
              <a:gd name="connsiteX258" fmla="*/ 785726 w 11243827"/>
              <a:gd name="connsiteY258" fmla="*/ 5318989 h 5641173"/>
              <a:gd name="connsiteX259" fmla="*/ 770507 w 11243827"/>
              <a:gd name="connsiteY259" fmla="*/ 5313309 h 5641173"/>
              <a:gd name="connsiteX260" fmla="*/ 733810 w 11243827"/>
              <a:gd name="connsiteY260" fmla="*/ 5324286 h 5641173"/>
              <a:gd name="connsiteX261" fmla="*/ 692117 w 11243827"/>
              <a:gd name="connsiteY261" fmla="*/ 5318786 h 5641173"/>
              <a:gd name="connsiteX262" fmla="*/ 574943 w 11243827"/>
              <a:gd name="connsiteY262" fmla="*/ 5327578 h 5641173"/>
              <a:gd name="connsiteX263" fmla="*/ 441302 w 11243827"/>
              <a:gd name="connsiteY263" fmla="*/ 5307062 h 5641173"/>
              <a:gd name="connsiteX264" fmla="*/ 336819 w 11243827"/>
              <a:gd name="connsiteY264" fmla="*/ 5336690 h 5641173"/>
              <a:gd name="connsiteX265" fmla="*/ 270932 w 11243827"/>
              <a:gd name="connsiteY265" fmla="*/ 5345451 h 5641173"/>
              <a:gd name="connsiteX266" fmla="*/ 194189 w 11243827"/>
              <a:gd name="connsiteY266" fmla="*/ 5343588 h 5641173"/>
              <a:gd name="connsiteX267" fmla="*/ 192552 w 11243827"/>
              <a:gd name="connsiteY267" fmla="*/ 5342845 h 5641173"/>
              <a:gd name="connsiteX268" fmla="*/ 178320 w 11243827"/>
              <a:gd name="connsiteY268" fmla="*/ 5343766 h 5641173"/>
              <a:gd name="connsiteX269" fmla="*/ 175596 w 11243827"/>
              <a:gd name="connsiteY269" fmla="*/ 5346411 h 5641173"/>
              <a:gd name="connsiteX270" fmla="*/ 147287 w 11243827"/>
              <a:gd name="connsiteY270" fmla="*/ 5352625 h 5641173"/>
              <a:gd name="connsiteX271" fmla="*/ 114847 w 11243827"/>
              <a:gd name="connsiteY271" fmla="*/ 5355844 h 5641173"/>
              <a:gd name="connsiteX272" fmla="*/ 114306 w 11243827"/>
              <a:gd name="connsiteY272" fmla="*/ 5354983 h 5641173"/>
              <a:gd name="connsiteX273" fmla="*/ 89264 w 11243827"/>
              <a:gd name="connsiteY273" fmla="*/ 5348886 h 5641173"/>
              <a:gd name="connsiteX274" fmla="*/ 49794 w 11243827"/>
              <a:gd name="connsiteY274" fmla="*/ 5329950 h 5641173"/>
              <a:gd name="connsiteX275" fmla="*/ 19924 w 11243827"/>
              <a:gd name="connsiteY275" fmla="*/ 5334282 h 5641173"/>
              <a:gd name="connsiteX276" fmla="*/ 13819 w 11243827"/>
              <a:gd name="connsiteY276" fmla="*/ 5334653 h 5641173"/>
              <a:gd name="connsiteX277" fmla="*/ 13657 w 11243827"/>
              <a:gd name="connsiteY277" fmla="*/ 5334455 h 5641173"/>
              <a:gd name="connsiteX278" fmla="*/ 7139 w 11243827"/>
              <a:gd name="connsiteY278" fmla="*/ 5334438 h 5641173"/>
              <a:gd name="connsiteX279" fmla="*/ 2684 w 11243827"/>
              <a:gd name="connsiteY279" fmla="*/ 5335333 h 5641173"/>
              <a:gd name="connsiteX280" fmla="*/ 0 w 11243827"/>
              <a:gd name="connsiteY280" fmla="*/ 5335496 h 5641173"/>
              <a:gd name="connsiteX281" fmla="*/ 0 w 11243827"/>
              <a:gd name="connsiteY281" fmla="*/ 10592 h 5641173"/>
              <a:gd name="connsiteX282" fmla="*/ 11243827 w 11243827"/>
              <a:gd name="connsiteY282"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85571 w 11243827"/>
              <a:gd name="connsiteY240" fmla="*/ 5345836 h 5641173"/>
              <a:gd name="connsiteX241" fmla="*/ 1073168 w 11243827"/>
              <a:gd name="connsiteY241" fmla="*/ 5341521 h 5641173"/>
              <a:gd name="connsiteX242" fmla="*/ 1058039 w 11243827"/>
              <a:gd name="connsiteY242" fmla="*/ 5343504 h 5641173"/>
              <a:gd name="connsiteX243" fmla="*/ 1055426 w 11243827"/>
              <a:gd name="connsiteY243" fmla="*/ 5339088 h 5641173"/>
              <a:gd name="connsiteX244" fmla="*/ 1044738 w 11243827"/>
              <a:gd name="connsiteY244" fmla="*/ 5333063 h 5641173"/>
              <a:gd name="connsiteX245" fmla="*/ 1033909 w 11243827"/>
              <a:gd name="connsiteY245" fmla="*/ 5335680 h 5641173"/>
              <a:gd name="connsiteX246" fmla="*/ 1012649 w 11243827"/>
              <a:gd name="connsiteY246" fmla="*/ 5334541 h 5641173"/>
              <a:gd name="connsiteX247" fmla="*/ 1007115 w 11243827"/>
              <a:gd name="connsiteY247" fmla="*/ 5332775 h 5641173"/>
              <a:gd name="connsiteX248" fmla="*/ 986002 w 11243827"/>
              <a:gd name="connsiteY248" fmla="*/ 5334906 h 5641173"/>
              <a:gd name="connsiteX249" fmla="*/ 953418 w 11243827"/>
              <a:gd name="connsiteY249" fmla="*/ 5333901 h 5641173"/>
              <a:gd name="connsiteX250" fmla="*/ 916854 w 11243827"/>
              <a:gd name="connsiteY250" fmla="*/ 5329435 h 5641173"/>
              <a:gd name="connsiteX251" fmla="*/ 905651 w 11243827"/>
              <a:gd name="connsiteY251" fmla="*/ 5332114 h 5641173"/>
              <a:gd name="connsiteX252" fmla="*/ 836961 w 11243827"/>
              <a:gd name="connsiteY252" fmla="*/ 5330803 h 5641173"/>
              <a:gd name="connsiteX253" fmla="*/ 817627 w 11243827"/>
              <a:gd name="connsiteY253" fmla="*/ 5330580 h 5641173"/>
              <a:gd name="connsiteX254" fmla="*/ 801817 w 11243827"/>
              <a:gd name="connsiteY254" fmla="*/ 5325937 h 5641173"/>
              <a:gd name="connsiteX255" fmla="*/ 798857 w 11243827"/>
              <a:gd name="connsiteY255" fmla="*/ 5320979 h 5641173"/>
              <a:gd name="connsiteX256" fmla="*/ 788354 w 11243827"/>
              <a:gd name="connsiteY256" fmla="*/ 5320143 h 5641173"/>
              <a:gd name="connsiteX257" fmla="*/ 785726 w 11243827"/>
              <a:gd name="connsiteY257" fmla="*/ 5318989 h 5641173"/>
              <a:gd name="connsiteX258" fmla="*/ 770507 w 11243827"/>
              <a:gd name="connsiteY258" fmla="*/ 5313309 h 5641173"/>
              <a:gd name="connsiteX259" fmla="*/ 733810 w 11243827"/>
              <a:gd name="connsiteY259" fmla="*/ 5324286 h 5641173"/>
              <a:gd name="connsiteX260" fmla="*/ 692117 w 11243827"/>
              <a:gd name="connsiteY260" fmla="*/ 5318786 h 5641173"/>
              <a:gd name="connsiteX261" fmla="*/ 574943 w 11243827"/>
              <a:gd name="connsiteY261" fmla="*/ 5327578 h 5641173"/>
              <a:gd name="connsiteX262" fmla="*/ 441302 w 11243827"/>
              <a:gd name="connsiteY262" fmla="*/ 5307062 h 5641173"/>
              <a:gd name="connsiteX263" fmla="*/ 336819 w 11243827"/>
              <a:gd name="connsiteY263" fmla="*/ 5336690 h 5641173"/>
              <a:gd name="connsiteX264" fmla="*/ 270932 w 11243827"/>
              <a:gd name="connsiteY264" fmla="*/ 5345451 h 5641173"/>
              <a:gd name="connsiteX265" fmla="*/ 194189 w 11243827"/>
              <a:gd name="connsiteY265" fmla="*/ 5343588 h 5641173"/>
              <a:gd name="connsiteX266" fmla="*/ 192552 w 11243827"/>
              <a:gd name="connsiteY266" fmla="*/ 5342845 h 5641173"/>
              <a:gd name="connsiteX267" fmla="*/ 178320 w 11243827"/>
              <a:gd name="connsiteY267" fmla="*/ 5343766 h 5641173"/>
              <a:gd name="connsiteX268" fmla="*/ 175596 w 11243827"/>
              <a:gd name="connsiteY268" fmla="*/ 5346411 h 5641173"/>
              <a:gd name="connsiteX269" fmla="*/ 147287 w 11243827"/>
              <a:gd name="connsiteY269" fmla="*/ 5352625 h 5641173"/>
              <a:gd name="connsiteX270" fmla="*/ 114847 w 11243827"/>
              <a:gd name="connsiteY270" fmla="*/ 5355844 h 5641173"/>
              <a:gd name="connsiteX271" fmla="*/ 114306 w 11243827"/>
              <a:gd name="connsiteY271" fmla="*/ 5354983 h 5641173"/>
              <a:gd name="connsiteX272" fmla="*/ 89264 w 11243827"/>
              <a:gd name="connsiteY272" fmla="*/ 5348886 h 5641173"/>
              <a:gd name="connsiteX273" fmla="*/ 49794 w 11243827"/>
              <a:gd name="connsiteY273" fmla="*/ 5329950 h 5641173"/>
              <a:gd name="connsiteX274" fmla="*/ 19924 w 11243827"/>
              <a:gd name="connsiteY274" fmla="*/ 5334282 h 5641173"/>
              <a:gd name="connsiteX275" fmla="*/ 13819 w 11243827"/>
              <a:gd name="connsiteY275" fmla="*/ 5334653 h 5641173"/>
              <a:gd name="connsiteX276" fmla="*/ 13657 w 11243827"/>
              <a:gd name="connsiteY276" fmla="*/ 5334455 h 5641173"/>
              <a:gd name="connsiteX277" fmla="*/ 7139 w 11243827"/>
              <a:gd name="connsiteY277" fmla="*/ 5334438 h 5641173"/>
              <a:gd name="connsiteX278" fmla="*/ 2684 w 11243827"/>
              <a:gd name="connsiteY278" fmla="*/ 5335333 h 5641173"/>
              <a:gd name="connsiteX279" fmla="*/ 0 w 11243827"/>
              <a:gd name="connsiteY279" fmla="*/ 5335496 h 5641173"/>
              <a:gd name="connsiteX280" fmla="*/ 0 w 11243827"/>
              <a:gd name="connsiteY280" fmla="*/ 10592 h 5641173"/>
              <a:gd name="connsiteX281" fmla="*/ 11243827 w 11243827"/>
              <a:gd name="connsiteY281"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85571 w 11243827"/>
              <a:gd name="connsiteY240" fmla="*/ 5345836 h 5641173"/>
              <a:gd name="connsiteX241" fmla="*/ 1058039 w 11243827"/>
              <a:gd name="connsiteY241" fmla="*/ 5343504 h 5641173"/>
              <a:gd name="connsiteX242" fmla="*/ 1055426 w 11243827"/>
              <a:gd name="connsiteY242" fmla="*/ 5339088 h 5641173"/>
              <a:gd name="connsiteX243" fmla="*/ 1044738 w 11243827"/>
              <a:gd name="connsiteY243" fmla="*/ 5333063 h 5641173"/>
              <a:gd name="connsiteX244" fmla="*/ 1033909 w 11243827"/>
              <a:gd name="connsiteY244" fmla="*/ 5335680 h 5641173"/>
              <a:gd name="connsiteX245" fmla="*/ 1012649 w 11243827"/>
              <a:gd name="connsiteY245" fmla="*/ 5334541 h 5641173"/>
              <a:gd name="connsiteX246" fmla="*/ 1007115 w 11243827"/>
              <a:gd name="connsiteY246" fmla="*/ 5332775 h 5641173"/>
              <a:gd name="connsiteX247" fmla="*/ 986002 w 11243827"/>
              <a:gd name="connsiteY247" fmla="*/ 5334906 h 5641173"/>
              <a:gd name="connsiteX248" fmla="*/ 953418 w 11243827"/>
              <a:gd name="connsiteY248" fmla="*/ 5333901 h 5641173"/>
              <a:gd name="connsiteX249" fmla="*/ 916854 w 11243827"/>
              <a:gd name="connsiteY249" fmla="*/ 5329435 h 5641173"/>
              <a:gd name="connsiteX250" fmla="*/ 905651 w 11243827"/>
              <a:gd name="connsiteY250" fmla="*/ 5332114 h 5641173"/>
              <a:gd name="connsiteX251" fmla="*/ 836961 w 11243827"/>
              <a:gd name="connsiteY251" fmla="*/ 5330803 h 5641173"/>
              <a:gd name="connsiteX252" fmla="*/ 817627 w 11243827"/>
              <a:gd name="connsiteY252" fmla="*/ 5330580 h 5641173"/>
              <a:gd name="connsiteX253" fmla="*/ 801817 w 11243827"/>
              <a:gd name="connsiteY253" fmla="*/ 5325937 h 5641173"/>
              <a:gd name="connsiteX254" fmla="*/ 798857 w 11243827"/>
              <a:gd name="connsiteY254" fmla="*/ 5320979 h 5641173"/>
              <a:gd name="connsiteX255" fmla="*/ 788354 w 11243827"/>
              <a:gd name="connsiteY255" fmla="*/ 5320143 h 5641173"/>
              <a:gd name="connsiteX256" fmla="*/ 785726 w 11243827"/>
              <a:gd name="connsiteY256" fmla="*/ 5318989 h 5641173"/>
              <a:gd name="connsiteX257" fmla="*/ 770507 w 11243827"/>
              <a:gd name="connsiteY257" fmla="*/ 5313309 h 5641173"/>
              <a:gd name="connsiteX258" fmla="*/ 733810 w 11243827"/>
              <a:gd name="connsiteY258" fmla="*/ 5324286 h 5641173"/>
              <a:gd name="connsiteX259" fmla="*/ 692117 w 11243827"/>
              <a:gd name="connsiteY259" fmla="*/ 5318786 h 5641173"/>
              <a:gd name="connsiteX260" fmla="*/ 574943 w 11243827"/>
              <a:gd name="connsiteY260" fmla="*/ 5327578 h 5641173"/>
              <a:gd name="connsiteX261" fmla="*/ 441302 w 11243827"/>
              <a:gd name="connsiteY261" fmla="*/ 5307062 h 5641173"/>
              <a:gd name="connsiteX262" fmla="*/ 336819 w 11243827"/>
              <a:gd name="connsiteY262" fmla="*/ 5336690 h 5641173"/>
              <a:gd name="connsiteX263" fmla="*/ 270932 w 11243827"/>
              <a:gd name="connsiteY263" fmla="*/ 5345451 h 5641173"/>
              <a:gd name="connsiteX264" fmla="*/ 194189 w 11243827"/>
              <a:gd name="connsiteY264" fmla="*/ 5343588 h 5641173"/>
              <a:gd name="connsiteX265" fmla="*/ 192552 w 11243827"/>
              <a:gd name="connsiteY265" fmla="*/ 5342845 h 5641173"/>
              <a:gd name="connsiteX266" fmla="*/ 178320 w 11243827"/>
              <a:gd name="connsiteY266" fmla="*/ 5343766 h 5641173"/>
              <a:gd name="connsiteX267" fmla="*/ 175596 w 11243827"/>
              <a:gd name="connsiteY267" fmla="*/ 5346411 h 5641173"/>
              <a:gd name="connsiteX268" fmla="*/ 147287 w 11243827"/>
              <a:gd name="connsiteY268" fmla="*/ 5352625 h 5641173"/>
              <a:gd name="connsiteX269" fmla="*/ 114847 w 11243827"/>
              <a:gd name="connsiteY269" fmla="*/ 5355844 h 5641173"/>
              <a:gd name="connsiteX270" fmla="*/ 114306 w 11243827"/>
              <a:gd name="connsiteY270" fmla="*/ 5354983 h 5641173"/>
              <a:gd name="connsiteX271" fmla="*/ 89264 w 11243827"/>
              <a:gd name="connsiteY271" fmla="*/ 5348886 h 5641173"/>
              <a:gd name="connsiteX272" fmla="*/ 49794 w 11243827"/>
              <a:gd name="connsiteY272" fmla="*/ 5329950 h 5641173"/>
              <a:gd name="connsiteX273" fmla="*/ 19924 w 11243827"/>
              <a:gd name="connsiteY273" fmla="*/ 5334282 h 5641173"/>
              <a:gd name="connsiteX274" fmla="*/ 13819 w 11243827"/>
              <a:gd name="connsiteY274" fmla="*/ 5334653 h 5641173"/>
              <a:gd name="connsiteX275" fmla="*/ 13657 w 11243827"/>
              <a:gd name="connsiteY275" fmla="*/ 5334455 h 5641173"/>
              <a:gd name="connsiteX276" fmla="*/ 7139 w 11243827"/>
              <a:gd name="connsiteY276" fmla="*/ 5334438 h 5641173"/>
              <a:gd name="connsiteX277" fmla="*/ 2684 w 11243827"/>
              <a:gd name="connsiteY277" fmla="*/ 5335333 h 5641173"/>
              <a:gd name="connsiteX278" fmla="*/ 0 w 11243827"/>
              <a:gd name="connsiteY278" fmla="*/ 5335496 h 5641173"/>
              <a:gd name="connsiteX279" fmla="*/ 0 w 11243827"/>
              <a:gd name="connsiteY279" fmla="*/ 10592 h 5641173"/>
              <a:gd name="connsiteX280" fmla="*/ 11243827 w 11243827"/>
              <a:gd name="connsiteY280"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85571 w 11243827"/>
              <a:gd name="connsiteY240" fmla="*/ 5358836 h 5641173"/>
              <a:gd name="connsiteX241" fmla="*/ 1058039 w 11243827"/>
              <a:gd name="connsiteY241" fmla="*/ 5343504 h 5641173"/>
              <a:gd name="connsiteX242" fmla="*/ 1055426 w 11243827"/>
              <a:gd name="connsiteY242" fmla="*/ 5339088 h 5641173"/>
              <a:gd name="connsiteX243" fmla="*/ 1044738 w 11243827"/>
              <a:gd name="connsiteY243" fmla="*/ 5333063 h 5641173"/>
              <a:gd name="connsiteX244" fmla="*/ 1033909 w 11243827"/>
              <a:gd name="connsiteY244" fmla="*/ 5335680 h 5641173"/>
              <a:gd name="connsiteX245" fmla="*/ 1012649 w 11243827"/>
              <a:gd name="connsiteY245" fmla="*/ 5334541 h 5641173"/>
              <a:gd name="connsiteX246" fmla="*/ 1007115 w 11243827"/>
              <a:gd name="connsiteY246" fmla="*/ 5332775 h 5641173"/>
              <a:gd name="connsiteX247" fmla="*/ 986002 w 11243827"/>
              <a:gd name="connsiteY247" fmla="*/ 5334906 h 5641173"/>
              <a:gd name="connsiteX248" fmla="*/ 953418 w 11243827"/>
              <a:gd name="connsiteY248" fmla="*/ 5333901 h 5641173"/>
              <a:gd name="connsiteX249" fmla="*/ 916854 w 11243827"/>
              <a:gd name="connsiteY249" fmla="*/ 5329435 h 5641173"/>
              <a:gd name="connsiteX250" fmla="*/ 905651 w 11243827"/>
              <a:gd name="connsiteY250" fmla="*/ 5332114 h 5641173"/>
              <a:gd name="connsiteX251" fmla="*/ 836961 w 11243827"/>
              <a:gd name="connsiteY251" fmla="*/ 5330803 h 5641173"/>
              <a:gd name="connsiteX252" fmla="*/ 817627 w 11243827"/>
              <a:gd name="connsiteY252" fmla="*/ 5330580 h 5641173"/>
              <a:gd name="connsiteX253" fmla="*/ 801817 w 11243827"/>
              <a:gd name="connsiteY253" fmla="*/ 5325937 h 5641173"/>
              <a:gd name="connsiteX254" fmla="*/ 798857 w 11243827"/>
              <a:gd name="connsiteY254" fmla="*/ 5320979 h 5641173"/>
              <a:gd name="connsiteX255" fmla="*/ 788354 w 11243827"/>
              <a:gd name="connsiteY255" fmla="*/ 5320143 h 5641173"/>
              <a:gd name="connsiteX256" fmla="*/ 785726 w 11243827"/>
              <a:gd name="connsiteY256" fmla="*/ 5318989 h 5641173"/>
              <a:gd name="connsiteX257" fmla="*/ 770507 w 11243827"/>
              <a:gd name="connsiteY257" fmla="*/ 5313309 h 5641173"/>
              <a:gd name="connsiteX258" fmla="*/ 733810 w 11243827"/>
              <a:gd name="connsiteY258" fmla="*/ 5324286 h 5641173"/>
              <a:gd name="connsiteX259" fmla="*/ 692117 w 11243827"/>
              <a:gd name="connsiteY259" fmla="*/ 5318786 h 5641173"/>
              <a:gd name="connsiteX260" fmla="*/ 574943 w 11243827"/>
              <a:gd name="connsiteY260" fmla="*/ 5327578 h 5641173"/>
              <a:gd name="connsiteX261" fmla="*/ 441302 w 11243827"/>
              <a:gd name="connsiteY261" fmla="*/ 5307062 h 5641173"/>
              <a:gd name="connsiteX262" fmla="*/ 336819 w 11243827"/>
              <a:gd name="connsiteY262" fmla="*/ 5336690 h 5641173"/>
              <a:gd name="connsiteX263" fmla="*/ 270932 w 11243827"/>
              <a:gd name="connsiteY263" fmla="*/ 5345451 h 5641173"/>
              <a:gd name="connsiteX264" fmla="*/ 194189 w 11243827"/>
              <a:gd name="connsiteY264" fmla="*/ 5343588 h 5641173"/>
              <a:gd name="connsiteX265" fmla="*/ 192552 w 11243827"/>
              <a:gd name="connsiteY265" fmla="*/ 5342845 h 5641173"/>
              <a:gd name="connsiteX266" fmla="*/ 178320 w 11243827"/>
              <a:gd name="connsiteY266" fmla="*/ 5343766 h 5641173"/>
              <a:gd name="connsiteX267" fmla="*/ 175596 w 11243827"/>
              <a:gd name="connsiteY267" fmla="*/ 5346411 h 5641173"/>
              <a:gd name="connsiteX268" fmla="*/ 147287 w 11243827"/>
              <a:gd name="connsiteY268" fmla="*/ 5352625 h 5641173"/>
              <a:gd name="connsiteX269" fmla="*/ 114847 w 11243827"/>
              <a:gd name="connsiteY269" fmla="*/ 5355844 h 5641173"/>
              <a:gd name="connsiteX270" fmla="*/ 114306 w 11243827"/>
              <a:gd name="connsiteY270" fmla="*/ 5354983 h 5641173"/>
              <a:gd name="connsiteX271" fmla="*/ 89264 w 11243827"/>
              <a:gd name="connsiteY271" fmla="*/ 5348886 h 5641173"/>
              <a:gd name="connsiteX272" fmla="*/ 49794 w 11243827"/>
              <a:gd name="connsiteY272" fmla="*/ 5329950 h 5641173"/>
              <a:gd name="connsiteX273" fmla="*/ 19924 w 11243827"/>
              <a:gd name="connsiteY273" fmla="*/ 5334282 h 5641173"/>
              <a:gd name="connsiteX274" fmla="*/ 13819 w 11243827"/>
              <a:gd name="connsiteY274" fmla="*/ 5334653 h 5641173"/>
              <a:gd name="connsiteX275" fmla="*/ 13657 w 11243827"/>
              <a:gd name="connsiteY275" fmla="*/ 5334455 h 5641173"/>
              <a:gd name="connsiteX276" fmla="*/ 7139 w 11243827"/>
              <a:gd name="connsiteY276" fmla="*/ 5334438 h 5641173"/>
              <a:gd name="connsiteX277" fmla="*/ 2684 w 11243827"/>
              <a:gd name="connsiteY277" fmla="*/ 5335333 h 5641173"/>
              <a:gd name="connsiteX278" fmla="*/ 0 w 11243827"/>
              <a:gd name="connsiteY278" fmla="*/ 5335496 h 5641173"/>
              <a:gd name="connsiteX279" fmla="*/ 0 w 11243827"/>
              <a:gd name="connsiteY279" fmla="*/ 10592 h 5641173"/>
              <a:gd name="connsiteX280" fmla="*/ 11243827 w 11243827"/>
              <a:gd name="connsiteY280"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85571 w 11243827"/>
              <a:gd name="connsiteY240" fmla="*/ 5358836 h 5641173"/>
              <a:gd name="connsiteX241" fmla="*/ 1058039 w 11243827"/>
              <a:gd name="connsiteY241" fmla="*/ 5343504 h 5641173"/>
              <a:gd name="connsiteX242" fmla="*/ 1055426 w 11243827"/>
              <a:gd name="connsiteY242" fmla="*/ 5339088 h 5641173"/>
              <a:gd name="connsiteX243" fmla="*/ 1044738 w 11243827"/>
              <a:gd name="connsiteY243" fmla="*/ 5333063 h 5641173"/>
              <a:gd name="connsiteX244" fmla="*/ 1033909 w 11243827"/>
              <a:gd name="connsiteY244" fmla="*/ 5335680 h 5641173"/>
              <a:gd name="connsiteX245" fmla="*/ 1012649 w 11243827"/>
              <a:gd name="connsiteY245" fmla="*/ 5334541 h 5641173"/>
              <a:gd name="connsiteX246" fmla="*/ 1007115 w 11243827"/>
              <a:gd name="connsiteY246" fmla="*/ 5332775 h 5641173"/>
              <a:gd name="connsiteX247" fmla="*/ 987447 w 11243827"/>
              <a:gd name="connsiteY247" fmla="*/ 5346462 h 5641173"/>
              <a:gd name="connsiteX248" fmla="*/ 953418 w 11243827"/>
              <a:gd name="connsiteY248" fmla="*/ 5333901 h 5641173"/>
              <a:gd name="connsiteX249" fmla="*/ 916854 w 11243827"/>
              <a:gd name="connsiteY249" fmla="*/ 5329435 h 5641173"/>
              <a:gd name="connsiteX250" fmla="*/ 905651 w 11243827"/>
              <a:gd name="connsiteY250" fmla="*/ 5332114 h 5641173"/>
              <a:gd name="connsiteX251" fmla="*/ 836961 w 11243827"/>
              <a:gd name="connsiteY251" fmla="*/ 5330803 h 5641173"/>
              <a:gd name="connsiteX252" fmla="*/ 817627 w 11243827"/>
              <a:gd name="connsiteY252" fmla="*/ 5330580 h 5641173"/>
              <a:gd name="connsiteX253" fmla="*/ 801817 w 11243827"/>
              <a:gd name="connsiteY253" fmla="*/ 5325937 h 5641173"/>
              <a:gd name="connsiteX254" fmla="*/ 798857 w 11243827"/>
              <a:gd name="connsiteY254" fmla="*/ 5320979 h 5641173"/>
              <a:gd name="connsiteX255" fmla="*/ 788354 w 11243827"/>
              <a:gd name="connsiteY255" fmla="*/ 5320143 h 5641173"/>
              <a:gd name="connsiteX256" fmla="*/ 785726 w 11243827"/>
              <a:gd name="connsiteY256" fmla="*/ 5318989 h 5641173"/>
              <a:gd name="connsiteX257" fmla="*/ 770507 w 11243827"/>
              <a:gd name="connsiteY257" fmla="*/ 5313309 h 5641173"/>
              <a:gd name="connsiteX258" fmla="*/ 733810 w 11243827"/>
              <a:gd name="connsiteY258" fmla="*/ 5324286 h 5641173"/>
              <a:gd name="connsiteX259" fmla="*/ 692117 w 11243827"/>
              <a:gd name="connsiteY259" fmla="*/ 5318786 h 5641173"/>
              <a:gd name="connsiteX260" fmla="*/ 574943 w 11243827"/>
              <a:gd name="connsiteY260" fmla="*/ 5327578 h 5641173"/>
              <a:gd name="connsiteX261" fmla="*/ 441302 w 11243827"/>
              <a:gd name="connsiteY261" fmla="*/ 5307062 h 5641173"/>
              <a:gd name="connsiteX262" fmla="*/ 336819 w 11243827"/>
              <a:gd name="connsiteY262" fmla="*/ 5336690 h 5641173"/>
              <a:gd name="connsiteX263" fmla="*/ 270932 w 11243827"/>
              <a:gd name="connsiteY263" fmla="*/ 5345451 h 5641173"/>
              <a:gd name="connsiteX264" fmla="*/ 194189 w 11243827"/>
              <a:gd name="connsiteY264" fmla="*/ 5343588 h 5641173"/>
              <a:gd name="connsiteX265" fmla="*/ 192552 w 11243827"/>
              <a:gd name="connsiteY265" fmla="*/ 5342845 h 5641173"/>
              <a:gd name="connsiteX266" fmla="*/ 178320 w 11243827"/>
              <a:gd name="connsiteY266" fmla="*/ 5343766 h 5641173"/>
              <a:gd name="connsiteX267" fmla="*/ 175596 w 11243827"/>
              <a:gd name="connsiteY267" fmla="*/ 5346411 h 5641173"/>
              <a:gd name="connsiteX268" fmla="*/ 147287 w 11243827"/>
              <a:gd name="connsiteY268" fmla="*/ 5352625 h 5641173"/>
              <a:gd name="connsiteX269" fmla="*/ 114847 w 11243827"/>
              <a:gd name="connsiteY269" fmla="*/ 5355844 h 5641173"/>
              <a:gd name="connsiteX270" fmla="*/ 114306 w 11243827"/>
              <a:gd name="connsiteY270" fmla="*/ 5354983 h 5641173"/>
              <a:gd name="connsiteX271" fmla="*/ 89264 w 11243827"/>
              <a:gd name="connsiteY271" fmla="*/ 5348886 h 5641173"/>
              <a:gd name="connsiteX272" fmla="*/ 49794 w 11243827"/>
              <a:gd name="connsiteY272" fmla="*/ 5329950 h 5641173"/>
              <a:gd name="connsiteX273" fmla="*/ 19924 w 11243827"/>
              <a:gd name="connsiteY273" fmla="*/ 5334282 h 5641173"/>
              <a:gd name="connsiteX274" fmla="*/ 13819 w 11243827"/>
              <a:gd name="connsiteY274" fmla="*/ 5334653 h 5641173"/>
              <a:gd name="connsiteX275" fmla="*/ 13657 w 11243827"/>
              <a:gd name="connsiteY275" fmla="*/ 5334455 h 5641173"/>
              <a:gd name="connsiteX276" fmla="*/ 7139 w 11243827"/>
              <a:gd name="connsiteY276" fmla="*/ 5334438 h 5641173"/>
              <a:gd name="connsiteX277" fmla="*/ 2684 w 11243827"/>
              <a:gd name="connsiteY277" fmla="*/ 5335333 h 5641173"/>
              <a:gd name="connsiteX278" fmla="*/ 0 w 11243827"/>
              <a:gd name="connsiteY278" fmla="*/ 5335496 h 5641173"/>
              <a:gd name="connsiteX279" fmla="*/ 0 w 11243827"/>
              <a:gd name="connsiteY279" fmla="*/ 10592 h 5641173"/>
              <a:gd name="connsiteX280" fmla="*/ 11243827 w 11243827"/>
              <a:gd name="connsiteY280"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85571 w 11243827"/>
              <a:gd name="connsiteY240" fmla="*/ 5358836 h 5641173"/>
              <a:gd name="connsiteX241" fmla="*/ 1058039 w 11243827"/>
              <a:gd name="connsiteY241" fmla="*/ 5343504 h 5641173"/>
              <a:gd name="connsiteX242" fmla="*/ 1055426 w 11243827"/>
              <a:gd name="connsiteY242" fmla="*/ 5339088 h 5641173"/>
              <a:gd name="connsiteX243" fmla="*/ 1044738 w 11243827"/>
              <a:gd name="connsiteY243" fmla="*/ 5333063 h 5641173"/>
              <a:gd name="connsiteX244" fmla="*/ 1033909 w 11243827"/>
              <a:gd name="connsiteY244" fmla="*/ 5335680 h 5641173"/>
              <a:gd name="connsiteX245" fmla="*/ 1012649 w 11243827"/>
              <a:gd name="connsiteY245" fmla="*/ 5334541 h 5641173"/>
              <a:gd name="connsiteX246" fmla="*/ 1007115 w 11243827"/>
              <a:gd name="connsiteY246" fmla="*/ 5332775 h 5641173"/>
              <a:gd name="connsiteX247" fmla="*/ 987447 w 11243827"/>
              <a:gd name="connsiteY247" fmla="*/ 5346462 h 5641173"/>
              <a:gd name="connsiteX248" fmla="*/ 953418 w 11243827"/>
              <a:gd name="connsiteY248" fmla="*/ 5333901 h 5641173"/>
              <a:gd name="connsiteX249" fmla="*/ 916854 w 11243827"/>
              <a:gd name="connsiteY249" fmla="*/ 5329435 h 5641173"/>
              <a:gd name="connsiteX250" fmla="*/ 905651 w 11243827"/>
              <a:gd name="connsiteY250" fmla="*/ 5332114 h 5641173"/>
              <a:gd name="connsiteX251" fmla="*/ 838405 w 11243827"/>
              <a:gd name="connsiteY251" fmla="*/ 5339470 h 5641173"/>
              <a:gd name="connsiteX252" fmla="*/ 817627 w 11243827"/>
              <a:gd name="connsiteY252" fmla="*/ 5330580 h 5641173"/>
              <a:gd name="connsiteX253" fmla="*/ 801817 w 11243827"/>
              <a:gd name="connsiteY253" fmla="*/ 5325937 h 5641173"/>
              <a:gd name="connsiteX254" fmla="*/ 798857 w 11243827"/>
              <a:gd name="connsiteY254" fmla="*/ 5320979 h 5641173"/>
              <a:gd name="connsiteX255" fmla="*/ 788354 w 11243827"/>
              <a:gd name="connsiteY255" fmla="*/ 5320143 h 5641173"/>
              <a:gd name="connsiteX256" fmla="*/ 785726 w 11243827"/>
              <a:gd name="connsiteY256" fmla="*/ 5318989 h 5641173"/>
              <a:gd name="connsiteX257" fmla="*/ 770507 w 11243827"/>
              <a:gd name="connsiteY257" fmla="*/ 5313309 h 5641173"/>
              <a:gd name="connsiteX258" fmla="*/ 733810 w 11243827"/>
              <a:gd name="connsiteY258" fmla="*/ 5324286 h 5641173"/>
              <a:gd name="connsiteX259" fmla="*/ 692117 w 11243827"/>
              <a:gd name="connsiteY259" fmla="*/ 5318786 h 5641173"/>
              <a:gd name="connsiteX260" fmla="*/ 574943 w 11243827"/>
              <a:gd name="connsiteY260" fmla="*/ 5327578 h 5641173"/>
              <a:gd name="connsiteX261" fmla="*/ 441302 w 11243827"/>
              <a:gd name="connsiteY261" fmla="*/ 5307062 h 5641173"/>
              <a:gd name="connsiteX262" fmla="*/ 336819 w 11243827"/>
              <a:gd name="connsiteY262" fmla="*/ 5336690 h 5641173"/>
              <a:gd name="connsiteX263" fmla="*/ 270932 w 11243827"/>
              <a:gd name="connsiteY263" fmla="*/ 5345451 h 5641173"/>
              <a:gd name="connsiteX264" fmla="*/ 194189 w 11243827"/>
              <a:gd name="connsiteY264" fmla="*/ 5343588 h 5641173"/>
              <a:gd name="connsiteX265" fmla="*/ 192552 w 11243827"/>
              <a:gd name="connsiteY265" fmla="*/ 5342845 h 5641173"/>
              <a:gd name="connsiteX266" fmla="*/ 178320 w 11243827"/>
              <a:gd name="connsiteY266" fmla="*/ 5343766 h 5641173"/>
              <a:gd name="connsiteX267" fmla="*/ 175596 w 11243827"/>
              <a:gd name="connsiteY267" fmla="*/ 5346411 h 5641173"/>
              <a:gd name="connsiteX268" fmla="*/ 147287 w 11243827"/>
              <a:gd name="connsiteY268" fmla="*/ 5352625 h 5641173"/>
              <a:gd name="connsiteX269" fmla="*/ 114847 w 11243827"/>
              <a:gd name="connsiteY269" fmla="*/ 5355844 h 5641173"/>
              <a:gd name="connsiteX270" fmla="*/ 114306 w 11243827"/>
              <a:gd name="connsiteY270" fmla="*/ 5354983 h 5641173"/>
              <a:gd name="connsiteX271" fmla="*/ 89264 w 11243827"/>
              <a:gd name="connsiteY271" fmla="*/ 5348886 h 5641173"/>
              <a:gd name="connsiteX272" fmla="*/ 49794 w 11243827"/>
              <a:gd name="connsiteY272" fmla="*/ 5329950 h 5641173"/>
              <a:gd name="connsiteX273" fmla="*/ 19924 w 11243827"/>
              <a:gd name="connsiteY273" fmla="*/ 5334282 h 5641173"/>
              <a:gd name="connsiteX274" fmla="*/ 13819 w 11243827"/>
              <a:gd name="connsiteY274" fmla="*/ 5334653 h 5641173"/>
              <a:gd name="connsiteX275" fmla="*/ 13657 w 11243827"/>
              <a:gd name="connsiteY275" fmla="*/ 5334455 h 5641173"/>
              <a:gd name="connsiteX276" fmla="*/ 7139 w 11243827"/>
              <a:gd name="connsiteY276" fmla="*/ 5334438 h 5641173"/>
              <a:gd name="connsiteX277" fmla="*/ 2684 w 11243827"/>
              <a:gd name="connsiteY277" fmla="*/ 5335333 h 5641173"/>
              <a:gd name="connsiteX278" fmla="*/ 0 w 11243827"/>
              <a:gd name="connsiteY278" fmla="*/ 5335496 h 5641173"/>
              <a:gd name="connsiteX279" fmla="*/ 0 w 11243827"/>
              <a:gd name="connsiteY279" fmla="*/ 10592 h 5641173"/>
              <a:gd name="connsiteX280" fmla="*/ 11243827 w 11243827"/>
              <a:gd name="connsiteY280"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58039 w 11243827"/>
              <a:gd name="connsiteY240" fmla="*/ 5343504 h 5641173"/>
              <a:gd name="connsiteX241" fmla="*/ 1055426 w 11243827"/>
              <a:gd name="connsiteY241" fmla="*/ 5339088 h 5641173"/>
              <a:gd name="connsiteX242" fmla="*/ 1044738 w 11243827"/>
              <a:gd name="connsiteY242" fmla="*/ 5333063 h 5641173"/>
              <a:gd name="connsiteX243" fmla="*/ 1033909 w 11243827"/>
              <a:gd name="connsiteY243" fmla="*/ 5335680 h 5641173"/>
              <a:gd name="connsiteX244" fmla="*/ 1012649 w 11243827"/>
              <a:gd name="connsiteY244" fmla="*/ 5334541 h 5641173"/>
              <a:gd name="connsiteX245" fmla="*/ 1007115 w 11243827"/>
              <a:gd name="connsiteY245" fmla="*/ 5332775 h 5641173"/>
              <a:gd name="connsiteX246" fmla="*/ 987447 w 11243827"/>
              <a:gd name="connsiteY246" fmla="*/ 5346462 h 5641173"/>
              <a:gd name="connsiteX247" fmla="*/ 953418 w 11243827"/>
              <a:gd name="connsiteY247" fmla="*/ 5333901 h 5641173"/>
              <a:gd name="connsiteX248" fmla="*/ 916854 w 11243827"/>
              <a:gd name="connsiteY248" fmla="*/ 5329435 h 5641173"/>
              <a:gd name="connsiteX249" fmla="*/ 905651 w 11243827"/>
              <a:gd name="connsiteY249" fmla="*/ 5332114 h 5641173"/>
              <a:gd name="connsiteX250" fmla="*/ 838405 w 11243827"/>
              <a:gd name="connsiteY250" fmla="*/ 5339470 h 5641173"/>
              <a:gd name="connsiteX251" fmla="*/ 817627 w 11243827"/>
              <a:gd name="connsiteY251" fmla="*/ 5330580 h 5641173"/>
              <a:gd name="connsiteX252" fmla="*/ 801817 w 11243827"/>
              <a:gd name="connsiteY252" fmla="*/ 5325937 h 5641173"/>
              <a:gd name="connsiteX253" fmla="*/ 798857 w 11243827"/>
              <a:gd name="connsiteY253" fmla="*/ 5320979 h 5641173"/>
              <a:gd name="connsiteX254" fmla="*/ 788354 w 11243827"/>
              <a:gd name="connsiteY254" fmla="*/ 5320143 h 5641173"/>
              <a:gd name="connsiteX255" fmla="*/ 785726 w 11243827"/>
              <a:gd name="connsiteY255" fmla="*/ 5318989 h 5641173"/>
              <a:gd name="connsiteX256" fmla="*/ 770507 w 11243827"/>
              <a:gd name="connsiteY256" fmla="*/ 5313309 h 5641173"/>
              <a:gd name="connsiteX257" fmla="*/ 733810 w 11243827"/>
              <a:gd name="connsiteY257" fmla="*/ 5324286 h 5641173"/>
              <a:gd name="connsiteX258" fmla="*/ 692117 w 11243827"/>
              <a:gd name="connsiteY258" fmla="*/ 5318786 h 5641173"/>
              <a:gd name="connsiteX259" fmla="*/ 574943 w 11243827"/>
              <a:gd name="connsiteY259" fmla="*/ 5327578 h 5641173"/>
              <a:gd name="connsiteX260" fmla="*/ 441302 w 11243827"/>
              <a:gd name="connsiteY260" fmla="*/ 5307062 h 5641173"/>
              <a:gd name="connsiteX261" fmla="*/ 336819 w 11243827"/>
              <a:gd name="connsiteY261" fmla="*/ 5336690 h 5641173"/>
              <a:gd name="connsiteX262" fmla="*/ 270932 w 11243827"/>
              <a:gd name="connsiteY262" fmla="*/ 5345451 h 5641173"/>
              <a:gd name="connsiteX263" fmla="*/ 194189 w 11243827"/>
              <a:gd name="connsiteY263" fmla="*/ 5343588 h 5641173"/>
              <a:gd name="connsiteX264" fmla="*/ 192552 w 11243827"/>
              <a:gd name="connsiteY264" fmla="*/ 5342845 h 5641173"/>
              <a:gd name="connsiteX265" fmla="*/ 178320 w 11243827"/>
              <a:gd name="connsiteY265" fmla="*/ 5343766 h 5641173"/>
              <a:gd name="connsiteX266" fmla="*/ 175596 w 11243827"/>
              <a:gd name="connsiteY266" fmla="*/ 5346411 h 5641173"/>
              <a:gd name="connsiteX267" fmla="*/ 147287 w 11243827"/>
              <a:gd name="connsiteY267" fmla="*/ 5352625 h 5641173"/>
              <a:gd name="connsiteX268" fmla="*/ 114847 w 11243827"/>
              <a:gd name="connsiteY268" fmla="*/ 5355844 h 5641173"/>
              <a:gd name="connsiteX269" fmla="*/ 114306 w 11243827"/>
              <a:gd name="connsiteY269" fmla="*/ 5354983 h 5641173"/>
              <a:gd name="connsiteX270" fmla="*/ 89264 w 11243827"/>
              <a:gd name="connsiteY270" fmla="*/ 5348886 h 5641173"/>
              <a:gd name="connsiteX271" fmla="*/ 49794 w 11243827"/>
              <a:gd name="connsiteY271" fmla="*/ 5329950 h 5641173"/>
              <a:gd name="connsiteX272" fmla="*/ 19924 w 11243827"/>
              <a:gd name="connsiteY272" fmla="*/ 5334282 h 5641173"/>
              <a:gd name="connsiteX273" fmla="*/ 13819 w 11243827"/>
              <a:gd name="connsiteY273" fmla="*/ 5334653 h 5641173"/>
              <a:gd name="connsiteX274" fmla="*/ 13657 w 11243827"/>
              <a:gd name="connsiteY274" fmla="*/ 5334455 h 5641173"/>
              <a:gd name="connsiteX275" fmla="*/ 7139 w 11243827"/>
              <a:gd name="connsiteY275" fmla="*/ 5334438 h 5641173"/>
              <a:gd name="connsiteX276" fmla="*/ 2684 w 11243827"/>
              <a:gd name="connsiteY276" fmla="*/ 5335333 h 5641173"/>
              <a:gd name="connsiteX277" fmla="*/ 0 w 11243827"/>
              <a:gd name="connsiteY277" fmla="*/ 5335496 h 5641173"/>
              <a:gd name="connsiteX278" fmla="*/ 0 w 11243827"/>
              <a:gd name="connsiteY278" fmla="*/ 10592 h 5641173"/>
              <a:gd name="connsiteX279" fmla="*/ 11243827 w 11243827"/>
              <a:gd name="connsiteY279"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32830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58039 w 11243827"/>
              <a:gd name="connsiteY240" fmla="*/ 5343504 h 5641173"/>
              <a:gd name="connsiteX241" fmla="*/ 1055426 w 11243827"/>
              <a:gd name="connsiteY241" fmla="*/ 5339088 h 5641173"/>
              <a:gd name="connsiteX242" fmla="*/ 1044738 w 11243827"/>
              <a:gd name="connsiteY242" fmla="*/ 5333063 h 5641173"/>
              <a:gd name="connsiteX243" fmla="*/ 1033909 w 11243827"/>
              <a:gd name="connsiteY243" fmla="*/ 5335680 h 5641173"/>
              <a:gd name="connsiteX244" fmla="*/ 1012649 w 11243827"/>
              <a:gd name="connsiteY244" fmla="*/ 5334541 h 5641173"/>
              <a:gd name="connsiteX245" fmla="*/ 1007115 w 11243827"/>
              <a:gd name="connsiteY245" fmla="*/ 5332775 h 5641173"/>
              <a:gd name="connsiteX246" fmla="*/ 987447 w 11243827"/>
              <a:gd name="connsiteY246" fmla="*/ 5346462 h 5641173"/>
              <a:gd name="connsiteX247" fmla="*/ 953418 w 11243827"/>
              <a:gd name="connsiteY247" fmla="*/ 5333901 h 5641173"/>
              <a:gd name="connsiteX248" fmla="*/ 916854 w 11243827"/>
              <a:gd name="connsiteY248" fmla="*/ 5329435 h 5641173"/>
              <a:gd name="connsiteX249" fmla="*/ 905651 w 11243827"/>
              <a:gd name="connsiteY249" fmla="*/ 5332114 h 5641173"/>
              <a:gd name="connsiteX250" fmla="*/ 838405 w 11243827"/>
              <a:gd name="connsiteY250" fmla="*/ 5339470 h 5641173"/>
              <a:gd name="connsiteX251" fmla="*/ 817627 w 11243827"/>
              <a:gd name="connsiteY251" fmla="*/ 5330580 h 5641173"/>
              <a:gd name="connsiteX252" fmla="*/ 801817 w 11243827"/>
              <a:gd name="connsiteY252" fmla="*/ 5325937 h 5641173"/>
              <a:gd name="connsiteX253" fmla="*/ 798857 w 11243827"/>
              <a:gd name="connsiteY253" fmla="*/ 5320979 h 5641173"/>
              <a:gd name="connsiteX254" fmla="*/ 788354 w 11243827"/>
              <a:gd name="connsiteY254" fmla="*/ 5320143 h 5641173"/>
              <a:gd name="connsiteX255" fmla="*/ 785726 w 11243827"/>
              <a:gd name="connsiteY255" fmla="*/ 5318989 h 5641173"/>
              <a:gd name="connsiteX256" fmla="*/ 770507 w 11243827"/>
              <a:gd name="connsiteY256" fmla="*/ 5313309 h 5641173"/>
              <a:gd name="connsiteX257" fmla="*/ 733810 w 11243827"/>
              <a:gd name="connsiteY257" fmla="*/ 5324286 h 5641173"/>
              <a:gd name="connsiteX258" fmla="*/ 692117 w 11243827"/>
              <a:gd name="connsiteY258" fmla="*/ 5318786 h 5641173"/>
              <a:gd name="connsiteX259" fmla="*/ 574943 w 11243827"/>
              <a:gd name="connsiteY259" fmla="*/ 5327578 h 5641173"/>
              <a:gd name="connsiteX260" fmla="*/ 441302 w 11243827"/>
              <a:gd name="connsiteY260" fmla="*/ 5307062 h 5641173"/>
              <a:gd name="connsiteX261" fmla="*/ 336819 w 11243827"/>
              <a:gd name="connsiteY261" fmla="*/ 5336690 h 5641173"/>
              <a:gd name="connsiteX262" fmla="*/ 270932 w 11243827"/>
              <a:gd name="connsiteY262" fmla="*/ 5345451 h 5641173"/>
              <a:gd name="connsiteX263" fmla="*/ 194189 w 11243827"/>
              <a:gd name="connsiteY263" fmla="*/ 5343588 h 5641173"/>
              <a:gd name="connsiteX264" fmla="*/ 192552 w 11243827"/>
              <a:gd name="connsiteY264" fmla="*/ 5342845 h 5641173"/>
              <a:gd name="connsiteX265" fmla="*/ 178320 w 11243827"/>
              <a:gd name="connsiteY265" fmla="*/ 5343766 h 5641173"/>
              <a:gd name="connsiteX266" fmla="*/ 175596 w 11243827"/>
              <a:gd name="connsiteY266" fmla="*/ 5346411 h 5641173"/>
              <a:gd name="connsiteX267" fmla="*/ 147287 w 11243827"/>
              <a:gd name="connsiteY267" fmla="*/ 5352625 h 5641173"/>
              <a:gd name="connsiteX268" fmla="*/ 114847 w 11243827"/>
              <a:gd name="connsiteY268" fmla="*/ 5355844 h 5641173"/>
              <a:gd name="connsiteX269" fmla="*/ 114306 w 11243827"/>
              <a:gd name="connsiteY269" fmla="*/ 5354983 h 5641173"/>
              <a:gd name="connsiteX270" fmla="*/ 89264 w 11243827"/>
              <a:gd name="connsiteY270" fmla="*/ 5348886 h 5641173"/>
              <a:gd name="connsiteX271" fmla="*/ 49794 w 11243827"/>
              <a:gd name="connsiteY271" fmla="*/ 5329950 h 5641173"/>
              <a:gd name="connsiteX272" fmla="*/ 19924 w 11243827"/>
              <a:gd name="connsiteY272" fmla="*/ 5334282 h 5641173"/>
              <a:gd name="connsiteX273" fmla="*/ 13819 w 11243827"/>
              <a:gd name="connsiteY273" fmla="*/ 5334653 h 5641173"/>
              <a:gd name="connsiteX274" fmla="*/ 13657 w 11243827"/>
              <a:gd name="connsiteY274" fmla="*/ 5334455 h 5641173"/>
              <a:gd name="connsiteX275" fmla="*/ 7139 w 11243827"/>
              <a:gd name="connsiteY275" fmla="*/ 5334438 h 5641173"/>
              <a:gd name="connsiteX276" fmla="*/ 2684 w 11243827"/>
              <a:gd name="connsiteY276" fmla="*/ 5335333 h 5641173"/>
              <a:gd name="connsiteX277" fmla="*/ 0 w 11243827"/>
              <a:gd name="connsiteY277" fmla="*/ 5335496 h 5641173"/>
              <a:gd name="connsiteX278" fmla="*/ 0 w 11243827"/>
              <a:gd name="connsiteY278" fmla="*/ 10592 h 5641173"/>
              <a:gd name="connsiteX279" fmla="*/ 11243827 w 11243827"/>
              <a:gd name="connsiteY279"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32830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58039 w 11243827"/>
              <a:gd name="connsiteY240" fmla="*/ 5343504 h 5641173"/>
              <a:gd name="connsiteX241" fmla="*/ 1055426 w 11243827"/>
              <a:gd name="connsiteY241" fmla="*/ 5339088 h 5641173"/>
              <a:gd name="connsiteX242" fmla="*/ 1044738 w 11243827"/>
              <a:gd name="connsiteY242" fmla="*/ 5333063 h 5641173"/>
              <a:gd name="connsiteX243" fmla="*/ 1033909 w 11243827"/>
              <a:gd name="connsiteY243" fmla="*/ 5335680 h 5641173"/>
              <a:gd name="connsiteX244" fmla="*/ 1012649 w 11243827"/>
              <a:gd name="connsiteY244" fmla="*/ 5334541 h 5641173"/>
              <a:gd name="connsiteX245" fmla="*/ 1007115 w 11243827"/>
              <a:gd name="connsiteY245" fmla="*/ 5332775 h 5641173"/>
              <a:gd name="connsiteX246" fmla="*/ 987447 w 11243827"/>
              <a:gd name="connsiteY246" fmla="*/ 5346462 h 5641173"/>
              <a:gd name="connsiteX247" fmla="*/ 953418 w 11243827"/>
              <a:gd name="connsiteY247" fmla="*/ 5333901 h 5641173"/>
              <a:gd name="connsiteX248" fmla="*/ 916854 w 11243827"/>
              <a:gd name="connsiteY248" fmla="*/ 5329435 h 5641173"/>
              <a:gd name="connsiteX249" fmla="*/ 905651 w 11243827"/>
              <a:gd name="connsiteY249" fmla="*/ 5332114 h 5641173"/>
              <a:gd name="connsiteX250" fmla="*/ 838405 w 11243827"/>
              <a:gd name="connsiteY250" fmla="*/ 5339470 h 5641173"/>
              <a:gd name="connsiteX251" fmla="*/ 817627 w 11243827"/>
              <a:gd name="connsiteY251" fmla="*/ 5330580 h 5641173"/>
              <a:gd name="connsiteX252" fmla="*/ 801817 w 11243827"/>
              <a:gd name="connsiteY252" fmla="*/ 5325937 h 5641173"/>
              <a:gd name="connsiteX253" fmla="*/ 798857 w 11243827"/>
              <a:gd name="connsiteY253" fmla="*/ 5320979 h 5641173"/>
              <a:gd name="connsiteX254" fmla="*/ 788354 w 11243827"/>
              <a:gd name="connsiteY254" fmla="*/ 5320143 h 5641173"/>
              <a:gd name="connsiteX255" fmla="*/ 785726 w 11243827"/>
              <a:gd name="connsiteY255" fmla="*/ 5318989 h 5641173"/>
              <a:gd name="connsiteX256" fmla="*/ 770507 w 11243827"/>
              <a:gd name="connsiteY256" fmla="*/ 5313309 h 5641173"/>
              <a:gd name="connsiteX257" fmla="*/ 733810 w 11243827"/>
              <a:gd name="connsiteY257" fmla="*/ 5324286 h 5641173"/>
              <a:gd name="connsiteX258" fmla="*/ 692117 w 11243827"/>
              <a:gd name="connsiteY258" fmla="*/ 5318786 h 5641173"/>
              <a:gd name="connsiteX259" fmla="*/ 574943 w 11243827"/>
              <a:gd name="connsiteY259" fmla="*/ 5327578 h 5641173"/>
              <a:gd name="connsiteX260" fmla="*/ 441302 w 11243827"/>
              <a:gd name="connsiteY260" fmla="*/ 5307062 h 5641173"/>
              <a:gd name="connsiteX261" fmla="*/ 336819 w 11243827"/>
              <a:gd name="connsiteY261" fmla="*/ 5336690 h 5641173"/>
              <a:gd name="connsiteX262" fmla="*/ 270932 w 11243827"/>
              <a:gd name="connsiteY262" fmla="*/ 5345451 h 5641173"/>
              <a:gd name="connsiteX263" fmla="*/ 194189 w 11243827"/>
              <a:gd name="connsiteY263" fmla="*/ 5343588 h 5641173"/>
              <a:gd name="connsiteX264" fmla="*/ 192552 w 11243827"/>
              <a:gd name="connsiteY264" fmla="*/ 5342845 h 5641173"/>
              <a:gd name="connsiteX265" fmla="*/ 178320 w 11243827"/>
              <a:gd name="connsiteY265" fmla="*/ 5343766 h 5641173"/>
              <a:gd name="connsiteX266" fmla="*/ 175596 w 11243827"/>
              <a:gd name="connsiteY266" fmla="*/ 5346411 h 5641173"/>
              <a:gd name="connsiteX267" fmla="*/ 147287 w 11243827"/>
              <a:gd name="connsiteY267" fmla="*/ 5352625 h 5641173"/>
              <a:gd name="connsiteX268" fmla="*/ 114847 w 11243827"/>
              <a:gd name="connsiteY268" fmla="*/ 5355844 h 5641173"/>
              <a:gd name="connsiteX269" fmla="*/ 114306 w 11243827"/>
              <a:gd name="connsiteY269" fmla="*/ 5354983 h 5641173"/>
              <a:gd name="connsiteX270" fmla="*/ 89264 w 11243827"/>
              <a:gd name="connsiteY270" fmla="*/ 5348886 h 5641173"/>
              <a:gd name="connsiteX271" fmla="*/ 49794 w 11243827"/>
              <a:gd name="connsiteY271" fmla="*/ 5329950 h 5641173"/>
              <a:gd name="connsiteX272" fmla="*/ 19924 w 11243827"/>
              <a:gd name="connsiteY272" fmla="*/ 5334282 h 5641173"/>
              <a:gd name="connsiteX273" fmla="*/ 13819 w 11243827"/>
              <a:gd name="connsiteY273" fmla="*/ 5334653 h 5641173"/>
              <a:gd name="connsiteX274" fmla="*/ 13657 w 11243827"/>
              <a:gd name="connsiteY274" fmla="*/ 5334455 h 5641173"/>
              <a:gd name="connsiteX275" fmla="*/ 7139 w 11243827"/>
              <a:gd name="connsiteY275" fmla="*/ 5334438 h 5641173"/>
              <a:gd name="connsiteX276" fmla="*/ 2684 w 11243827"/>
              <a:gd name="connsiteY276" fmla="*/ 5335333 h 5641173"/>
              <a:gd name="connsiteX277" fmla="*/ 0 w 11243827"/>
              <a:gd name="connsiteY277" fmla="*/ 5335496 h 5641173"/>
              <a:gd name="connsiteX278" fmla="*/ 0 w 11243827"/>
              <a:gd name="connsiteY278" fmla="*/ 10592 h 5641173"/>
              <a:gd name="connsiteX279" fmla="*/ 11243827 w 11243827"/>
              <a:gd name="connsiteY279" fmla="*/ 0 h 5641173"/>
              <a:gd name="connsiteX0" fmla="*/ 11243827 w 11243827"/>
              <a:gd name="connsiteY0" fmla="*/ 0 h 5641173"/>
              <a:gd name="connsiteX1" fmla="*/ 11243827 w 11243827"/>
              <a:gd name="connsiteY1" fmla="*/ 1470035 h 5641173"/>
              <a:gd name="connsiteX2" fmla="*/ 11243827 w 11243827"/>
              <a:gd name="connsiteY2" fmla="*/ 5209610 h 5641173"/>
              <a:gd name="connsiteX3" fmla="*/ 11240675 w 11243827"/>
              <a:gd name="connsiteY3" fmla="*/ 5210442 h 5641173"/>
              <a:gd name="connsiteX4" fmla="*/ 11179959 w 11243827"/>
              <a:gd name="connsiteY4" fmla="*/ 5221199 h 5641173"/>
              <a:gd name="connsiteX5" fmla="*/ 11105493 w 11243827"/>
              <a:gd name="connsiteY5" fmla="*/ 5259905 h 5641173"/>
              <a:gd name="connsiteX6" fmla="*/ 11078640 w 11243827"/>
              <a:gd name="connsiteY6" fmla="*/ 5263531 h 5641173"/>
              <a:gd name="connsiteX7" fmla="*/ 11079616 w 11243827"/>
              <a:gd name="connsiteY7" fmla="*/ 5270380 h 5641173"/>
              <a:gd name="connsiteX8" fmla="*/ 11069641 w 11243827"/>
              <a:gd name="connsiteY8" fmla="*/ 5270884 h 5641173"/>
              <a:gd name="connsiteX9" fmla="*/ 11047377 w 11243827"/>
              <a:gd name="connsiteY9" fmla="*/ 5271051 h 5641173"/>
              <a:gd name="connsiteX10" fmla="*/ 10980705 w 11243827"/>
              <a:gd name="connsiteY10" fmla="*/ 5272951 h 5641173"/>
              <a:gd name="connsiteX11" fmla="*/ 10962514 w 11243827"/>
              <a:gd name="connsiteY11" fmla="*/ 5286084 h 5641173"/>
              <a:gd name="connsiteX12" fmla="*/ 10945307 w 11243827"/>
              <a:gd name="connsiteY12" fmla="*/ 5286290 h 5641173"/>
              <a:gd name="connsiteX13" fmla="*/ 10845516 w 11243827"/>
              <a:gd name="connsiteY13" fmla="*/ 5303894 h 5641173"/>
              <a:gd name="connsiteX14" fmla="*/ 10831795 w 11243827"/>
              <a:gd name="connsiteY14" fmla="*/ 5305210 h 5641173"/>
              <a:gd name="connsiteX15" fmla="*/ 10824365 w 11243827"/>
              <a:gd name="connsiteY15" fmla="*/ 5311111 h 5641173"/>
              <a:gd name="connsiteX16" fmla="*/ 10797756 w 11243827"/>
              <a:gd name="connsiteY16" fmla="*/ 5312285 h 5641173"/>
              <a:gd name="connsiteX17" fmla="*/ 10796525 w 11243827"/>
              <a:gd name="connsiteY17" fmla="*/ 5315645 h 5641173"/>
              <a:gd name="connsiteX18" fmla="*/ 10709063 w 11243827"/>
              <a:gd name="connsiteY18" fmla="*/ 5344492 h 5641173"/>
              <a:gd name="connsiteX19" fmla="*/ 10694078 w 11243827"/>
              <a:gd name="connsiteY19" fmla="*/ 5349258 h 5641173"/>
              <a:gd name="connsiteX20" fmla="*/ 10681131 w 11243827"/>
              <a:gd name="connsiteY20" fmla="*/ 5347812 h 5641173"/>
              <a:gd name="connsiteX21" fmla="*/ 10609448 w 11243827"/>
              <a:gd name="connsiteY21" fmla="*/ 5351931 h 5641173"/>
              <a:gd name="connsiteX22" fmla="*/ 10592397 w 11243827"/>
              <a:gd name="connsiteY22" fmla="*/ 5349402 h 5641173"/>
              <a:gd name="connsiteX23" fmla="*/ 10585227 w 11243827"/>
              <a:gd name="connsiteY23" fmla="*/ 5344063 h 5641173"/>
              <a:gd name="connsiteX24" fmla="*/ 10557472 w 11243827"/>
              <a:gd name="connsiteY24" fmla="*/ 5354151 h 5641173"/>
              <a:gd name="connsiteX25" fmla="*/ 10514646 w 11243827"/>
              <a:gd name="connsiteY25" fmla="*/ 5361064 h 5641173"/>
              <a:gd name="connsiteX26" fmla="*/ 10494292 w 11243827"/>
              <a:gd name="connsiteY26" fmla="*/ 5366054 h 5641173"/>
              <a:gd name="connsiteX27" fmla="*/ 10477869 w 11243827"/>
              <a:gd name="connsiteY27" fmla="*/ 5363025 h 5641173"/>
              <a:gd name="connsiteX28" fmla="*/ 10384411 w 11243827"/>
              <a:gd name="connsiteY28" fmla="*/ 5362257 h 5641173"/>
              <a:gd name="connsiteX29" fmla="*/ 10362921 w 11243827"/>
              <a:gd name="connsiteY29" fmla="*/ 5357444 h 5641173"/>
              <a:gd name="connsiteX30" fmla="*/ 10352736 w 11243827"/>
              <a:gd name="connsiteY30" fmla="*/ 5347851 h 5641173"/>
              <a:gd name="connsiteX31" fmla="*/ 10344754 w 11243827"/>
              <a:gd name="connsiteY31" fmla="*/ 5351272 h 5641173"/>
              <a:gd name="connsiteX32" fmla="*/ 10288226 w 11243827"/>
              <a:gd name="connsiteY32" fmla="*/ 5351613 h 5641173"/>
              <a:gd name="connsiteX33" fmla="*/ 10251350 w 11243827"/>
              <a:gd name="connsiteY33" fmla="*/ 5352711 h 5641173"/>
              <a:gd name="connsiteX34" fmla="*/ 10249108 w 11243827"/>
              <a:gd name="connsiteY34" fmla="*/ 5365881 h 5641173"/>
              <a:gd name="connsiteX35" fmla="*/ 10216272 w 11243827"/>
              <a:gd name="connsiteY35" fmla="*/ 5370573 h 5641173"/>
              <a:gd name="connsiteX36" fmla="*/ 10181278 w 11243827"/>
              <a:gd name="connsiteY36" fmla="*/ 5362119 h 5641173"/>
              <a:gd name="connsiteX37" fmla="*/ 10140033 w 11243827"/>
              <a:gd name="connsiteY37" fmla="*/ 5363304 h 5641173"/>
              <a:gd name="connsiteX38" fmla="*/ 10115353 w 11243827"/>
              <a:gd name="connsiteY38" fmla="*/ 5363869 h 5641173"/>
              <a:gd name="connsiteX39" fmla="*/ 10050578 w 11243827"/>
              <a:gd name="connsiteY39" fmla="*/ 5376153 h 5641173"/>
              <a:gd name="connsiteX40" fmla="*/ 9945478 w 11243827"/>
              <a:gd name="connsiteY40" fmla="*/ 5422859 h 5641173"/>
              <a:gd name="connsiteX41" fmla="*/ 9912481 w 11243827"/>
              <a:gd name="connsiteY41" fmla="*/ 5429477 h 5641173"/>
              <a:gd name="connsiteX42" fmla="*/ 9906713 w 11243827"/>
              <a:gd name="connsiteY42" fmla="*/ 5426784 h 5641173"/>
              <a:gd name="connsiteX43" fmla="*/ 9742436 w 11243827"/>
              <a:gd name="connsiteY43" fmla="*/ 5454834 h 5641173"/>
              <a:gd name="connsiteX44" fmla="*/ 9713044 w 11243827"/>
              <a:gd name="connsiteY44" fmla="*/ 5456476 h 5641173"/>
              <a:gd name="connsiteX45" fmla="*/ 9691033 w 11243827"/>
              <a:gd name="connsiteY45" fmla="*/ 5455451 h 5641173"/>
              <a:gd name="connsiteX46" fmla="*/ 9638355 w 11243827"/>
              <a:gd name="connsiteY46" fmla="*/ 5464794 h 5641173"/>
              <a:gd name="connsiteX47" fmla="*/ 9552434 w 11243827"/>
              <a:gd name="connsiteY47" fmla="*/ 5485280 h 5641173"/>
              <a:gd name="connsiteX48" fmla="*/ 9533883 w 11243827"/>
              <a:gd name="connsiteY48" fmla="*/ 5488516 h 5641173"/>
              <a:gd name="connsiteX49" fmla="*/ 9516916 w 11243827"/>
              <a:gd name="connsiteY49" fmla="*/ 5486828 h 5641173"/>
              <a:gd name="connsiteX50" fmla="*/ 9512093 w 11243827"/>
              <a:gd name="connsiteY50" fmla="*/ 5482541 h 5641173"/>
              <a:gd name="connsiteX51" fmla="*/ 9501725 w 11243827"/>
              <a:gd name="connsiteY51" fmla="*/ 5483603 h 5641173"/>
              <a:gd name="connsiteX52" fmla="*/ 9498754 w 11243827"/>
              <a:gd name="connsiteY52" fmla="*/ 5482951 h 5641173"/>
              <a:gd name="connsiteX53" fmla="*/ 9481932 w 11243827"/>
              <a:gd name="connsiteY53" fmla="*/ 5480151 h 5641173"/>
              <a:gd name="connsiteX54" fmla="*/ 9451321 w 11243827"/>
              <a:gd name="connsiteY54" fmla="*/ 5497375 h 5641173"/>
              <a:gd name="connsiteX55" fmla="*/ 9409298 w 11243827"/>
              <a:gd name="connsiteY55" fmla="*/ 5499478 h 5641173"/>
              <a:gd name="connsiteX56" fmla="*/ 9303056 w 11243827"/>
              <a:gd name="connsiteY56" fmla="*/ 5519093 h 5641173"/>
              <a:gd name="connsiteX57" fmla="*/ 9229078 w 11243827"/>
              <a:gd name="connsiteY57" fmla="*/ 5524154 h 5641173"/>
              <a:gd name="connsiteX58" fmla="*/ 9165105 w 11243827"/>
              <a:gd name="connsiteY58" fmla="*/ 5532892 h 5641173"/>
              <a:gd name="connsiteX59" fmla="*/ 9077301 w 11243827"/>
              <a:gd name="connsiteY59" fmla="*/ 5580356 h 5641173"/>
              <a:gd name="connsiteX60" fmla="*/ 8960065 w 11243827"/>
              <a:gd name="connsiteY60" fmla="*/ 5597982 h 5641173"/>
              <a:gd name="connsiteX61" fmla="*/ 8953536 w 11243827"/>
              <a:gd name="connsiteY61" fmla="*/ 5606638 h 5641173"/>
              <a:gd name="connsiteX62" fmla="*/ 8943907 w 11243827"/>
              <a:gd name="connsiteY62" fmla="*/ 5612541 h 5641173"/>
              <a:gd name="connsiteX63" fmla="*/ 8942046 w 11243827"/>
              <a:gd name="connsiteY63" fmla="*/ 5612112 h 5641173"/>
              <a:gd name="connsiteX64" fmla="*/ 8928824 w 11243827"/>
              <a:gd name="connsiteY64" fmla="*/ 5615549 h 5641173"/>
              <a:gd name="connsiteX65" fmla="*/ 8927294 w 11243827"/>
              <a:gd name="connsiteY65" fmla="*/ 5618607 h 5641173"/>
              <a:gd name="connsiteX66" fmla="*/ 8918651 w 11243827"/>
              <a:gd name="connsiteY66" fmla="*/ 5621688 h 5641173"/>
              <a:gd name="connsiteX67" fmla="*/ 8902772 w 11243827"/>
              <a:gd name="connsiteY67" fmla="*/ 5629703 h 5641173"/>
              <a:gd name="connsiteX68" fmla="*/ 8898724 w 11243827"/>
              <a:gd name="connsiteY68" fmla="*/ 5629379 h 5641173"/>
              <a:gd name="connsiteX69" fmla="*/ 8873099 w 11243827"/>
              <a:gd name="connsiteY69" fmla="*/ 5638628 h 5641173"/>
              <a:gd name="connsiteX70" fmla="*/ 8872234 w 11243827"/>
              <a:gd name="connsiteY70" fmla="*/ 5637889 h 5641173"/>
              <a:gd name="connsiteX71" fmla="*/ 8862777 w 11243827"/>
              <a:gd name="connsiteY71" fmla="*/ 5636711 h 5641173"/>
              <a:gd name="connsiteX72" fmla="*/ 8845869 w 11243827"/>
              <a:gd name="connsiteY72" fmla="*/ 5636436 h 5641173"/>
              <a:gd name="connsiteX73" fmla="*/ 8800548 w 11243827"/>
              <a:gd name="connsiteY73" fmla="*/ 5625084 h 5641173"/>
              <a:gd name="connsiteX74" fmla="*/ 8773774 w 11243827"/>
              <a:gd name="connsiteY74" fmla="*/ 5634630 h 5641173"/>
              <a:gd name="connsiteX75" fmla="*/ 8698255 w 11243827"/>
              <a:gd name="connsiteY75" fmla="*/ 5636083 h 5641173"/>
              <a:gd name="connsiteX76" fmla="*/ 8619167 w 11243827"/>
              <a:gd name="connsiteY76" fmla="*/ 5619130 h 5641173"/>
              <a:gd name="connsiteX77" fmla="*/ 8539822 w 11243827"/>
              <a:gd name="connsiteY77" fmla="*/ 5616905 h 5641173"/>
              <a:gd name="connsiteX78" fmla="*/ 8511094 w 11243827"/>
              <a:gd name="connsiteY78" fmla="*/ 5617360 h 5641173"/>
              <a:gd name="connsiteX79" fmla="*/ 8459886 w 11243827"/>
              <a:gd name="connsiteY79" fmla="*/ 5612612 h 5641173"/>
              <a:gd name="connsiteX80" fmla="*/ 8436432 w 11243827"/>
              <a:gd name="connsiteY80" fmla="*/ 5606990 h 5641173"/>
              <a:gd name="connsiteX81" fmla="*/ 8435403 w 11243827"/>
              <a:gd name="connsiteY81" fmla="*/ 5607336 h 5641173"/>
              <a:gd name="connsiteX82" fmla="*/ 8433307 w 11243827"/>
              <a:gd name="connsiteY82" fmla="*/ 5604917 h 5641173"/>
              <a:gd name="connsiteX83" fmla="*/ 8428968 w 11243827"/>
              <a:gd name="connsiteY83" fmla="*/ 5603796 h 5641173"/>
              <a:gd name="connsiteX84" fmla="*/ 8417124 w 11243827"/>
              <a:gd name="connsiteY84" fmla="*/ 5604518 h 5641173"/>
              <a:gd name="connsiteX85" fmla="*/ 8412669 w 11243827"/>
              <a:gd name="connsiteY85" fmla="*/ 5605413 h 5641173"/>
              <a:gd name="connsiteX86" fmla="*/ 8406152 w 11243827"/>
              <a:gd name="connsiteY86" fmla="*/ 5605396 h 5641173"/>
              <a:gd name="connsiteX87" fmla="*/ 8405989 w 11243827"/>
              <a:gd name="connsiteY87" fmla="*/ 5605197 h 5641173"/>
              <a:gd name="connsiteX88" fmla="*/ 8399884 w 11243827"/>
              <a:gd name="connsiteY88" fmla="*/ 5605568 h 5641173"/>
              <a:gd name="connsiteX89" fmla="*/ 8370014 w 11243827"/>
              <a:gd name="connsiteY89" fmla="*/ 5609900 h 5641173"/>
              <a:gd name="connsiteX90" fmla="*/ 8330544 w 11243827"/>
              <a:gd name="connsiteY90" fmla="*/ 5590964 h 5641173"/>
              <a:gd name="connsiteX91" fmla="*/ 8314221 w 11243827"/>
              <a:gd name="connsiteY91" fmla="*/ 5587682 h 5641173"/>
              <a:gd name="connsiteX92" fmla="*/ 8305502 w 11243827"/>
              <a:gd name="connsiteY92" fmla="*/ 5584868 h 5641173"/>
              <a:gd name="connsiteX93" fmla="*/ 8304962 w 11243827"/>
              <a:gd name="connsiteY93" fmla="*/ 5584007 h 5641173"/>
              <a:gd name="connsiteX94" fmla="*/ 8276324 w 11243827"/>
              <a:gd name="connsiteY94" fmla="*/ 5588260 h 5641173"/>
              <a:gd name="connsiteX95" fmla="*/ 8272522 w 11243827"/>
              <a:gd name="connsiteY95" fmla="*/ 5587226 h 5641173"/>
              <a:gd name="connsiteX96" fmla="*/ 8253857 w 11243827"/>
              <a:gd name="connsiteY96" fmla="*/ 5592043 h 5641173"/>
              <a:gd name="connsiteX97" fmla="*/ 8244212 w 11243827"/>
              <a:gd name="connsiteY97" fmla="*/ 5593439 h 5641173"/>
              <a:gd name="connsiteX98" fmla="*/ 8241488 w 11243827"/>
              <a:gd name="connsiteY98" fmla="*/ 5596085 h 5641173"/>
              <a:gd name="connsiteX99" fmla="*/ 8227256 w 11243827"/>
              <a:gd name="connsiteY99" fmla="*/ 5597005 h 5641173"/>
              <a:gd name="connsiteX100" fmla="*/ 8225619 w 11243827"/>
              <a:gd name="connsiteY100" fmla="*/ 5596262 h 5641173"/>
              <a:gd name="connsiteX101" fmla="*/ 8213882 w 11243827"/>
              <a:gd name="connsiteY101" fmla="*/ 5600179 h 5641173"/>
              <a:gd name="connsiteX102" fmla="*/ 8204045 w 11243827"/>
              <a:gd name="connsiteY102" fmla="*/ 5607275 h 5641173"/>
              <a:gd name="connsiteX103" fmla="*/ 8082989 w 11243827"/>
              <a:gd name="connsiteY103" fmla="*/ 5603160 h 5641173"/>
              <a:gd name="connsiteX104" fmla="*/ 7976942 w 11243827"/>
              <a:gd name="connsiteY104" fmla="*/ 5598455 h 5641173"/>
              <a:gd name="connsiteX105" fmla="*/ 7950121 w 11243827"/>
              <a:gd name="connsiteY105" fmla="*/ 5590893 h 5641173"/>
              <a:gd name="connsiteX106" fmla="*/ 7727691 w 11243827"/>
              <a:gd name="connsiteY106" fmla="*/ 5621064 h 5641173"/>
              <a:gd name="connsiteX107" fmla="*/ 7685998 w 11243827"/>
              <a:gd name="connsiteY107" fmla="*/ 5615564 h 5641173"/>
              <a:gd name="connsiteX108" fmla="*/ 7649302 w 11243827"/>
              <a:gd name="connsiteY108" fmla="*/ 5626541 h 5641173"/>
              <a:gd name="connsiteX109" fmla="*/ 7634083 w 11243827"/>
              <a:gd name="connsiteY109" fmla="*/ 5620862 h 5641173"/>
              <a:gd name="connsiteX110" fmla="*/ 7631455 w 11243827"/>
              <a:gd name="connsiteY110" fmla="*/ 5619708 h 5641173"/>
              <a:gd name="connsiteX111" fmla="*/ 7620952 w 11243827"/>
              <a:gd name="connsiteY111" fmla="*/ 5618872 h 5641173"/>
              <a:gd name="connsiteX112" fmla="*/ 7617992 w 11243827"/>
              <a:gd name="connsiteY112" fmla="*/ 5613914 h 5641173"/>
              <a:gd name="connsiteX113" fmla="*/ 7602182 w 11243827"/>
              <a:gd name="connsiteY113" fmla="*/ 5609271 h 5641173"/>
              <a:gd name="connsiteX114" fmla="*/ 7582847 w 11243827"/>
              <a:gd name="connsiteY114" fmla="*/ 5609047 h 5641173"/>
              <a:gd name="connsiteX115" fmla="*/ 7514158 w 11243827"/>
              <a:gd name="connsiteY115" fmla="*/ 5607737 h 5641173"/>
              <a:gd name="connsiteX116" fmla="*/ 7502955 w 11243827"/>
              <a:gd name="connsiteY116" fmla="*/ 5610415 h 5641173"/>
              <a:gd name="connsiteX117" fmla="*/ 7466391 w 11243827"/>
              <a:gd name="connsiteY117" fmla="*/ 5605949 h 5641173"/>
              <a:gd name="connsiteX118" fmla="*/ 7433806 w 11243827"/>
              <a:gd name="connsiteY118" fmla="*/ 5604945 h 5641173"/>
              <a:gd name="connsiteX119" fmla="*/ 7412693 w 11243827"/>
              <a:gd name="connsiteY119" fmla="*/ 5607075 h 5641173"/>
              <a:gd name="connsiteX120" fmla="*/ 7407159 w 11243827"/>
              <a:gd name="connsiteY120" fmla="*/ 5605310 h 5641173"/>
              <a:gd name="connsiteX121" fmla="*/ 7385900 w 11243827"/>
              <a:gd name="connsiteY121" fmla="*/ 5604171 h 5641173"/>
              <a:gd name="connsiteX122" fmla="*/ 7375071 w 11243827"/>
              <a:gd name="connsiteY122" fmla="*/ 5606788 h 5641173"/>
              <a:gd name="connsiteX123" fmla="*/ 7364382 w 11243827"/>
              <a:gd name="connsiteY123" fmla="*/ 5600762 h 5641173"/>
              <a:gd name="connsiteX124" fmla="*/ 7361770 w 11243827"/>
              <a:gd name="connsiteY124" fmla="*/ 5596347 h 5641173"/>
              <a:gd name="connsiteX125" fmla="*/ 7346641 w 11243827"/>
              <a:gd name="connsiteY125" fmla="*/ 5598329 h 5641173"/>
              <a:gd name="connsiteX126" fmla="*/ 7334238 w 11243827"/>
              <a:gd name="connsiteY126" fmla="*/ 5594014 h 5641173"/>
              <a:gd name="connsiteX127" fmla="*/ 7323426 w 11243827"/>
              <a:gd name="connsiteY127" fmla="*/ 5596835 h 5641173"/>
              <a:gd name="connsiteX128" fmla="*/ 7318938 w 11243827"/>
              <a:gd name="connsiteY128" fmla="*/ 5596200 h 5641173"/>
              <a:gd name="connsiteX129" fmla="*/ 7307784 w 11243827"/>
              <a:gd name="connsiteY129" fmla="*/ 5594065 h 5641173"/>
              <a:gd name="connsiteX130" fmla="*/ 7288540 w 11243827"/>
              <a:gd name="connsiteY130" fmla="*/ 5589320 h 5641173"/>
              <a:gd name="connsiteX131" fmla="*/ 7282537 w 11243827"/>
              <a:gd name="connsiteY131" fmla="*/ 5588660 h 5641173"/>
              <a:gd name="connsiteX132" fmla="*/ 7269466 w 11243827"/>
              <a:gd name="connsiteY132" fmla="*/ 5581404 h 5641173"/>
              <a:gd name="connsiteX133" fmla="*/ 7244165 w 11243827"/>
              <a:gd name="connsiteY133" fmla="*/ 5575200 h 5641173"/>
              <a:gd name="connsiteX134" fmla="*/ 7199619 w 11243827"/>
              <a:gd name="connsiteY134" fmla="*/ 5553550 h 5641173"/>
              <a:gd name="connsiteX135" fmla="*/ 7173434 w 11243827"/>
              <a:gd name="connsiteY135" fmla="*/ 5543219 h 5641173"/>
              <a:gd name="connsiteX136" fmla="*/ 7155718 w 11243827"/>
              <a:gd name="connsiteY136" fmla="*/ 5533697 h 5641173"/>
              <a:gd name="connsiteX137" fmla="*/ 7103430 w 11243827"/>
              <a:gd name="connsiteY137" fmla="*/ 5520249 h 5641173"/>
              <a:gd name="connsiteX138" fmla="*/ 7013746 w 11243827"/>
              <a:gd name="connsiteY138" fmla="*/ 5502470 h 5641173"/>
              <a:gd name="connsiteX139" fmla="*/ 6995379 w 11243827"/>
              <a:gd name="connsiteY139" fmla="*/ 5497693 h 5641173"/>
              <a:gd name="connsiteX140" fmla="*/ 6982475 w 11243827"/>
              <a:gd name="connsiteY140" fmla="*/ 5489641 h 5641173"/>
              <a:gd name="connsiteX141" fmla="*/ 6981994 w 11243827"/>
              <a:gd name="connsiteY141" fmla="*/ 5484335 h 5641173"/>
              <a:gd name="connsiteX142" fmla="*/ 6972355 w 11243827"/>
              <a:gd name="connsiteY142" fmla="*/ 5481074 h 5641173"/>
              <a:gd name="connsiteX143" fmla="*/ 6970394 w 11243827"/>
              <a:gd name="connsiteY143" fmla="*/ 5479383 h 5641173"/>
              <a:gd name="connsiteX144" fmla="*/ 6958543 w 11243827"/>
              <a:gd name="connsiteY144" fmla="*/ 5470507 h 5641173"/>
              <a:gd name="connsiteX145" fmla="*/ 6918276 w 11243827"/>
              <a:gd name="connsiteY145" fmla="*/ 5472034 h 5641173"/>
              <a:gd name="connsiteX146" fmla="*/ 6881046 w 11243827"/>
              <a:gd name="connsiteY146" fmla="*/ 5457070 h 5641173"/>
              <a:gd name="connsiteX147" fmla="*/ 6752164 w 11243827"/>
              <a:gd name="connsiteY147" fmla="*/ 5425021 h 5641173"/>
              <a:gd name="connsiteX148" fmla="*/ 6724964 w 11243827"/>
              <a:gd name="connsiteY148" fmla="*/ 5414071 h 5641173"/>
              <a:gd name="connsiteX149" fmla="*/ 6683286 w 11243827"/>
              <a:gd name="connsiteY149" fmla="*/ 5432830 h 5641173"/>
              <a:gd name="connsiteX150" fmla="*/ 6644277 w 11243827"/>
              <a:gd name="connsiteY150" fmla="*/ 5429684 h 5641173"/>
              <a:gd name="connsiteX151" fmla="*/ 6532914 w 11243827"/>
              <a:gd name="connsiteY151" fmla="*/ 5431205 h 5641173"/>
              <a:gd name="connsiteX152" fmla="*/ 6307459 w 11243827"/>
              <a:gd name="connsiteY152" fmla="*/ 5467087 h 5641173"/>
              <a:gd name="connsiteX153" fmla="*/ 6196243 w 11243827"/>
              <a:gd name="connsiteY153" fmla="*/ 5515042 h 5641173"/>
              <a:gd name="connsiteX154" fmla="*/ 6099124 w 11243827"/>
              <a:gd name="connsiteY154" fmla="*/ 5516848 h 5641173"/>
              <a:gd name="connsiteX155" fmla="*/ 6016077 w 11243827"/>
              <a:gd name="connsiteY155" fmla="*/ 5528642 h 5641173"/>
              <a:gd name="connsiteX156" fmla="*/ 6004389 w 11243827"/>
              <a:gd name="connsiteY156" fmla="*/ 5531206 h 5641173"/>
              <a:gd name="connsiteX157" fmla="*/ 5933945 w 11243827"/>
              <a:gd name="connsiteY157" fmla="*/ 5538840 h 5641173"/>
              <a:gd name="connsiteX158" fmla="*/ 5883936 w 11243827"/>
              <a:gd name="connsiteY158" fmla="*/ 5553807 h 5641173"/>
              <a:gd name="connsiteX159" fmla="*/ 5798331 w 11243827"/>
              <a:gd name="connsiteY159" fmla="*/ 5564248 h 5641173"/>
              <a:gd name="connsiteX160" fmla="*/ 5712738 w 11243827"/>
              <a:gd name="connsiteY160" fmla="*/ 5573120 h 5641173"/>
              <a:gd name="connsiteX161" fmla="*/ 5681342 w 11243827"/>
              <a:gd name="connsiteY161" fmla="*/ 5575621 h 5641173"/>
              <a:gd name="connsiteX162" fmla="*/ 5627167 w 11243827"/>
              <a:gd name="connsiteY162" fmla="*/ 5583215 h 5641173"/>
              <a:gd name="connsiteX163" fmla="*/ 5591414 w 11243827"/>
              <a:gd name="connsiteY163" fmla="*/ 5587695 h 5641173"/>
              <a:gd name="connsiteX164" fmla="*/ 5583028 w 11243827"/>
              <a:gd name="connsiteY164" fmla="*/ 5580877 h 5641173"/>
              <a:gd name="connsiteX165" fmla="*/ 5549426 w 11243827"/>
              <a:gd name="connsiteY165" fmla="*/ 5582858 h 5641173"/>
              <a:gd name="connsiteX166" fmla="*/ 5519999 w 11243827"/>
              <a:gd name="connsiteY166" fmla="*/ 5592246 h 5641173"/>
              <a:gd name="connsiteX167" fmla="*/ 5480028 w 11243827"/>
              <a:gd name="connsiteY167" fmla="*/ 5597282 h 5641173"/>
              <a:gd name="connsiteX168" fmla="*/ 5456175 w 11243827"/>
              <a:gd name="connsiteY168" fmla="*/ 5600371 h 5641173"/>
              <a:gd name="connsiteX169" fmla="*/ 5388463 w 11243827"/>
              <a:gd name="connsiteY169" fmla="*/ 5602638 h 5641173"/>
              <a:gd name="connsiteX170" fmla="*/ 5265898 w 11243827"/>
              <a:gd name="connsiteY170" fmla="*/ 5591830 h 5641173"/>
              <a:gd name="connsiteX171" fmla="*/ 5231231 w 11243827"/>
              <a:gd name="connsiteY171" fmla="*/ 5592790 h 5641173"/>
              <a:gd name="connsiteX172" fmla="*/ 5226996 w 11243827"/>
              <a:gd name="connsiteY172" fmla="*/ 5595040 h 5641173"/>
              <a:gd name="connsiteX173" fmla="*/ 5175988 w 11243827"/>
              <a:gd name="connsiteY173" fmla="*/ 5588131 h 5641173"/>
              <a:gd name="connsiteX174" fmla="*/ 5107470 w 11243827"/>
              <a:gd name="connsiteY174" fmla="*/ 5594771 h 5641173"/>
              <a:gd name="connsiteX175" fmla="*/ 5027868 w 11243827"/>
              <a:gd name="connsiteY175" fmla="*/ 5605624 h 5641173"/>
              <a:gd name="connsiteX176" fmla="*/ 5007324 w 11243827"/>
              <a:gd name="connsiteY176" fmla="*/ 5609209 h 5641173"/>
              <a:gd name="connsiteX177" fmla="*/ 4952559 w 11243827"/>
              <a:gd name="connsiteY177" fmla="*/ 5611402 h 5641173"/>
              <a:gd name="connsiteX178" fmla="*/ 4826081 w 11243827"/>
              <a:gd name="connsiteY178" fmla="*/ 5616191 h 5641173"/>
              <a:gd name="connsiteX179" fmla="*/ 4823501 w 11243827"/>
              <a:gd name="connsiteY179" fmla="*/ 5619174 h 5641173"/>
              <a:gd name="connsiteX180" fmla="*/ 4813093 w 11243827"/>
              <a:gd name="connsiteY180" fmla="*/ 5620026 h 5641173"/>
              <a:gd name="connsiteX181" fmla="*/ 4810563 w 11243827"/>
              <a:gd name="connsiteY181" fmla="*/ 5620787 h 5641173"/>
              <a:gd name="connsiteX182" fmla="*/ 4795818 w 11243827"/>
              <a:gd name="connsiteY182" fmla="*/ 5624618 h 5641173"/>
              <a:gd name="connsiteX183" fmla="*/ 4758404 w 11243827"/>
              <a:gd name="connsiteY183" fmla="*/ 5619510 h 5641173"/>
              <a:gd name="connsiteX184" fmla="*/ 4717254 w 11243827"/>
              <a:gd name="connsiteY184" fmla="*/ 5624155 h 5641173"/>
              <a:gd name="connsiteX185" fmla="*/ 4591958 w 11243827"/>
              <a:gd name="connsiteY185" fmla="*/ 5624710 h 5641173"/>
              <a:gd name="connsiteX186" fmla="*/ 4476215 w 11243827"/>
              <a:gd name="connsiteY186" fmla="*/ 5628210 h 5641173"/>
              <a:gd name="connsiteX187" fmla="*/ 4425193 w 11243827"/>
              <a:gd name="connsiteY187" fmla="*/ 5627414 h 5641173"/>
              <a:gd name="connsiteX188" fmla="*/ 4383866 w 11243827"/>
              <a:gd name="connsiteY188" fmla="*/ 5626546 h 5641173"/>
              <a:gd name="connsiteX189" fmla="*/ 4385596 w 11243827"/>
              <a:gd name="connsiteY189" fmla="*/ 5634646 h 5641173"/>
              <a:gd name="connsiteX190" fmla="*/ 4360864 w 11243827"/>
              <a:gd name="connsiteY190" fmla="*/ 5641173 h 5641173"/>
              <a:gd name="connsiteX191" fmla="*/ 4328321 w 11243827"/>
              <a:gd name="connsiteY191" fmla="*/ 5626332 h 5641173"/>
              <a:gd name="connsiteX192" fmla="*/ 4309842 w 11243827"/>
              <a:gd name="connsiteY192" fmla="*/ 5626471 h 5641173"/>
              <a:gd name="connsiteX193" fmla="*/ 4277424 w 11243827"/>
              <a:gd name="connsiteY193" fmla="*/ 5631598 h 5641173"/>
              <a:gd name="connsiteX194" fmla="*/ 4266627 w 11243827"/>
              <a:gd name="connsiteY194" fmla="*/ 5633969 h 5641173"/>
              <a:gd name="connsiteX195" fmla="*/ 4185525 w 11243827"/>
              <a:gd name="connsiteY195" fmla="*/ 5617508 h 5641173"/>
              <a:gd name="connsiteX196" fmla="*/ 4177617 w 11243827"/>
              <a:gd name="connsiteY196" fmla="*/ 5610903 h 5641173"/>
              <a:gd name="connsiteX197" fmla="*/ 4136948 w 11243827"/>
              <a:gd name="connsiteY197" fmla="*/ 5608031 h 5641173"/>
              <a:gd name="connsiteX198" fmla="*/ 4132323 w 11243827"/>
              <a:gd name="connsiteY198" fmla="*/ 5609784 h 5641173"/>
              <a:gd name="connsiteX199" fmla="*/ 4098620 w 11243827"/>
              <a:gd name="connsiteY199" fmla="*/ 5599672 h 5641173"/>
              <a:gd name="connsiteX200" fmla="*/ 3963475 w 11243827"/>
              <a:gd name="connsiteY200" fmla="*/ 5581841 h 5641173"/>
              <a:gd name="connsiteX201" fmla="*/ 3703613 w 11243827"/>
              <a:gd name="connsiteY201" fmla="*/ 5572482 h 5641173"/>
              <a:gd name="connsiteX202" fmla="*/ 3432987 w 11243827"/>
              <a:gd name="connsiteY202" fmla="*/ 5545768 h 5641173"/>
              <a:gd name="connsiteX203" fmla="*/ 3176381 w 11243827"/>
              <a:gd name="connsiteY203" fmla="*/ 5556110 h 5641173"/>
              <a:gd name="connsiteX204" fmla="*/ 2710156 w 11243827"/>
              <a:gd name="connsiteY204" fmla="*/ 5527517 h 5641173"/>
              <a:gd name="connsiteX205" fmla="*/ 2550206 w 11243827"/>
              <a:gd name="connsiteY205" fmla="*/ 5524958 h 5641173"/>
              <a:gd name="connsiteX206" fmla="*/ 2443041 w 11243827"/>
              <a:gd name="connsiteY206" fmla="*/ 5523990 h 5641173"/>
              <a:gd name="connsiteX207" fmla="*/ 2435613 w 11243827"/>
              <a:gd name="connsiteY207" fmla="*/ 5526704 h 5641173"/>
              <a:gd name="connsiteX208" fmla="*/ 2405682 w 11243827"/>
              <a:gd name="connsiteY208" fmla="*/ 5528307 h 5641173"/>
              <a:gd name="connsiteX209" fmla="*/ 2397487 w 11243827"/>
              <a:gd name="connsiteY209" fmla="*/ 5540337 h 5641173"/>
              <a:gd name="connsiteX210" fmla="*/ 2297454 w 11243827"/>
              <a:gd name="connsiteY210" fmla="*/ 5550765 h 5641173"/>
              <a:gd name="connsiteX211" fmla="*/ 2056700 w 11243827"/>
              <a:gd name="connsiteY211" fmla="*/ 5555489 h 5641173"/>
              <a:gd name="connsiteX212" fmla="*/ 1878530 w 11243827"/>
              <a:gd name="connsiteY212" fmla="*/ 5535330 h 5641173"/>
              <a:gd name="connsiteX213" fmla="*/ 1859292 w 11243827"/>
              <a:gd name="connsiteY213" fmla="*/ 5535461 h 5641173"/>
              <a:gd name="connsiteX214" fmla="*/ 1835626 w 11243827"/>
              <a:gd name="connsiteY214" fmla="*/ 5533793 h 5641173"/>
              <a:gd name="connsiteX215" fmla="*/ 1798939 w 11243827"/>
              <a:gd name="connsiteY215" fmla="*/ 5540285 h 5641173"/>
              <a:gd name="connsiteX216" fmla="*/ 1779046 w 11243827"/>
              <a:gd name="connsiteY216" fmla="*/ 5549949 h 5641173"/>
              <a:gd name="connsiteX217" fmla="*/ 1772421 w 11243827"/>
              <a:gd name="connsiteY217" fmla="*/ 5549018 h 5641173"/>
              <a:gd name="connsiteX218" fmla="*/ 1772052 w 11243827"/>
              <a:gd name="connsiteY218" fmla="*/ 5545689 h 5641173"/>
              <a:gd name="connsiteX219" fmla="*/ 1711543 w 11243827"/>
              <a:gd name="connsiteY219" fmla="*/ 5534558 h 5641173"/>
              <a:gd name="connsiteX220" fmla="*/ 1631462 w 11243827"/>
              <a:gd name="connsiteY220" fmla="*/ 5491807 h 5641173"/>
              <a:gd name="connsiteX221" fmla="*/ 1538763 w 11243827"/>
              <a:gd name="connsiteY221" fmla="*/ 5482781 h 5641173"/>
              <a:gd name="connsiteX222" fmla="*/ 1501533 w 11243827"/>
              <a:gd name="connsiteY222" fmla="*/ 5467817 h 5641173"/>
              <a:gd name="connsiteX223" fmla="*/ 1461266 w 11243827"/>
              <a:gd name="connsiteY223" fmla="*/ 5469343 h 5641173"/>
              <a:gd name="connsiteX224" fmla="*/ 1449415 w 11243827"/>
              <a:gd name="connsiteY224" fmla="*/ 5460467 h 5641173"/>
              <a:gd name="connsiteX225" fmla="*/ 1447454 w 11243827"/>
              <a:gd name="connsiteY225" fmla="*/ 5458776 h 5641173"/>
              <a:gd name="connsiteX226" fmla="*/ 1437814 w 11243827"/>
              <a:gd name="connsiteY226" fmla="*/ 5455515 h 5641173"/>
              <a:gd name="connsiteX227" fmla="*/ 1437334 w 11243827"/>
              <a:gd name="connsiteY227" fmla="*/ 5450209 h 5641173"/>
              <a:gd name="connsiteX228" fmla="*/ 1424429 w 11243827"/>
              <a:gd name="connsiteY228" fmla="*/ 5442157 h 5641173"/>
              <a:gd name="connsiteX229" fmla="*/ 1406063 w 11243827"/>
              <a:gd name="connsiteY229" fmla="*/ 5437380 h 5641173"/>
              <a:gd name="connsiteX230" fmla="*/ 1316379 w 11243827"/>
              <a:gd name="connsiteY230" fmla="*/ 5419601 h 5641173"/>
              <a:gd name="connsiteX231" fmla="*/ 1264090 w 11243827"/>
              <a:gd name="connsiteY231" fmla="*/ 5406153 h 5641173"/>
              <a:gd name="connsiteX232" fmla="*/ 1246374 w 11243827"/>
              <a:gd name="connsiteY232" fmla="*/ 5396631 h 5641173"/>
              <a:gd name="connsiteX233" fmla="*/ 1220190 w 11243827"/>
              <a:gd name="connsiteY233" fmla="*/ 5386301 h 5641173"/>
              <a:gd name="connsiteX234" fmla="*/ 1175643 w 11243827"/>
              <a:gd name="connsiteY234" fmla="*/ 5364651 h 5641173"/>
              <a:gd name="connsiteX235" fmla="*/ 1150342 w 11243827"/>
              <a:gd name="connsiteY235" fmla="*/ 5358447 h 5641173"/>
              <a:gd name="connsiteX236" fmla="*/ 1112024 w 11243827"/>
              <a:gd name="connsiteY236" fmla="*/ 5345786 h 5641173"/>
              <a:gd name="connsiteX237" fmla="*/ 1100870 w 11243827"/>
              <a:gd name="connsiteY237" fmla="*/ 5343651 h 5641173"/>
              <a:gd name="connsiteX238" fmla="*/ 1096383 w 11243827"/>
              <a:gd name="connsiteY238" fmla="*/ 5343015 h 5641173"/>
              <a:gd name="connsiteX239" fmla="*/ 1058039 w 11243827"/>
              <a:gd name="connsiteY239" fmla="*/ 5343504 h 5641173"/>
              <a:gd name="connsiteX240" fmla="*/ 1055426 w 11243827"/>
              <a:gd name="connsiteY240" fmla="*/ 5339088 h 5641173"/>
              <a:gd name="connsiteX241" fmla="*/ 1044738 w 11243827"/>
              <a:gd name="connsiteY241" fmla="*/ 5333063 h 5641173"/>
              <a:gd name="connsiteX242" fmla="*/ 1033909 w 11243827"/>
              <a:gd name="connsiteY242" fmla="*/ 5335680 h 5641173"/>
              <a:gd name="connsiteX243" fmla="*/ 1012649 w 11243827"/>
              <a:gd name="connsiteY243" fmla="*/ 5334541 h 5641173"/>
              <a:gd name="connsiteX244" fmla="*/ 1007115 w 11243827"/>
              <a:gd name="connsiteY244" fmla="*/ 5332775 h 5641173"/>
              <a:gd name="connsiteX245" fmla="*/ 987447 w 11243827"/>
              <a:gd name="connsiteY245" fmla="*/ 5346462 h 5641173"/>
              <a:gd name="connsiteX246" fmla="*/ 953418 w 11243827"/>
              <a:gd name="connsiteY246" fmla="*/ 5333901 h 5641173"/>
              <a:gd name="connsiteX247" fmla="*/ 916854 w 11243827"/>
              <a:gd name="connsiteY247" fmla="*/ 5329435 h 5641173"/>
              <a:gd name="connsiteX248" fmla="*/ 905651 w 11243827"/>
              <a:gd name="connsiteY248" fmla="*/ 5332114 h 5641173"/>
              <a:gd name="connsiteX249" fmla="*/ 838405 w 11243827"/>
              <a:gd name="connsiteY249" fmla="*/ 5339470 h 5641173"/>
              <a:gd name="connsiteX250" fmla="*/ 817627 w 11243827"/>
              <a:gd name="connsiteY250" fmla="*/ 5330580 h 5641173"/>
              <a:gd name="connsiteX251" fmla="*/ 801817 w 11243827"/>
              <a:gd name="connsiteY251" fmla="*/ 5325937 h 5641173"/>
              <a:gd name="connsiteX252" fmla="*/ 798857 w 11243827"/>
              <a:gd name="connsiteY252" fmla="*/ 5320979 h 5641173"/>
              <a:gd name="connsiteX253" fmla="*/ 788354 w 11243827"/>
              <a:gd name="connsiteY253" fmla="*/ 5320143 h 5641173"/>
              <a:gd name="connsiteX254" fmla="*/ 785726 w 11243827"/>
              <a:gd name="connsiteY254" fmla="*/ 5318989 h 5641173"/>
              <a:gd name="connsiteX255" fmla="*/ 770507 w 11243827"/>
              <a:gd name="connsiteY255" fmla="*/ 5313309 h 5641173"/>
              <a:gd name="connsiteX256" fmla="*/ 733810 w 11243827"/>
              <a:gd name="connsiteY256" fmla="*/ 5324286 h 5641173"/>
              <a:gd name="connsiteX257" fmla="*/ 692117 w 11243827"/>
              <a:gd name="connsiteY257" fmla="*/ 5318786 h 5641173"/>
              <a:gd name="connsiteX258" fmla="*/ 574943 w 11243827"/>
              <a:gd name="connsiteY258" fmla="*/ 5327578 h 5641173"/>
              <a:gd name="connsiteX259" fmla="*/ 441302 w 11243827"/>
              <a:gd name="connsiteY259" fmla="*/ 5307062 h 5641173"/>
              <a:gd name="connsiteX260" fmla="*/ 336819 w 11243827"/>
              <a:gd name="connsiteY260" fmla="*/ 5336690 h 5641173"/>
              <a:gd name="connsiteX261" fmla="*/ 270932 w 11243827"/>
              <a:gd name="connsiteY261" fmla="*/ 5345451 h 5641173"/>
              <a:gd name="connsiteX262" fmla="*/ 194189 w 11243827"/>
              <a:gd name="connsiteY262" fmla="*/ 5343588 h 5641173"/>
              <a:gd name="connsiteX263" fmla="*/ 192552 w 11243827"/>
              <a:gd name="connsiteY263" fmla="*/ 5342845 h 5641173"/>
              <a:gd name="connsiteX264" fmla="*/ 178320 w 11243827"/>
              <a:gd name="connsiteY264" fmla="*/ 5343766 h 5641173"/>
              <a:gd name="connsiteX265" fmla="*/ 175596 w 11243827"/>
              <a:gd name="connsiteY265" fmla="*/ 5346411 h 5641173"/>
              <a:gd name="connsiteX266" fmla="*/ 147287 w 11243827"/>
              <a:gd name="connsiteY266" fmla="*/ 5352625 h 5641173"/>
              <a:gd name="connsiteX267" fmla="*/ 114847 w 11243827"/>
              <a:gd name="connsiteY267" fmla="*/ 5355844 h 5641173"/>
              <a:gd name="connsiteX268" fmla="*/ 114306 w 11243827"/>
              <a:gd name="connsiteY268" fmla="*/ 5354983 h 5641173"/>
              <a:gd name="connsiteX269" fmla="*/ 89264 w 11243827"/>
              <a:gd name="connsiteY269" fmla="*/ 5348886 h 5641173"/>
              <a:gd name="connsiteX270" fmla="*/ 49794 w 11243827"/>
              <a:gd name="connsiteY270" fmla="*/ 5329950 h 5641173"/>
              <a:gd name="connsiteX271" fmla="*/ 19924 w 11243827"/>
              <a:gd name="connsiteY271" fmla="*/ 5334282 h 5641173"/>
              <a:gd name="connsiteX272" fmla="*/ 13819 w 11243827"/>
              <a:gd name="connsiteY272" fmla="*/ 5334653 h 5641173"/>
              <a:gd name="connsiteX273" fmla="*/ 13657 w 11243827"/>
              <a:gd name="connsiteY273" fmla="*/ 5334455 h 5641173"/>
              <a:gd name="connsiteX274" fmla="*/ 7139 w 11243827"/>
              <a:gd name="connsiteY274" fmla="*/ 5334438 h 5641173"/>
              <a:gd name="connsiteX275" fmla="*/ 2684 w 11243827"/>
              <a:gd name="connsiteY275" fmla="*/ 5335333 h 5641173"/>
              <a:gd name="connsiteX276" fmla="*/ 0 w 11243827"/>
              <a:gd name="connsiteY276" fmla="*/ 5335496 h 5641173"/>
              <a:gd name="connsiteX277" fmla="*/ 0 w 11243827"/>
              <a:gd name="connsiteY277" fmla="*/ 10592 h 5641173"/>
              <a:gd name="connsiteX278" fmla="*/ 11243827 w 11243827"/>
              <a:gd name="connsiteY278" fmla="*/ 0 h 5641173"/>
              <a:gd name="connsiteX0" fmla="*/ 11243827 w 11243827"/>
              <a:gd name="connsiteY0" fmla="*/ 0 h 5641173"/>
              <a:gd name="connsiteX1" fmla="*/ 11243827 w 11243827"/>
              <a:gd name="connsiteY1" fmla="*/ 5209610 h 5641173"/>
              <a:gd name="connsiteX2" fmla="*/ 11240675 w 11243827"/>
              <a:gd name="connsiteY2" fmla="*/ 5210442 h 5641173"/>
              <a:gd name="connsiteX3" fmla="*/ 11179959 w 11243827"/>
              <a:gd name="connsiteY3" fmla="*/ 5221199 h 5641173"/>
              <a:gd name="connsiteX4" fmla="*/ 11105493 w 11243827"/>
              <a:gd name="connsiteY4" fmla="*/ 5259905 h 5641173"/>
              <a:gd name="connsiteX5" fmla="*/ 11078640 w 11243827"/>
              <a:gd name="connsiteY5" fmla="*/ 5263531 h 5641173"/>
              <a:gd name="connsiteX6" fmla="*/ 11079616 w 11243827"/>
              <a:gd name="connsiteY6" fmla="*/ 5270380 h 5641173"/>
              <a:gd name="connsiteX7" fmla="*/ 11069641 w 11243827"/>
              <a:gd name="connsiteY7" fmla="*/ 5270884 h 5641173"/>
              <a:gd name="connsiteX8" fmla="*/ 11047377 w 11243827"/>
              <a:gd name="connsiteY8" fmla="*/ 5271051 h 5641173"/>
              <a:gd name="connsiteX9" fmla="*/ 10980705 w 11243827"/>
              <a:gd name="connsiteY9" fmla="*/ 5272951 h 5641173"/>
              <a:gd name="connsiteX10" fmla="*/ 10962514 w 11243827"/>
              <a:gd name="connsiteY10" fmla="*/ 5286084 h 5641173"/>
              <a:gd name="connsiteX11" fmla="*/ 10945307 w 11243827"/>
              <a:gd name="connsiteY11" fmla="*/ 5286290 h 5641173"/>
              <a:gd name="connsiteX12" fmla="*/ 10845516 w 11243827"/>
              <a:gd name="connsiteY12" fmla="*/ 5303894 h 5641173"/>
              <a:gd name="connsiteX13" fmla="*/ 10831795 w 11243827"/>
              <a:gd name="connsiteY13" fmla="*/ 5305210 h 5641173"/>
              <a:gd name="connsiteX14" fmla="*/ 10824365 w 11243827"/>
              <a:gd name="connsiteY14" fmla="*/ 5311111 h 5641173"/>
              <a:gd name="connsiteX15" fmla="*/ 10797756 w 11243827"/>
              <a:gd name="connsiteY15" fmla="*/ 5312285 h 5641173"/>
              <a:gd name="connsiteX16" fmla="*/ 10796525 w 11243827"/>
              <a:gd name="connsiteY16" fmla="*/ 5315645 h 5641173"/>
              <a:gd name="connsiteX17" fmla="*/ 10709063 w 11243827"/>
              <a:gd name="connsiteY17" fmla="*/ 5344492 h 5641173"/>
              <a:gd name="connsiteX18" fmla="*/ 10694078 w 11243827"/>
              <a:gd name="connsiteY18" fmla="*/ 5349258 h 5641173"/>
              <a:gd name="connsiteX19" fmla="*/ 10681131 w 11243827"/>
              <a:gd name="connsiteY19" fmla="*/ 5347812 h 5641173"/>
              <a:gd name="connsiteX20" fmla="*/ 10609448 w 11243827"/>
              <a:gd name="connsiteY20" fmla="*/ 5351931 h 5641173"/>
              <a:gd name="connsiteX21" fmla="*/ 10592397 w 11243827"/>
              <a:gd name="connsiteY21" fmla="*/ 5349402 h 5641173"/>
              <a:gd name="connsiteX22" fmla="*/ 10585227 w 11243827"/>
              <a:gd name="connsiteY22" fmla="*/ 5344063 h 5641173"/>
              <a:gd name="connsiteX23" fmla="*/ 10557472 w 11243827"/>
              <a:gd name="connsiteY23" fmla="*/ 5354151 h 5641173"/>
              <a:gd name="connsiteX24" fmla="*/ 10514646 w 11243827"/>
              <a:gd name="connsiteY24" fmla="*/ 5361064 h 5641173"/>
              <a:gd name="connsiteX25" fmla="*/ 10494292 w 11243827"/>
              <a:gd name="connsiteY25" fmla="*/ 5366054 h 5641173"/>
              <a:gd name="connsiteX26" fmla="*/ 10477869 w 11243827"/>
              <a:gd name="connsiteY26" fmla="*/ 5363025 h 5641173"/>
              <a:gd name="connsiteX27" fmla="*/ 10384411 w 11243827"/>
              <a:gd name="connsiteY27" fmla="*/ 5362257 h 5641173"/>
              <a:gd name="connsiteX28" fmla="*/ 10362921 w 11243827"/>
              <a:gd name="connsiteY28" fmla="*/ 5357444 h 5641173"/>
              <a:gd name="connsiteX29" fmla="*/ 10352736 w 11243827"/>
              <a:gd name="connsiteY29" fmla="*/ 5347851 h 5641173"/>
              <a:gd name="connsiteX30" fmla="*/ 10344754 w 11243827"/>
              <a:gd name="connsiteY30" fmla="*/ 5351272 h 5641173"/>
              <a:gd name="connsiteX31" fmla="*/ 10288226 w 11243827"/>
              <a:gd name="connsiteY31" fmla="*/ 5351613 h 5641173"/>
              <a:gd name="connsiteX32" fmla="*/ 10251350 w 11243827"/>
              <a:gd name="connsiteY32" fmla="*/ 5352711 h 5641173"/>
              <a:gd name="connsiteX33" fmla="*/ 10249108 w 11243827"/>
              <a:gd name="connsiteY33" fmla="*/ 5365881 h 5641173"/>
              <a:gd name="connsiteX34" fmla="*/ 10216272 w 11243827"/>
              <a:gd name="connsiteY34" fmla="*/ 5370573 h 5641173"/>
              <a:gd name="connsiteX35" fmla="*/ 10181278 w 11243827"/>
              <a:gd name="connsiteY35" fmla="*/ 5362119 h 5641173"/>
              <a:gd name="connsiteX36" fmla="*/ 10140033 w 11243827"/>
              <a:gd name="connsiteY36" fmla="*/ 5363304 h 5641173"/>
              <a:gd name="connsiteX37" fmla="*/ 10115353 w 11243827"/>
              <a:gd name="connsiteY37" fmla="*/ 5363869 h 5641173"/>
              <a:gd name="connsiteX38" fmla="*/ 10050578 w 11243827"/>
              <a:gd name="connsiteY38" fmla="*/ 5376153 h 5641173"/>
              <a:gd name="connsiteX39" fmla="*/ 9945478 w 11243827"/>
              <a:gd name="connsiteY39" fmla="*/ 5422859 h 5641173"/>
              <a:gd name="connsiteX40" fmla="*/ 9912481 w 11243827"/>
              <a:gd name="connsiteY40" fmla="*/ 5429477 h 5641173"/>
              <a:gd name="connsiteX41" fmla="*/ 9906713 w 11243827"/>
              <a:gd name="connsiteY41" fmla="*/ 5426784 h 5641173"/>
              <a:gd name="connsiteX42" fmla="*/ 9742436 w 11243827"/>
              <a:gd name="connsiteY42" fmla="*/ 5454834 h 5641173"/>
              <a:gd name="connsiteX43" fmla="*/ 9713044 w 11243827"/>
              <a:gd name="connsiteY43" fmla="*/ 5456476 h 5641173"/>
              <a:gd name="connsiteX44" fmla="*/ 9691033 w 11243827"/>
              <a:gd name="connsiteY44" fmla="*/ 5455451 h 5641173"/>
              <a:gd name="connsiteX45" fmla="*/ 9638355 w 11243827"/>
              <a:gd name="connsiteY45" fmla="*/ 5464794 h 5641173"/>
              <a:gd name="connsiteX46" fmla="*/ 9552434 w 11243827"/>
              <a:gd name="connsiteY46" fmla="*/ 5485280 h 5641173"/>
              <a:gd name="connsiteX47" fmla="*/ 9533883 w 11243827"/>
              <a:gd name="connsiteY47" fmla="*/ 5488516 h 5641173"/>
              <a:gd name="connsiteX48" fmla="*/ 9516916 w 11243827"/>
              <a:gd name="connsiteY48" fmla="*/ 5486828 h 5641173"/>
              <a:gd name="connsiteX49" fmla="*/ 9512093 w 11243827"/>
              <a:gd name="connsiteY49" fmla="*/ 5482541 h 5641173"/>
              <a:gd name="connsiteX50" fmla="*/ 9501725 w 11243827"/>
              <a:gd name="connsiteY50" fmla="*/ 5483603 h 5641173"/>
              <a:gd name="connsiteX51" fmla="*/ 9498754 w 11243827"/>
              <a:gd name="connsiteY51" fmla="*/ 5482951 h 5641173"/>
              <a:gd name="connsiteX52" fmla="*/ 9481932 w 11243827"/>
              <a:gd name="connsiteY52" fmla="*/ 5480151 h 5641173"/>
              <a:gd name="connsiteX53" fmla="*/ 9451321 w 11243827"/>
              <a:gd name="connsiteY53" fmla="*/ 5497375 h 5641173"/>
              <a:gd name="connsiteX54" fmla="*/ 9409298 w 11243827"/>
              <a:gd name="connsiteY54" fmla="*/ 5499478 h 5641173"/>
              <a:gd name="connsiteX55" fmla="*/ 9303056 w 11243827"/>
              <a:gd name="connsiteY55" fmla="*/ 5519093 h 5641173"/>
              <a:gd name="connsiteX56" fmla="*/ 9229078 w 11243827"/>
              <a:gd name="connsiteY56" fmla="*/ 5524154 h 5641173"/>
              <a:gd name="connsiteX57" fmla="*/ 9165105 w 11243827"/>
              <a:gd name="connsiteY57" fmla="*/ 5532892 h 5641173"/>
              <a:gd name="connsiteX58" fmla="*/ 9077301 w 11243827"/>
              <a:gd name="connsiteY58" fmla="*/ 5580356 h 5641173"/>
              <a:gd name="connsiteX59" fmla="*/ 8960065 w 11243827"/>
              <a:gd name="connsiteY59" fmla="*/ 5597982 h 5641173"/>
              <a:gd name="connsiteX60" fmla="*/ 8953536 w 11243827"/>
              <a:gd name="connsiteY60" fmla="*/ 5606638 h 5641173"/>
              <a:gd name="connsiteX61" fmla="*/ 8943907 w 11243827"/>
              <a:gd name="connsiteY61" fmla="*/ 5612541 h 5641173"/>
              <a:gd name="connsiteX62" fmla="*/ 8942046 w 11243827"/>
              <a:gd name="connsiteY62" fmla="*/ 5612112 h 5641173"/>
              <a:gd name="connsiteX63" fmla="*/ 8928824 w 11243827"/>
              <a:gd name="connsiteY63" fmla="*/ 5615549 h 5641173"/>
              <a:gd name="connsiteX64" fmla="*/ 8927294 w 11243827"/>
              <a:gd name="connsiteY64" fmla="*/ 5618607 h 5641173"/>
              <a:gd name="connsiteX65" fmla="*/ 8918651 w 11243827"/>
              <a:gd name="connsiteY65" fmla="*/ 5621688 h 5641173"/>
              <a:gd name="connsiteX66" fmla="*/ 8902772 w 11243827"/>
              <a:gd name="connsiteY66" fmla="*/ 5629703 h 5641173"/>
              <a:gd name="connsiteX67" fmla="*/ 8898724 w 11243827"/>
              <a:gd name="connsiteY67" fmla="*/ 5629379 h 5641173"/>
              <a:gd name="connsiteX68" fmla="*/ 8873099 w 11243827"/>
              <a:gd name="connsiteY68" fmla="*/ 5638628 h 5641173"/>
              <a:gd name="connsiteX69" fmla="*/ 8872234 w 11243827"/>
              <a:gd name="connsiteY69" fmla="*/ 5637889 h 5641173"/>
              <a:gd name="connsiteX70" fmla="*/ 8862777 w 11243827"/>
              <a:gd name="connsiteY70" fmla="*/ 5636711 h 5641173"/>
              <a:gd name="connsiteX71" fmla="*/ 8845869 w 11243827"/>
              <a:gd name="connsiteY71" fmla="*/ 5636436 h 5641173"/>
              <a:gd name="connsiteX72" fmla="*/ 8800548 w 11243827"/>
              <a:gd name="connsiteY72" fmla="*/ 5625084 h 5641173"/>
              <a:gd name="connsiteX73" fmla="*/ 8773774 w 11243827"/>
              <a:gd name="connsiteY73" fmla="*/ 5634630 h 5641173"/>
              <a:gd name="connsiteX74" fmla="*/ 8698255 w 11243827"/>
              <a:gd name="connsiteY74" fmla="*/ 5636083 h 5641173"/>
              <a:gd name="connsiteX75" fmla="*/ 8619167 w 11243827"/>
              <a:gd name="connsiteY75" fmla="*/ 5619130 h 5641173"/>
              <a:gd name="connsiteX76" fmla="*/ 8539822 w 11243827"/>
              <a:gd name="connsiteY76" fmla="*/ 5616905 h 5641173"/>
              <a:gd name="connsiteX77" fmla="*/ 8511094 w 11243827"/>
              <a:gd name="connsiteY77" fmla="*/ 5617360 h 5641173"/>
              <a:gd name="connsiteX78" fmla="*/ 8459886 w 11243827"/>
              <a:gd name="connsiteY78" fmla="*/ 5612612 h 5641173"/>
              <a:gd name="connsiteX79" fmla="*/ 8436432 w 11243827"/>
              <a:gd name="connsiteY79" fmla="*/ 5606990 h 5641173"/>
              <a:gd name="connsiteX80" fmla="*/ 8435403 w 11243827"/>
              <a:gd name="connsiteY80" fmla="*/ 5607336 h 5641173"/>
              <a:gd name="connsiteX81" fmla="*/ 8433307 w 11243827"/>
              <a:gd name="connsiteY81" fmla="*/ 5604917 h 5641173"/>
              <a:gd name="connsiteX82" fmla="*/ 8428968 w 11243827"/>
              <a:gd name="connsiteY82" fmla="*/ 5603796 h 5641173"/>
              <a:gd name="connsiteX83" fmla="*/ 8417124 w 11243827"/>
              <a:gd name="connsiteY83" fmla="*/ 5604518 h 5641173"/>
              <a:gd name="connsiteX84" fmla="*/ 8412669 w 11243827"/>
              <a:gd name="connsiteY84" fmla="*/ 5605413 h 5641173"/>
              <a:gd name="connsiteX85" fmla="*/ 8406152 w 11243827"/>
              <a:gd name="connsiteY85" fmla="*/ 5605396 h 5641173"/>
              <a:gd name="connsiteX86" fmla="*/ 8405989 w 11243827"/>
              <a:gd name="connsiteY86" fmla="*/ 5605197 h 5641173"/>
              <a:gd name="connsiteX87" fmla="*/ 8399884 w 11243827"/>
              <a:gd name="connsiteY87" fmla="*/ 5605568 h 5641173"/>
              <a:gd name="connsiteX88" fmla="*/ 8370014 w 11243827"/>
              <a:gd name="connsiteY88" fmla="*/ 5609900 h 5641173"/>
              <a:gd name="connsiteX89" fmla="*/ 8330544 w 11243827"/>
              <a:gd name="connsiteY89" fmla="*/ 5590964 h 5641173"/>
              <a:gd name="connsiteX90" fmla="*/ 8314221 w 11243827"/>
              <a:gd name="connsiteY90" fmla="*/ 5587682 h 5641173"/>
              <a:gd name="connsiteX91" fmla="*/ 8305502 w 11243827"/>
              <a:gd name="connsiteY91" fmla="*/ 5584868 h 5641173"/>
              <a:gd name="connsiteX92" fmla="*/ 8304962 w 11243827"/>
              <a:gd name="connsiteY92" fmla="*/ 5584007 h 5641173"/>
              <a:gd name="connsiteX93" fmla="*/ 8276324 w 11243827"/>
              <a:gd name="connsiteY93" fmla="*/ 5588260 h 5641173"/>
              <a:gd name="connsiteX94" fmla="*/ 8272522 w 11243827"/>
              <a:gd name="connsiteY94" fmla="*/ 5587226 h 5641173"/>
              <a:gd name="connsiteX95" fmla="*/ 8253857 w 11243827"/>
              <a:gd name="connsiteY95" fmla="*/ 5592043 h 5641173"/>
              <a:gd name="connsiteX96" fmla="*/ 8244212 w 11243827"/>
              <a:gd name="connsiteY96" fmla="*/ 5593439 h 5641173"/>
              <a:gd name="connsiteX97" fmla="*/ 8241488 w 11243827"/>
              <a:gd name="connsiteY97" fmla="*/ 5596085 h 5641173"/>
              <a:gd name="connsiteX98" fmla="*/ 8227256 w 11243827"/>
              <a:gd name="connsiteY98" fmla="*/ 5597005 h 5641173"/>
              <a:gd name="connsiteX99" fmla="*/ 8225619 w 11243827"/>
              <a:gd name="connsiteY99" fmla="*/ 5596262 h 5641173"/>
              <a:gd name="connsiteX100" fmla="*/ 8213882 w 11243827"/>
              <a:gd name="connsiteY100" fmla="*/ 5600179 h 5641173"/>
              <a:gd name="connsiteX101" fmla="*/ 8204045 w 11243827"/>
              <a:gd name="connsiteY101" fmla="*/ 5607275 h 5641173"/>
              <a:gd name="connsiteX102" fmla="*/ 8082989 w 11243827"/>
              <a:gd name="connsiteY102" fmla="*/ 5603160 h 5641173"/>
              <a:gd name="connsiteX103" fmla="*/ 7976942 w 11243827"/>
              <a:gd name="connsiteY103" fmla="*/ 5598455 h 5641173"/>
              <a:gd name="connsiteX104" fmla="*/ 7950121 w 11243827"/>
              <a:gd name="connsiteY104" fmla="*/ 5590893 h 5641173"/>
              <a:gd name="connsiteX105" fmla="*/ 7727691 w 11243827"/>
              <a:gd name="connsiteY105" fmla="*/ 5621064 h 5641173"/>
              <a:gd name="connsiteX106" fmla="*/ 7685998 w 11243827"/>
              <a:gd name="connsiteY106" fmla="*/ 5615564 h 5641173"/>
              <a:gd name="connsiteX107" fmla="*/ 7649302 w 11243827"/>
              <a:gd name="connsiteY107" fmla="*/ 5626541 h 5641173"/>
              <a:gd name="connsiteX108" fmla="*/ 7634083 w 11243827"/>
              <a:gd name="connsiteY108" fmla="*/ 5620862 h 5641173"/>
              <a:gd name="connsiteX109" fmla="*/ 7631455 w 11243827"/>
              <a:gd name="connsiteY109" fmla="*/ 5619708 h 5641173"/>
              <a:gd name="connsiteX110" fmla="*/ 7620952 w 11243827"/>
              <a:gd name="connsiteY110" fmla="*/ 5618872 h 5641173"/>
              <a:gd name="connsiteX111" fmla="*/ 7617992 w 11243827"/>
              <a:gd name="connsiteY111" fmla="*/ 5613914 h 5641173"/>
              <a:gd name="connsiteX112" fmla="*/ 7602182 w 11243827"/>
              <a:gd name="connsiteY112" fmla="*/ 5609271 h 5641173"/>
              <a:gd name="connsiteX113" fmla="*/ 7582847 w 11243827"/>
              <a:gd name="connsiteY113" fmla="*/ 5609047 h 5641173"/>
              <a:gd name="connsiteX114" fmla="*/ 7514158 w 11243827"/>
              <a:gd name="connsiteY114" fmla="*/ 5607737 h 5641173"/>
              <a:gd name="connsiteX115" fmla="*/ 7502955 w 11243827"/>
              <a:gd name="connsiteY115" fmla="*/ 5610415 h 5641173"/>
              <a:gd name="connsiteX116" fmla="*/ 7466391 w 11243827"/>
              <a:gd name="connsiteY116" fmla="*/ 5605949 h 5641173"/>
              <a:gd name="connsiteX117" fmla="*/ 7433806 w 11243827"/>
              <a:gd name="connsiteY117" fmla="*/ 5604945 h 5641173"/>
              <a:gd name="connsiteX118" fmla="*/ 7412693 w 11243827"/>
              <a:gd name="connsiteY118" fmla="*/ 5607075 h 5641173"/>
              <a:gd name="connsiteX119" fmla="*/ 7407159 w 11243827"/>
              <a:gd name="connsiteY119" fmla="*/ 5605310 h 5641173"/>
              <a:gd name="connsiteX120" fmla="*/ 7385900 w 11243827"/>
              <a:gd name="connsiteY120" fmla="*/ 5604171 h 5641173"/>
              <a:gd name="connsiteX121" fmla="*/ 7375071 w 11243827"/>
              <a:gd name="connsiteY121" fmla="*/ 5606788 h 5641173"/>
              <a:gd name="connsiteX122" fmla="*/ 7364382 w 11243827"/>
              <a:gd name="connsiteY122" fmla="*/ 5600762 h 5641173"/>
              <a:gd name="connsiteX123" fmla="*/ 7361770 w 11243827"/>
              <a:gd name="connsiteY123" fmla="*/ 5596347 h 5641173"/>
              <a:gd name="connsiteX124" fmla="*/ 7346641 w 11243827"/>
              <a:gd name="connsiteY124" fmla="*/ 5598329 h 5641173"/>
              <a:gd name="connsiteX125" fmla="*/ 7334238 w 11243827"/>
              <a:gd name="connsiteY125" fmla="*/ 5594014 h 5641173"/>
              <a:gd name="connsiteX126" fmla="*/ 7323426 w 11243827"/>
              <a:gd name="connsiteY126" fmla="*/ 5596835 h 5641173"/>
              <a:gd name="connsiteX127" fmla="*/ 7318938 w 11243827"/>
              <a:gd name="connsiteY127" fmla="*/ 5596200 h 5641173"/>
              <a:gd name="connsiteX128" fmla="*/ 7307784 w 11243827"/>
              <a:gd name="connsiteY128" fmla="*/ 5594065 h 5641173"/>
              <a:gd name="connsiteX129" fmla="*/ 7288540 w 11243827"/>
              <a:gd name="connsiteY129" fmla="*/ 5589320 h 5641173"/>
              <a:gd name="connsiteX130" fmla="*/ 7282537 w 11243827"/>
              <a:gd name="connsiteY130" fmla="*/ 5588660 h 5641173"/>
              <a:gd name="connsiteX131" fmla="*/ 7269466 w 11243827"/>
              <a:gd name="connsiteY131" fmla="*/ 5581404 h 5641173"/>
              <a:gd name="connsiteX132" fmla="*/ 7244165 w 11243827"/>
              <a:gd name="connsiteY132" fmla="*/ 5575200 h 5641173"/>
              <a:gd name="connsiteX133" fmla="*/ 7199619 w 11243827"/>
              <a:gd name="connsiteY133" fmla="*/ 5553550 h 5641173"/>
              <a:gd name="connsiteX134" fmla="*/ 7173434 w 11243827"/>
              <a:gd name="connsiteY134" fmla="*/ 5543219 h 5641173"/>
              <a:gd name="connsiteX135" fmla="*/ 7155718 w 11243827"/>
              <a:gd name="connsiteY135" fmla="*/ 5533697 h 5641173"/>
              <a:gd name="connsiteX136" fmla="*/ 7103430 w 11243827"/>
              <a:gd name="connsiteY136" fmla="*/ 5520249 h 5641173"/>
              <a:gd name="connsiteX137" fmla="*/ 7013746 w 11243827"/>
              <a:gd name="connsiteY137" fmla="*/ 5502470 h 5641173"/>
              <a:gd name="connsiteX138" fmla="*/ 6995379 w 11243827"/>
              <a:gd name="connsiteY138" fmla="*/ 5497693 h 5641173"/>
              <a:gd name="connsiteX139" fmla="*/ 6982475 w 11243827"/>
              <a:gd name="connsiteY139" fmla="*/ 5489641 h 5641173"/>
              <a:gd name="connsiteX140" fmla="*/ 6981994 w 11243827"/>
              <a:gd name="connsiteY140" fmla="*/ 5484335 h 5641173"/>
              <a:gd name="connsiteX141" fmla="*/ 6972355 w 11243827"/>
              <a:gd name="connsiteY141" fmla="*/ 5481074 h 5641173"/>
              <a:gd name="connsiteX142" fmla="*/ 6970394 w 11243827"/>
              <a:gd name="connsiteY142" fmla="*/ 5479383 h 5641173"/>
              <a:gd name="connsiteX143" fmla="*/ 6958543 w 11243827"/>
              <a:gd name="connsiteY143" fmla="*/ 5470507 h 5641173"/>
              <a:gd name="connsiteX144" fmla="*/ 6918276 w 11243827"/>
              <a:gd name="connsiteY144" fmla="*/ 5472034 h 5641173"/>
              <a:gd name="connsiteX145" fmla="*/ 6881046 w 11243827"/>
              <a:gd name="connsiteY145" fmla="*/ 5457070 h 5641173"/>
              <a:gd name="connsiteX146" fmla="*/ 6752164 w 11243827"/>
              <a:gd name="connsiteY146" fmla="*/ 5425021 h 5641173"/>
              <a:gd name="connsiteX147" fmla="*/ 6724964 w 11243827"/>
              <a:gd name="connsiteY147" fmla="*/ 5414071 h 5641173"/>
              <a:gd name="connsiteX148" fmla="*/ 6683286 w 11243827"/>
              <a:gd name="connsiteY148" fmla="*/ 5432830 h 5641173"/>
              <a:gd name="connsiteX149" fmla="*/ 6644277 w 11243827"/>
              <a:gd name="connsiteY149" fmla="*/ 5429684 h 5641173"/>
              <a:gd name="connsiteX150" fmla="*/ 6532914 w 11243827"/>
              <a:gd name="connsiteY150" fmla="*/ 5431205 h 5641173"/>
              <a:gd name="connsiteX151" fmla="*/ 6307459 w 11243827"/>
              <a:gd name="connsiteY151" fmla="*/ 5467087 h 5641173"/>
              <a:gd name="connsiteX152" fmla="*/ 6196243 w 11243827"/>
              <a:gd name="connsiteY152" fmla="*/ 5515042 h 5641173"/>
              <a:gd name="connsiteX153" fmla="*/ 6099124 w 11243827"/>
              <a:gd name="connsiteY153" fmla="*/ 5516848 h 5641173"/>
              <a:gd name="connsiteX154" fmla="*/ 6016077 w 11243827"/>
              <a:gd name="connsiteY154" fmla="*/ 5528642 h 5641173"/>
              <a:gd name="connsiteX155" fmla="*/ 6004389 w 11243827"/>
              <a:gd name="connsiteY155" fmla="*/ 5531206 h 5641173"/>
              <a:gd name="connsiteX156" fmla="*/ 5933945 w 11243827"/>
              <a:gd name="connsiteY156" fmla="*/ 5538840 h 5641173"/>
              <a:gd name="connsiteX157" fmla="*/ 5883936 w 11243827"/>
              <a:gd name="connsiteY157" fmla="*/ 5553807 h 5641173"/>
              <a:gd name="connsiteX158" fmla="*/ 5798331 w 11243827"/>
              <a:gd name="connsiteY158" fmla="*/ 5564248 h 5641173"/>
              <a:gd name="connsiteX159" fmla="*/ 5712738 w 11243827"/>
              <a:gd name="connsiteY159" fmla="*/ 5573120 h 5641173"/>
              <a:gd name="connsiteX160" fmla="*/ 5681342 w 11243827"/>
              <a:gd name="connsiteY160" fmla="*/ 5575621 h 5641173"/>
              <a:gd name="connsiteX161" fmla="*/ 5627167 w 11243827"/>
              <a:gd name="connsiteY161" fmla="*/ 5583215 h 5641173"/>
              <a:gd name="connsiteX162" fmla="*/ 5591414 w 11243827"/>
              <a:gd name="connsiteY162" fmla="*/ 5587695 h 5641173"/>
              <a:gd name="connsiteX163" fmla="*/ 5583028 w 11243827"/>
              <a:gd name="connsiteY163" fmla="*/ 5580877 h 5641173"/>
              <a:gd name="connsiteX164" fmla="*/ 5549426 w 11243827"/>
              <a:gd name="connsiteY164" fmla="*/ 5582858 h 5641173"/>
              <a:gd name="connsiteX165" fmla="*/ 5519999 w 11243827"/>
              <a:gd name="connsiteY165" fmla="*/ 5592246 h 5641173"/>
              <a:gd name="connsiteX166" fmla="*/ 5480028 w 11243827"/>
              <a:gd name="connsiteY166" fmla="*/ 5597282 h 5641173"/>
              <a:gd name="connsiteX167" fmla="*/ 5456175 w 11243827"/>
              <a:gd name="connsiteY167" fmla="*/ 5600371 h 5641173"/>
              <a:gd name="connsiteX168" fmla="*/ 5388463 w 11243827"/>
              <a:gd name="connsiteY168" fmla="*/ 5602638 h 5641173"/>
              <a:gd name="connsiteX169" fmla="*/ 5265898 w 11243827"/>
              <a:gd name="connsiteY169" fmla="*/ 5591830 h 5641173"/>
              <a:gd name="connsiteX170" fmla="*/ 5231231 w 11243827"/>
              <a:gd name="connsiteY170" fmla="*/ 5592790 h 5641173"/>
              <a:gd name="connsiteX171" fmla="*/ 5226996 w 11243827"/>
              <a:gd name="connsiteY171" fmla="*/ 5595040 h 5641173"/>
              <a:gd name="connsiteX172" fmla="*/ 5175988 w 11243827"/>
              <a:gd name="connsiteY172" fmla="*/ 5588131 h 5641173"/>
              <a:gd name="connsiteX173" fmla="*/ 5107470 w 11243827"/>
              <a:gd name="connsiteY173" fmla="*/ 5594771 h 5641173"/>
              <a:gd name="connsiteX174" fmla="*/ 5027868 w 11243827"/>
              <a:gd name="connsiteY174" fmla="*/ 5605624 h 5641173"/>
              <a:gd name="connsiteX175" fmla="*/ 5007324 w 11243827"/>
              <a:gd name="connsiteY175" fmla="*/ 5609209 h 5641173"/>
              <a:gd name="connsiteX176" fmla="*/ 4952559 w 11243827"/>
              <a:gd name="connsiteY176" fmla="*/ 5611402 h 5641173"/>
              <a:gd name="connsiteX177" fmla="*/ 4826081 w 11243827"/>
              <a:gd name="connsiteY177" fmla="*/ 5616191 h 5641173"/>
              <a:gd name="connsiteX178" fmla="*/ 4823501 w 11243827"/>
              <a:gd name="connsiteY178" fmla="*/ 5619174 h 5641173"/>
              <a:gd name="connsiteX179" fmla="*/ 4813093 w 11243827"/>
              <a:gd name="connsiteY179" fmla="*/ 5620026 h 5641173"/>
              <a:gd name="connsiteX180" fmla="*/ 4810563 w 11243827"/>
              <a:gd name="connsiteY180" fmla="*/ 5620787 h 5641173"/>
              <a:gd name="connsiteX181" fmla="*/ 4795818 w 11243827"/>
              <a:gd name="connsiteY181" fmla="*/ 5624618 h 5641173"/>
              <a:gd name="connsiteX182" fmla="*/ 4758404 w 11243827"/>
              <a:gd name="connsiteY182" fmla="*/ 5619510 h 5641173"/>
              <a:gd name="connsiteX183" fmla="*/ 4717254 w 11243827"/>
              <a:gd name="connsiteY183" fmla="*/ 5624155 h 5641173"/>
              <a:gd name="connsiteX184" fmla="*/ 4591958 w 11243827"/>
              <a:gd name="connsiteY184" fmla="*/ 5624710 h 5641173"/>
              <a:gd name="connsiteX185" fmla="*/ 4476215 w 11243827"/>
              <a:gd name="connsiteY185" fmla="*/ 5628210 h 5641173"/>
              <a:gd name="connsiteX186" fmla="*/ 4425193 w 11243827"/>
              <a:gd name="connsiteY186" fmla="*/ 5627414 h 5641173"/>
              <a:gd name="connsiteX187" fmla="*/ 4383866 w 11243827"/>
              <a:gd name="connsiteY187" fmla="*/ 5626546 h 5641173"/>
              <a:gd name="connsiteX188" fmla="*/ 4385596 w 11243827"/>
              <a:gd name="connsiteY188" fmla="*/ 5634646 h 5641173"/>
              <a:gd name="connsiteX189" fmla="*/ 4360864 w 11243827"/>
              <a:gd name="connsiteY189" fmla="*/ 5641173 h 5641173"/>
              <a:gd name="connsiteX190" fmla="*/ 4328321 w 11243827"/>
              <a:gd name="connsiteY190" fmla="*/ 5626332 h 5641173"/>
              <a:gd name="connsiteX191" fmla="*/ 4309842 w 11243827"/>
              <a:gd name="connsiteY191" fmla="*/ 5626471 h 5641173"/>
              <a:gd name="connsiteX192" fmla="*/ 4277424 w 11243827"/>
              <a:gd name="connsiteY192" fmla="*/ 5631598 h 5641173"/>
              <a:gd name="connsiteX193" fmla="*/ 4266627 w 11243827"/>
              <a:gd name="connsiteY193" fmla="*/ 5633969 h 5641173"/>
              <a:gd name="connsiteX194" fmla="*/ 4185525 w 11243827"/>
              <a:gd name="connsiteY194" fmla="*/ 5617508 h 5641173"/>
              <a:gd name="connsiteX195" fmla="*/ 4177617 w 11243827"/>
              <a:gd name="connsiteY195" fmla="*/ 5610903 h 5641173"/>
              <a:gd name="connsiteX196" fmla="*/ 4136948 w 11243827"/>
              <a:gd name="connsiteY196" fmla="*/ 5608031 h 5641173"/>
              <a:gd name="connsiteX197" fmla="*/ 4132323 w 11243827"/>
              <a:gd name="connsiteY197" fmla="*/ 5609784 h 5641173"/>
              <a:gd name="connsiteX198" fmla="*/ 4098620 w 11243827"/>
              <a:gd name="connsiteY198" fmla="*/ 5599672 h 5641173"/>
              <a:gd name="connsiteX199" fmla="*/ 3963475 w 11243827"/>
              <a:gd name="connsiteY199" fmla="*/ 5581841 h 5641173"/>
              <a:gd name="connsiteX200" fmla="*/ 3703613 w 11243827"/>
              <a:gd name="connsiteY200" fmla="*/ 5572482 h 5641173"/>
              <a:gd name="connsiteX201" fmla="*/ 3432987 w 11243827"/>
              <a:gd name="connsiteY201" fmla="*/ 5545768 h 5641173"/>
              <a:gd name="connsiteX202" fmla="*/ 3176381 w 11243827"/>
              <a:gd name="connsiteY202" fmla="*/ 5556110 h 5641173"/>
              <a:gd name="connsiteX203" fmla="*/ 2710156 w 11243827"/>
              <a:gd name="connsiteY203" fmla="*/ 5527517 h 5641173"/>
              <a:gd name="connsiteX204" fmla="*/ 2550206 w 11243827"/>
              <a:gd name="connsiteY204" fmla="*/ 5524958 h 5641173"/>
              <a:gd name="connsiteX205" fmla="*/ 2443041 w 11243827"/>
              <a:gd name="connsiteY205" fmla="*/ 5523990 h 5641173"/>
              <a:gd name="connsiteX206" fmla="*/ 2435613 w 11243827"/>
              <a:gd name="connsiteY206" fmla="*/ 5526704 h 5641173"/>
              <a:gd name="connsiteX207" fmla="*/ 2405682 w 11243827"/>
              <a:gd name="connsiteY207" fmla="*/ 5528307 h 5641173"/>
              <a:gd name="connsiteX208" fmla="*/ 2397487 w 11243827"/>
              <a:gd name="connsiteY208" fmla="*/ 5540337 h 5641173"/>
              <a:gd name="connsiteX209" fmla="*/ 2297454 w 11243827"/>
              <a:gd name="connsiteY209" fmla="*/ 5550765 h 5641173"/>
              <a:gd name="connsiteX210" fmla="*/ 2056700 w 11243827"/>
              <a:gd name="connsiteY210" fmla="*/ 5555489 h 5641173"/>
              <a:gd name="connsiteX211" fmla="*/ 1878530 w 11243827"/>
              <a:gd name="connsiteY211" fmla="*/ 5535330 h 5641173"/>
              <a:gd name="connsiteX212" fmla="*/ 1859292 w 11243827"/>
              <a:gd name="connsiteY212" fmla="*/ 5535461 h 5641173"/>
              <a:gd name="connsiteX213" fmla="*/ 1835626 w 11243827"/>
              <a:gd name="connsiteY213" fmla="*/ 5533793 h 5641173"/>
              <a:gd name="connsiteX214" fmla="*/ 1798939 w 11243827"/>
              <a:gd name="connsiteY214" fmla="*/ 5540285 h 5641173"/>
              <a:gd name="connsiteX215" fmla="*/ 1779046 w 11243827"/>
              <a:gd name="connsiteY215" fmla="*/ 5549949 h 5641173"/>
              <a:gd name="connsiteX216" fmla="*/ 1772421 w 11243827"/>
              <a:gd name="connsiteY216" fmla="*/ 5549018 h 5641173"/>
              <a:gd name="connsiteX217" fmla="*/ 1772052 w 11243827"/>
              <a:gd name="connsiteY217" fmla="*/ 5545689 h 5641173"/>
              <a:gd name="connsiteX218" fmla="*/ 1711543 w 11243827"/>
              <a:gd name="connsiteY218" fmla="*/ 5534558 h 5641173"/>
              <a:gd name="connsiteX219" fmla="*/ 1631462 w 11243827"/>
              <a:gd name="connsiteY219" fmla="*/ 5491807 h 5641173"/>
              <a:gd name="connsiteX220" fmla="*/ 1538763 w 11243827"/>
              <a:gd name="connsiteY220" fmla="*/ 5482781 h 5641173"/>
              <a:gd name="connsiteX221" fmla="*/ 1501533 w 11243827"/>
              <a:gd name="connsiteY221" fmla="*/ 5467817 h 5641173"/>
              <a:gd name="connsiteX222" fmla="*/ 1461266 w 11243827"/>
              <a:gd name="connsiteY222" fmla="*/ 5469343 h 5641173"/>
              <a:gd name="connsiteX223" fmla="*/ 1449415 w 11243827"/>
              <a:gd name="connsiteY223" fmla="*/ 5460467 h 5641173"/>
              <a:gd name="connsiteX224" fmla="*/ 1447454 w 11243827"/>
              <a:gd name="connsiteY224" fmla="*/ 5458776 h 5641173"/>
              <a:gd name="connsiteX225" fmla="*/ 1437814 w 11243827"/>
              <a:gd name="connsiteY225" fmla="*/ 5455515 h 5641173"/>
              <a:gd name="connsiteX226" fmla="*/ 1437334 w 11243827"/>
              <a:gd name="connsiteY226" fmla="*/ 5450209 h 5641173"/>
              <a:gd name="connsiteX227" fmla="*/ 1424429 w 11243827"/>
              <a:gd name="connsiteY227" fmla="*/ 5442157 h 5641173"/>
              <a:gd name="connsiteX228" fmla="*/ 1406063 w 11243827"/>
              <a:gd name="connsiteY228" fmla="*/ 5437380 h 5641173"/>
              <a:gd name="connsiteX229" fmla="*/ 1316379 w 11243827"/>
              <a:gd name="connsiteY229" fmla="*/ 5419601 h 5641173"/>
              <a:gd name="connsiteX230" fmla="*/ 1264090 w 11243827"/>
              <a:gd name="connsiteY230" fmla="*/ 5406153 h 5641173"/>
              <a:gd name="connsiteX231" fmla="*/ 1246374 w 11243827"/>
              <a:gd name="connsiteY231" fmla="*/ 5396631 h 5641173"/>
              <a:gd name="connsiteX232" fmla="*/ 1220190 w 11243827"/>
              <a:gd name="connsiteY232" fmla="*/ 5386301 h 5641173"/>
              <a:gd name="connsiteX233" fmla="*/ 1175643 w 11243827"/>
              <a:gd name="connsiteY233" fmla="*/ 5364651 h 5641173"/>
              <a:gd name="connsiteX234" fmla="*/ 1150342 w 11243827"/>
              <a:gd name="connsiteY234" fmla="*/ 5358447 h 5641173"/>
              <a:gd name="connsiteX235" fmla="*/ 1112024 w 11243827"/>
              <a:gd name="connsiteY235" fmla="*/ 5345786 h 5641173"/>
              <a:gd name="connsiteX236" fmla="*/ 1100870 w 11243827"/>
              <a:gd name="connsiteY236" fmla="*/ 5343651 h 5641173"/>
              <a:gd name="connsiteX237" fmla="*/ 1096383 w 11243827"/>
              <a:gd name="connsiteY237" fmla="*/ 5343015 h 5641173"/>
              <a:gd name="connsiteX238" fmla="*/ 1058039 w 11243827"/>
              <a:gd name="connsiteY238" fmla="*/ 5343504 h 5641173"/>
              <a:gd name="connsiteX239" fmla="*/ 1055426 w 11243827"/>
              <a:gd name="connsiteY239" fmla="*/ 5339088 h 5641173"/>
              <a:gd name="connsiteX240" fmla="*/ 1044738 w 11243827"/>
              <a:gd name="connsiteY240" fmla="*/ 5333063 h 5641173"/>
              <a:gd name="connsiteX241" fmla="*/ 1033909 w 11243827"/>
              <a:gd name="connsiteY241" fmla="*/ 5335680 h 5641173"/>
              <a:gd name="connsiteX242" fmla="*/ 1012649 w 11243827"/>
              <a:gd name="connsiteY242" fmla="*/ 5334541 h 5641173"/>
              <a:gd name="connsiteX243" fmla="*/ 1007115 w 11243827"/>
              <a:gd name="connsiteY243" fmla="*/ 5332775 h 5641173"/>
              <a:gd name="connsiteX244" fmla="*/ 987447 w 11243827"/>
              <a:gd name="connsiteY244" fmla="*/ 5346462 h 5641173"/>
              <a:gd name="connsiteX245" fmla="*/ 953418 w 11243827"/>
              <a:gd name="connsiteY245" fmla="*/ 5333901 h 5641173"/>
              <a:gd name="connsiteX246" fmla="*/ 916854 w 11243827"/>
              <a:gd name="connsiteY246" fmla="*/ 5329435 h 5641173"/>
              <a:gd name="connsiteX247" fmla="*/ 905651 w 11243827"/>
              <a:gd name="connsiteY247" fmla="*/ 5332114 h 5641173"/>
              <a:gd name="connsiteX248" fmla="*/ 838405 w 11243827"/>
              <a:gd name="connsiteY248" fmla="*/ 5339470 h 5641173"/>
              <a:gd name="connsiteX249" fmla="*/ 817627 w 11243827"/>
              <a:gd name="connsiteY249" fmla="*/ 5330580 h 5641173"/>
              <a:gd name="connsiteX250" fmla="*/ 801817 w 11243827"/>
              <a:gd name="connsiteY250" fmla="*/ 5325937 h 5641173"/>
              <a:gd name="connsiteX251" fmla="*/ 798857 w 11243827"/>
              <a:gd name="connsiteY251" fmla="*/ 5320979 h 5641173"/>
              <a:gd name="connsiteX252" fmla="*/ 788354 w 11243827"/>
              <a:gd name="connsiteY252" fmla="*/ 5320143 h 5641173"/>
              <a:gd name="connsiteX253" fmla="*/ 785726 w 11243827"/>
              <a:gd name="connsiteY253" fmla="*/ 5318989 h 5641173"/>
              <a:gd name="connsiteX254" fmla="*/ 770507 w 11243827"/>
              <a:gd name="connsiteY254" fmla="*/ 5313309 h 5641173"/>
              <a:gd name="connsiteX255" fmla="*/ 733810 w 11243827"/>
              <a:gd name="connsiteY255" fmla="*/ 5324286 h 5641173"/>
              <a:gd name="connsiteX256" fmla="*/ 692117 w 11243827"/>
              <a:gd name="connsiteY256" fmla="*/ 5318786 h 5641173"/>
              <a:gd name="connsiteX257" fmla="*/ 574943 w 11243827"/>
              <a:gd name="connsiteY257" fmla="*/ 5327578 h 5641173"/>
              <a:gd name="connsiteX258" fmla="*/ 441302 w 11243827"/>
              <a:gd name="connsiteY258" fmla="*/ 5307062 h 5641173"/>
              <a:gd name="connsiteX259" fmla="*/ 336819 w 11243827"/>
              <a:gd name="connsiteY259" fmla="*/ 5336690 h 5641173"/>
              <a:gd name="connsiteX260" fmla="*/ 270932 w 11243827"/>
              <a:gd name="connsiteY260" fmla="*/ 5345451 h 5641173"/>
              <a:gd name="connsiteX261" fmla="*/ 194189 w 11243827"/>
              <a:gd name="connsiteY261" fmla="*/ 5343588 h 5641173"/>
              <a:gd name="connsiteX262" fmla="*/ 192552 w 11243827"/>
              <a:gd name="connsiteY262" fmla="*/ 5342845 h 5641173"/>
              <a:gd name="connsiteX263" fmla="*/ 178320 w 11243827"/>
              <a:gd name="connsiteY263" fmla="*/ 5343766 h 5641173"/>
              <a:gd name="connsiteX264" fmla="*/ 175596 w 11243827"/>
              <a:gd name="connsiteY264" fmla="*/ 5346411 h 5641173"/>
              <a:gd name="connsiteX265" fmla="*/ 147287 w 11243827"/>
              <a:gd name="connsiteY265" fmla="*/ 5352625 h 5641173"/>
              <a:gd name="connsiteX266" fmla="*/ 114847 w 11243827"/>
              <a:gd name="connsiteY266" fmla="*/ 5355844 h 5641173"/>
              <a:gd name="connsiteX267" fmla="*/ 114306 w 11243827"/>
              <a:gd name="connsiteY267" fmla="*/ 5354983 h 5641173"/>
              <a:gd name="connsiteX268" fmla="*/ 89264 w 11243827"/>
              <a:gd name="connsiteY268" fmla="*/ 5348886 h 5641173"/>
              <a:gd name="connsiteX269" fmla="*/ 49794 w 11243827"/>
              <a:gd name="connsiteY269" fmla="*/ 5329950 h 5641173"/>
              <a:gd name="connsiteX270" fmla="*/ 19924 w 11243827"/>
              <a:gd name="connsiteY270" fmla="*/ 5334282 h 5641173"/>
              <a:gd name="connsiteX271" fmla="*/ 13819 w 11243827"/>
              <a:gd name="connsiteY271" fmla="*/ 5334653 h 5641173"/>
              <a:gd name="connsiteX272" fmla="*/ 13657 w 11243827"/>
              <a:gd name="connsiteY272" fmla="*/ 5334455 h 5641173"/>
              <a:gd name="connsiteX273" fmla="*/ 7139 w 11243827"/>
              <a:gd name="connsiteY273" fmla="*/ 5334438 h 5641173"/>
              <a:gd name="connsiteX274" fmla="*/ 2684 w 11243827"/>
              <a:gd name="connsiteY274" fmla="*/ 5335333 h 5641173"/>
              <a:gd name="connsiteX275" fmla="*/ 0 w 11243827"/>
              <a:gd name="connsiteY275" fmla="*/ 5335496 h 5641173"/>
              <a:gd name="connsiteX276" fmla="*/ 0 w 11243827"/>
              <a:gd name="connsiteY276" fmla="*/ 10592 h 5641173"/>
              <a:gd name="connsiteX277" fmla="*/ 11243827 w 11243827"/>
              <a:gd name="connsiteY277" fmla="*/ 0 h 5641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Lst>
            <a:rect l="l" t="t" r="r" b="b"/>
            <a:pathLst>
              <a:path w="11243827" h="5641173">
                <a:moveTo>
                  <a:pt x="11243827" y="0"/>
                </a:moveTo>
                <a:lnTo>
                  <a:pt x="11243827" y="5209610"/>
                </a:lnTo>
                <a:lnTo>
                  <a:pt x="11240675" y="5210442"/>
                </a:lnTo>
                <a:cubicBezTo>
                  <a:pt x="11212687" y="5216721"/>
                  <a:pt x="11197241" y="5217028"/>
                  <a:pt x="11179959" y="5221199"/>
                </a:cubicBezTo>
                <a:cubicBezTo>
                  <a:pt x="11151979" y="5230882"/>
                  <a:pt x="11122378" y="5252850"/>
                  <a:pt x="11105493" y="5259905"/>
                </a:cubicBezTo>
                <a:lnTo>
                  <a:pt x="11078640" y="5263531"/>
                </a:lnTo>
                <a:lnTo>
                  <a:pt x="11079616" y="5270380"/>
                </a:lnTo>
                <a:lnTo>
                  <a:pt x="11069641" y="5270884"/>
                </a:lnTo>
                <a:lnTo>
                  <a:pt x="11047377" y="5271051"/>
                </a:lnTo>
                <a:cubicBezTo>
                  <a:pt x="11033483" y="5272087"/>
                  <a:pt x="10994850" y="5270445"/>
                  <a:pt x="10980705" y="5272951"/>
                </a:cubicBezTo>
                <a:cubicBezTo>
                  <a:pt x="10976625" y="5280257"/>
                  <a:pt x="10970327" y="5284239"/>
                  <a:pt x="10962514" y="5286084"/>
                </a:cubicBezTo>
                <a:lnTo>
                  <a:pt x="10945307" y="5286290"/>
                </a:lnTo>
                <a:lnTo>
                  <a:pt x="10845516" y="5303894"/>
                </a:lnTo>
                <a:lnTo>
                  <a:pt x="10831795" y="5305210"/>
                </a:lnTo>
                <a:lnTo>
                  <a:pt x="10824365" y="5311111"/>
                </a:lnTo>
                <a:cubicBezTo>
                  <a:pt x="10818692" y="5312290"/>
                  <a:pt x="10802397" y="5311529"/>
                  <a:pt x="10797756" y="5312285"/>
                </a:cubicBezTo>
                <a:lnTo>
                  <a:pt x="10796525" y="5315645"/>
                </a:lnTo>
                <a:cubicBezTo>
                  <a:pt x="10781742" y="5321013"/>
                  <a:pt x="10726138" y="5338890"/>
                  <a:pt x="10709063" y="5344492"/>
                </a:cubicBezTo>
                <a:cubicBezTo>
                  <a:pt x="10705652" y="5339328"/>
                  <a:pt x="10698014" y="5347484"/>
                  <a:pt x="10694078" y="5349258"/>
                </a:cubicBezTo>
                <a:cubicBezTo>
                  <a:pt x="10693469" y="5345779"/>
                  <a:pt x="10683941" y="5344718"/>
                  <a:pt x="10681131" y="5347812"/>
                </a:cubicBezTo>
                <a:cubicBezTo>
                  <a:pt x="10614153" y="5364782"/>
                  <a:pt x="10647679" y="5329716"/>
                  <a:pt x="10609448" y="5351931"/>
                </a:cubicBezTo>
                <a:cubicBezTo>
                  <a:pt x="10602685" y="5353403"/>
                  <a:pt x="10597204" y="5352000"/>
                  <a:pt x="10592397" y="5349402"/>
                </a:cubicBezTo>
                <a:lnTo>
                  <a:pt x="10585227" y="5344063"/>
                </a:lnTo>
                <a:lnTo>
                  <a:pt x="10557472" y="5354151"/>
                </a:lnTo>
                <a:cubicBezTo>
                  <a:pt x="10543800" y="5357667"/>
                  <a:pt x="10529411" y="5359999"/>
                  <a:pt x="10514646" y="5361064"/>
                </a:cubicBezTo>
                <a:cubicBezTo>
                  <a:pt x="10511333" y="5353956"/>
                  <a:pt x="10499744" y="5364054"/>
                  <a:pt x="10494292" y="5366054"/>
                </a:cubicBezTo>
                <a:cubicBezTo>
                  <a:pt x="10494236" y="5361412"/>
                  <a:pt x="10482156" y="5359187"/>
                  <a:pt x="10477869" y="5363025"/>
                </a:cubicBezTo>
                <a:cubicBezTo>
                  <a:pt x="10387782" y="5379617"/>
                  <a:pt x="10438473" y="5336257"/>
                  <a:pt x="10384411" y="5362257"/>
                </a:cubicBezTo>
                <a:cubicBezTo>
                  <a:pt x="10375368" y="5363613"/>
                  <a:pt x="10368582" y="5361287"/>
                  <a:pt x="10362921" y="5357444"/>
                </a:cubicBezTo>
                <a:lnTo>
                  <a:pt x="10352736" y="5347851"/>
                </a:lnTo>
                <a:lnTo>
                  <a:pt x="10344754" y="5351272"/>
                </a:lnTo>
                <a:cubicBezTo>
                  <a:pt x="10314632" y="5351540"/>
                  <a:pt x="10305751" y="5341709"/>
                  <a:pt x="10288226" y="5351613"/>
                </a:cubicBezTo>
                <a:cubicBezTo>
                  <a:pt x="10262327" y="5331026"/>
                  <a:pt x="10271048" y="5349560"/>
                  <a:pt x="10251350" y="5352711"/>
                </a:cubicBezTo>
                <a:cubicBezTo>
                  <a:pt x="10235810" y="5356816"/>
                  <a:pt x="10264339" y="5364714"/>
                  <a:pt x="10249108" y="5365881"/>
                </a:cubicBezTo>
                <a:cubicBezTo>
                  <a:pt x="10232632" y="5360566"/>
                  <a:pt x="10233406" y="5377073"/>
                  <a:pt x="10216272" y="5370573"/>
                </a:cubicBezTo>
                <a:cubicBezTo>
                  <a:pt x="10220434" y="5358137"/>
                  <a:pt x="10182459" y="5372984"/>
                  <a:pt x="10181278" y="5362119"/>
                </a:cubicBezTo>
                <a:cubicBezTo>
                  <a:pt x="10166724" y="5377655"/>
                  <a:pt x="10159412" y="5358516"/>
                  <a:pt x="10140033" y="5363304"/>
                </a:cubicBezTo>
                <a:cubicBezTo>
                  <a:pt x="10130907" y="5369181"/>
                  <a:pt x="10124323" y="5370190"/>
                  <a:pt x="10115353" y="5363869"/>
                </a:cubicBezTo>
                <a:cubicBezTo>
                  <a:pt x="10073314" y="5392482"/>
                  <a:pt x="10089920" y="5365150"/>
                  <a:pt x="10050578" y="5376153"/>
                </a:cubicBezTo>
                <a:cubicBezTo>
                  <a:pt x="10016683" y="5387725"/>
                  <a:pt x="9978260" y="5395233"/>
                  <a:pt x="9945478" y="5422859"/>
                </a:cubicBezTo>
                <a:cubicBezTo>
                  <a:pt x="9939461" y="5430686"/>
                  <a:pt x="9924686" y="5433649"/>
                  <a:pt x="9912481" y="5429477"/>
                </a:cubicBezTo>
                <a:cubicBezTo>
                  <a:pt x="9910384" y="5428759"/>
                  <a:pt x="9908438" y="5427851"/>
                  <a:pt x="9906713" y="5426784"/>
                </a:cubicBezTo>
                <a:cubicBezTo>
                  <a:pt x="9878372" y="5431011"/>
                  <a:pt x="9774714" y="5449885"/>
                  <a:pt x="9742436" y="5454834"/>
                </a:cubicBezTo>
                <a:cubicBezTo>
                  <a:pt x="9739822" y="5444779"/>
                  <a:pt x="9723500" y="5462923"/>
                  <a:pt x="9713044" y="5456476"/>
                </a:cubicBezTo>
                <a:cubicBezTo>
                  <a:pt x="9705555" y="5450821"/>
                  <a:pt x="9698855" y="5455006"/>
                  <a:pt x="9691033" y="5455451"/>
                </a:cubicBezTo>
                <a:cubicBezTo>
                  <a:pt x="9680728" y="5451004"/>
                  <a:pt x="9647117" y="5459035"/>
                  <a:pt x="9638355" y="5464794"/>
                </a:cubicBezTo>
                <a:cubicBezTo>
                  <a:pt x="9617415" y="5484808"/>
                  <a:pt x="9569832" y="5469945"/>
                  <a:pt x="9552434" y="5485280"/>
                </a:cubicBezTo>
                <a:cubicBezTo>
                  <a:pt x="9546122" y="5487529"/>
                  <a:pt x="9539945" y="5488440"/>
                  <a:pt x="9533883" y="5488516"/>
                </a:cubicBezTo>
                <a:lnTo>
                  <a:pt x="9516916" y="5486828"/>
                </a:lnTo>
                <a:lnTo>
                  <a:pt x="9512093" y="5482541"/>
                </a:lnTo>
                <a:lnTo>
                  <a:pt x="9501725" y="5483603"/>
                </a:lnTo>
                <a:lnTo>
                  <a:pt x="9498754" y="5482951"/>
                </a:lnTo>
                <a:cubicBezTo>
                  <a:pt x="9493078" y="5481686"/>
                  <a:pt x="9487476" y="5480586"/>
                  <a:pt x="9481932" y="5480151"/>
                </a:cubicBezTo>
                <a:cubicBezTo>
                  <a:pt x="9489223" y="5501646"/>
                  <a:pt x="9435971" y="5479991"/>
                  <a:pt x="9451321" y="5497375"/>
                </a:cubicBezTo>
                <a:cubicBezTo>
                  <a:pt x="9422124" y="5498722"/>
                  <a:pt x="9444395" y="5514914"/>
                  <a:pt x="9409298" y="5499478"/>
                </a:cubicBezTo>
                <a:cubicBezTo>
                  <a:pt x="9363968" y="5517055"/>
                  <a:pt x="9350073" y="5507226"/>
                  <a:pt x="9303056" y="5519093"/>
                </a:cubicBezTo>
                <a:cubicBezTo>
                  <a:pt x="9272929" y="5515489"/>
                  <a:pt x="9242312" y="5519100"/>
                  <a:pt x="9229078" y="5524154"/>
                </a:cubicBezTo>
                <a:cubicBezTo>
                  <a:pt x="9244549" y="5484199"/>
                  <a:pt x="9198133" y="5512463"/>
                  <a:pt x="9165105" y="5532892"/>
                </a:cubicBezTo>
                <a:cubicBezTo>
                  <a:pt x="9128348" y="5546691"/>
                  <a:pt x="9105217" y="5601124"/>
                  <a:pt x="9077301" y="5580356"/>
                </a:cubicBezTo>
                <a:cubicBezTo>
                  <a:pt x="9034770" y="5585424"/>
                  <a:pt x="9004654" y="5606346"/>
                  <a:pt x="8960065" y="5597982"/>
                </a:cubicBezTo>
                <a:cubicBezTo>
                  <a:pt x="8958681" y="5601368"/>
                  <a:pt x="8956414" y="5604204"/>
                  <a:pt x="8953536" y="5606638"/>
                </a:cubicBezTo>
                <a:lnTo>
                  <a:pt x="8943907" y="5612541"/>
                </a:lnTo>
                <a:lnTo>
                  <a:pt x="8942046" y="5612112"/>
                </a:lnTo>
                <a:cubicBezTo>
                  <a:pt x="8934733" y="5612036"/>
                  <a:pt x="8930989" y="5613463"/>
                  <a:pt x="8928824" y="5615549"/>
                </a:cubicBezTo>
                <a:lnTo>
                  <a:pt x="8927294" y="5618607"/>
                </a:lnTo>
                <a:lnTo>
                  <a:pt x="8918651" y="5621688"/>
                </a:lnTo>
                <a:lnTo>
                  <a:pt x="8902772" y="5629703"/>
                </a:lnTo>
                <a:lnTo>
                  <a:pt x="8898724" y="5629379"/>
                </a:lnTo>
                <a:lnTo>
                  <a:pt x="8873099" y="5638628"/>
                </a:lnTo>
                <a:lnTo>
                  <a:pt x="8872234" y="5637889"/>
                </a:lnTo>
                <a:cubicBezTo>
                  <a:pt x="8869712" y="5636443"/>
                  <a:pt x="8866744" y="5635774"/>
                  <a:pt x="8862777" y="5636711"/>
                </a:cubicBezTo>
                <a:cubicBezTo>
                  <a:pt x="8861373" y="5622581"/>
                  <a:pt x="8857449" y="5632426"/>
                  <a:pt x="8845869" y="5636436"/>
                </a:cubicBezTo>
                <a:cubicBezTo>
                  <a:pt x="8841103" y="5615386"/>
                  <a:pt x="8812729" y="5634444"/>
                  <a:pt x="8800548" y="5625084"/>
                </a:cubicBezTo>
                <a:cubicBezTo>
                  <a:pt x="8792146" y="5628504"/>
                  <a:pt x="8783174" y="5631737"/>
                  <a:pt x="8773774" y="5634630"/>
                </a:cubicBezTo>
                <a:lnTo>
                  <a:pt x="8698255" y="5636083"/>
                </a:lnTo>
                <a:lnTo>
                  <a:pt x="8619167" y="5619130"/>
                </a:lnTo>
                <a:cubicBezTo>
                  <a:pt x="8589913" y="5618762"/>
                  <a:pt x="8564581" y="5612466"/>
                  <a:pt x="8539822" y="5616905"/>
                </a:cubicBezTo>
                <a:cubicBezTo>
                  <a:pt x="8529764" y="5612008"/>
                  <a:pt x="8520285" y="5610031"/>
                  <a:pt x="8511094" y="5617360"/>
                </a:cubicBezTo>
                <a:cubicBezTo>
                  <a:pt x="8483794" y="5614914"/>
                  <a:pt x="8477184" y="5604447"/>
                  <a:pt x="8459886" y="5612612"/>
                </a:cubicBezTo>
                <a:cubicBezTo>
                  <a:pt x="8444548" y="5595681"/>
                  <a:pt x="8443640" y="5602142"/>
                  <a:pt x="8436432" y="5606990"/>
                </a:cubicBezTo>
                <a:lnTo>
                  <a:pt x="8435403" y="5607336"/>
                </a:lnTo>
                <a:lnTo>
                  <a:pt x="8433307" y="5604917"/>
                </a:lnTo>
                <a:lnTo>
                  <a:pt x="8428968" y="5603796"/>
                </a:lnTo>
                <a:lnTo>
                  <a:pt x="8417124" y="5604518"/>
                </a:lnTo>
                <a:lnTo>
                  <a:pt x="8412669" y="5605413"/>
                </a:lnTo>
                <a:cubicBezTo>
                  <a:pt x="8409601" y="5605797"/>
                  <a:pt x="8407563" y="5605754"/>
                  <a:pt x="8406152" y="5605396"/>
                </a:cubicBezTo>
                <a:lnTo>
                  <a:pt x="8405989" y="5605197"/>
                </a:lnTo>
                <a:lnTo>
                  <a:pt x="8399884" y="5605568"/>
                </a:lnTo>
                <a:cubicBezTo>
                  <a:pt x="8389582" y="5606652"/>
                  <a:pt x="8379557" y="5608135"/>
                  <a:pt x="8370014" y="5609900"/>
                </a:cubicBezTo>
                <a:cubicBezTo>
                  <a:pt x="8361945" y="5598787"/>
                  <a:pt x="8326685" y="5611914"/>
                  <a:pt x="8330544" y="5590964"/>
                </a:cubicBezTo>
                <a:cubicBezTo>
                  <a:pt x="8317672" y="5592723"/>
                  <a:pt x="8309886" y="5601422"/>
                  <a:pt x="8314221" y="5587682"/>
                </a:cubicBezTo>
                <a:cubicBezTo>
                  <a:pt x="8309983" y="5587866"/>
                  <a:pt x="8307372" y="5586698"/>
                  <a:pt x="8305502" y="5584868"/>
                </a:cubicBezTo>
                <a:lnTo>
                  <a:pt x="8304962" y="5584007"/>
                </a:lnTo>
                <a:lnTo>
                  <a:pt x="8276324" y="5588260"/>
                </a:lnTo>
                <a:lnTo>
                  <a:pt x="8272522" y="5587226"/>
                </a:lnTo>
                <a:lnTo>
                  <a:pt x="8253857" y="5592043"/>
                </a:lnTo>
                <a:lnTo>
                  <a:pt x="8244212" y="5593439"/>
                </a:lnTo>
                <a:lnTo>
                  <a:pt x="8241488" y="5596085"/>
                </a:lnTo>
                <a:cubicBezTo>
                  <a:pt x="8238546" y="5597691"/>
                  <a:pt x="8234330" y="5598384"/>
                  <a:pt x="8227256" y="5597005"/>
                </a:cubicBezTo>
                <a:lnTo>
                  <a:pt x="8225619" y="5596262"/>
                </a:lnTo>
                <a:lnTo>
                  <a:pt x="8213882" y="5600179"/>
                </a:lnTo>
                <a:cubicBezTo>
                  <a:pt x="8210102" y="5601988"/>
                  <a:pt x="8206755" y="5604291"/>
                  <a:pt x="8204045" y="5607275"/>
                </a:cubicBezTo>
                <a:cubicBezTo>
                  <a:pt x="8164079" y="5591326"/>
                  <a:pt x="8126369" y="5605919"/>
                  <a:pt x="8082989" y="5603160"/>
                </a:cubicBezTo>
                <a:cubicBezTo>
                  <a:pt x="8034449" y="5606898"/>
                  <a:pt x="8008954" y="5596936"/>
                  <a:pt x="7976942" y="5598455"/>
                </a:cubicBezTo>
                <a:cubicBezTo>
                  <a:pt x="7962042" y="5600916"/>
                  <a:pt x="7941729" y="5599827"/>
                  <a:pt x="7950121" y="5590893"/>
                </a:cubicBezTo>
                <a:cubicBezTo>
                  <a:pt x="7904855" y="5610014"/>
                  <a:pt x="7778840" y="5612380"/>
                  <a:pt x="7727691" y="5621064"/>
                </a:cubicBezTo>
                <a:cubicBezTo>
                  <a:pt x="7699805" y="5600056"/>
                  <a:pt x="7714922" y="5619495"/>
                  <a:pt x="7685998" y="5615564"/>
                </a:cubicBezTo>
                <a:cubicBezTo>
                  <a:pt x="7693909" y="5634905"/>
                  <a:pt x="7650884" y="5604714"/>
                  <a:pt x="7649302" y="5626541"/>
                </a:cubicBezTo>
                <a:cubicBezTo>
                  <a:pt x="7644089" y="5625134"/>
                  <a:pt x="7639087" y="5623084"/>
                  <a:pt x="7634083" y="5620862"/>
                </a:cubicBezTo>
                <a:lnTo>
                  <a:pt x="7631455" y="5619708"/>
                </a:lnTo>
                <a:lnTo>
                  <a:pt x="7620952" y="5618872"/>
                </a:lnTo>
                <a:lnTo>
                  <a:pt x="7617992" y="5613914"/>
                </a:lnTo>
                <a:lnTo>
                  <a:pt x="7602182" y="5609271"/>
                </a:lnTo>
                <a:cubicBezTo>
                  <a:pt x="7596260" y="5608262"/>
                  <a:pt x="7589888" y="5608028"/>
                  <a:pt x="7582847" y="5609047"/>
                </a:cubicBezTo>
                <a:cubicBezTo>
                  <a:pt x="7565525" y="5617697"/>
                  <a:pt x="7538553" y="5607096"/>
                  <a:pt x="7514158" y="5607737"/>
                </a:cubicBezTo>
                <a:lnTo>
                  <a:pt x="7502955" y="5610415"/>
                </a:lnTo>
                <a:lnTo>
                  <a:pt x="7466391" y="5605949"/>
                </a:lnTo>
                <a:cubicBezTo>
                  <a:pt x="7455982" y="5605083"/>
                  <a:pt x="7445179" y="5604628"/>
                  <a:pt x="7433806" y="5604945"/>
                </a:cubicBezTo>
                <a:lnTo>
                  <a:pt x="7412693" y="5607075"/>
                </a:lnTo>
                <a:lnTo>
                  <a:pt x="7407159" y="5605310"/>
                </a:lnTo>
                <a:cubicBezTo>
                  <a:pt x="7397520" y="5605506"/>
                  <a:pt x="7384763" y="5611721"/>
                  <a:pt x="7385900" y="5604171"/>
                </a:cubicBezTo>
                <a:lnTo>
                  <a:pt x="7375071" y="5606788"/>
                </a:lnTo>
                <a:lnTo>
                  <a:pt x="7364382" y="5600762"/>
                </a:lnTo>
                <a:cubicBezTo>
                  <a:pt x="7363212" y="5599363"/>
                  <a:pt x="7362331" y="5597874"/>
                  <a:pt x="7361770" y="5596347"/>
                </a:cubicBezTo>
                <a:lnTo>
                  <a:pt x="7346641" y="5598329"/>
                </a:lnTo>
                <a:lnTo>
                  <a:pt x="7334238" y="5594014"/>
                </a:lnTo>
                <a:lnTo>
                  <a:pt x="7323426" y="5596835"/>
                </a:lnTo>
                <a:lnTo>
                  <a:pt x="7318938" y="5596200"/>
                </a:lnTo>
                <a:lnTo>
                  <a:pt x="7307784" y="5594065"/>
                </a:lnTo>
                <a:cubicBezTo>
                  <a:pt x="7302066" y="5592568"/>
                  <a:pt x="7295667" y="5590765"/>
                  <a:pt x="7288540" y="5589320"/>
                </a:cubicBezTo>
                <a:lnTo>
                  <a:pt x="7282537" y="5588660"/>
                </a:lnTo>
                <a:lnTo>
                  <a:pt x="7269466" y="5581404"/>
                </a:lnTo>
                <a:cubicBezTo>
                  <a:pt x="7259956" y="5575919"/>
                  <a:pt x="7252471" y="5572223"/>
                  <a:pt x="7244165" y="5575200"/>
                </a:cubicBezTo>
                <a:cubicBezTo>
                  <a:pt x="7230005" y="5568113"/>
                  <a:pt x="7220114" y="5548251"/>
                  <a:pt x="7199619" y="5553550"/>
                </a:cubicBezTo>
                <a:cubicBezTo>
                  <a:pt x="7205839" y="5544552"/>
                  <a:pt x="7176858" y="5552461"/>
                  <a:pt x="7173434" y="5543219"/>
                </a:cubicBezTo>
                <a:cubicBezTo>
                  <a:pt x="7171853" y="5535776"/>
                  <a:pt x="7162694" y="5536440"/>
                  <a:pt x="7155718" y="5533697"/>
                </a:cubicBezTo>
                <a:cubicBezTo>
                  <a:pt x="7150747" y="5526096"/>
                  <a:pt x="7115649" y="5519155"/>
                  <a:pt x="7103430" y="5520249"/>
                </a:cubicBezTo>
                <a:cubicBezTo>
                  <a:pt x="7068988" y="5527813"/>
                  <a:pt x="7041283" y="5497211"/>
                  <a:pt x="7013746" y="5502470"/>
                </a:cubicBezTo>
                <a:cubicBezTo>
                  <a:pt x="7006535" y="5501753"/>
                  <a:pt x="7000557" y="5500031"/>
                  <a:pt x="6995379" y="5497693"/>
                </a:cubicBezTo>
                <a:lnTo>
                  <a:pt x="6982475" y="5489641"/>
                </a:lnTo>
                <a:cubicBezTo>
                  <a:pt x="6982314" y="5487873"/>
                  <a:pt x="6982155" y="5486104"/>
                  <a:pt x="6981994" y="5484335"/>
                </a:cubicBezTo>
                <a:lnTo>
                  <a:pt x="6972355" y="5481074"/>
                </a:lnTo>
                <a:lnTo>
                  <a:pt x="6970394" y="5479383"/>
                </a:lnTo>
                <a:cubicBezTo>
                  <a:pt x="6966663" y="5476135"/>
                  <a:pt x="6962857" y="5473046"/>
                  <a:pt x="6958543" y="5470507"/>
                </a:cubicBezTo>
                <a:cubicBezTo>
                  <a:pt x="6946682" y="5490417"/>
                  <a:pt x="6919886" y="5452192"/>
                  <a:pt x="6918276" y="5472034"/>
                </a:cubicBezTo>
                <a:cubicBezTo>
                  <a:pt x="6892502" y="5461546"/>
                  <a:pt x="6897731" y="5483185"/>
                  <a:pt x="6881046" y="5457070"/>
                </a:cubicBezTo>
                <a:cubicBezTo>
                  <a:pt x="6828055" y="5453051"/>
                  <a:pt x="6839016" y="5431108"/>
                  <a:pt x="6752164" y="5425021"/>
                </a:cubicBezTo>
                <a:cubicBezTo>
                  <a:pt x="6758292" y="5421861"/>
                  <a:pt x="6727733" y="5418470"/>
                  <a:pt x="6724964" y="5414071"/>
                </a:cubicBezTo>
                <a:lnTo>
                  <a:pt x="6683286" y="5432830"/>
                </a:lnTo>
                <a:lnTo>
                  <a:pt x="6644277" y="5429684"/>
                </a:lnTo>
                <a:cubicBezTo>
                  <a:pt x="6602299" y="5429624"/>
                  <a:pt x="6572889" y="5412513"/>
                  <a:pt x="6532914" y="5431205"/>
                </a:cubicBezTo>
                <a:lnTo>
                  <a:pt x="6307459" y="5467087"/>
                </a:lnTo>
                <a:cubicBezTo>
                  <a:pt x="6243940" y="5484756"/>
                  <a:pt x="6232610" y="5506751"/>
                  <a:pt x="6196243" y="5515042"/>
                </a:cubicBezTo>
                <a:cubicBezTo>
                  <a:pt x="6164533" y="5518021"/>
                  <a:pt x="6142666" y="5509345"/>
                  <a:pt x="6099124" y="5516848"/>
                </a:cubicBezTo>
                <a:cubicBezTo>
                  <a:pt x="6076503" y="5515419"/>
                  <a:pt x="6031865" y="5528713"/>
                  <a:pt x="6016077" y="5528642"/>
                </a:cubicBezTo>
                <a:cubicBezTo>
                  <a:pt x="6017142" y="5530608"/>
                  <a:pt x="6008544" y="5532493"/>
                  <a:pt x="6004389" y="5531206"/>
                </a:cubicBezTo>
                <a:cubicBezTo>
                  <a:pt x="5932347" y="5531241"/>
                  <a:pt x="5981006" y="5545600"/>
                  <a:pt x="5933945" y="5538840"/>
                </a:cubicBezTo>
                <a:cubicBezTo>
                  <a:pt x="5905303" y="5539379"/>
                  <a:pt x="5918093" y="5561978"/>
                  <a:pt x="5883936" y="5553807"/>
                </a:cubicBezTo>
                <a:cubicBezTo>
                  <a:pt x="5850054" y="5556990"/>
                  <a:pt x="5832962" y="5567338"/>
                  <a:pt x="5798331" y="5564248"/>
                </a:cubicBezTo>
                <a:cubicBezTo>
                  <a:pt x="5766627" y="5567265"/>
                  <a:pt x="5741097" y="5573248"/>
                  <a:pt x="5712738" y="5573120"/>
                </a:cubicBezTo>
                <a:cubicBezTo>
                  <a:pt x="5703372" y="5576849"/>
                  <a:pt x="5693695" y="5578874"/>
                  <a:pt x="5681342" y="5575621"/>
                </a:cubicBezTo>
                <a:lnTo>
                  <a:pt x="5627167" y="5583215"/>
                </a:lnTo>
                <a:cubicBezTo>
                  <a:pt x="5612183" y="5597917"/>
                  <a:pt x="5611727" y="5586689"/>
                  <a:pt x="5591414" y="5587695"/>
                </a:cubicBezTo>
                <a:cubicBezTo>
                  <a:pt x="5574616" y="5587612"/>
                  <a:pt x="5598133" y="5579413"/>
                  <a:pt x="5583028" y="5580877"/>
                </a:cubicBezTo>
                <a:cubicBezTo>
                  <a:pt x="5569804" y="5586020"/>
                  <a:pt x="5562718" y="5576982"/>
                  <a:pt x="5549426" y="5582858"/>
                </a:cubicBezTo>
                <a:cubicBezTo>
                  <a:pt x="5559299" y="5589013"/>
                  <a:pt x="5515978" y="5586206"/>
                  <a:pt x="5519999" y="5592246"/>
                </a:cubicBezTo>
                <a:cubicBezTo>
                  <a:pt x="5498728" y="5585844"/>
                  <a:pt x="5500813" y="5597206"/>
                  <a:pt x="5480028" y="5597282"/>
                </a:cubicBezTo>
                <a:cubicBezTo>
                  <a:pt x="5468519" y="5595356"/>
                  <a:pt x="5461753" y="5595717"/>
                  <a:pt x="5456175" y="5600371"/>
                </a:cubicBezTo>
                <a:cubicBezTo>
                  <a:pt x="5402444" y="5590675"/>
                  <a:pt x="5431269" y="5603179"/>
                  <a:pt x="5388463" y="5602638"/>
                </a:cubicBezTo>
                <a:cubicBezTo>
                  <a:pt x="5350589" y="5601042"/>
                  <a:pt x="5310318" y="5602266"/>
                  <a:pt x="5265898" y="5591830"/>
                </a:cubicBezTo>
                <a:cubicBezTo>
                  <a:pt x="5256434" y="5588423"/>
                  <a:pt x="5240914" y="5588853"/>
                  <a:pt x="5231231" y="5592790"/>
                </a:cubicBezTo>
                <a:cubicBezTo>
                  <a:pt x="5229565" y="5593467"/>
                  <a:pt x="5228139" y="5594226"/>
                  <a:pt x="5226996" y="5595040"/>
                </a:cubicBezTo>
                <a:cubicBezTo>
                  <a:pt x="5199121" y="5587151"/>
                  <a:pt x="5190547" y="5594087"/>
                  <a:pt x="5175988" y="5588131"/>
                </a:cubicBezTo>
                <a:cubicBezTo>
                  <a:pt x="5141664" y="5589465"/>
                  <a:pt x="5120774" y="5599921"/>
                  <a:pt x="5107470" y="5594771"/>
                </a:cubicBezTo>
                <a:cubicBezTo>
                  <a:pt x="5082783" y="5597686"/>
                  <a:pt x="5044558" y="5603218"/>
                  <a:pt x="5027868" y="5605624"/>
                </a:cubicBezTo>
                <a:cubicBezTo>
                  <a:pt x="5023394" y="5609716"/>
                  <a:pt x="5015008" y="5608373"/>
                  <a:pt x="5007324" y="5609209"/>
                </a:cubicBezTo>
                <a:cubicBezTo>
                  <a:pt x="4999584" y="5613033"/>
                  <a:pt x="4963661" y="5613313"/>
                  <a:pt x="4952559" y="5611402"/>
                </a:cubicBezTo>
                <a:lnTo>
                  <a:pt x="4826081" y="5616191"/>
                </a:lnTo>
                <a:lnTo>
                  <a:pt x="4823501" y="5619174"/>
                </a:lnTo>
                <a:lnTo>
                  <a:pt x="4813093" y="5620026"/>
                </a:lnTo>
                <a:lnTo>
                  <a:pt x="4810563" y="5620787"/>
                </a:lnTo>
                <a:cubicBezTo>
                  <a:pt x="4805739" y="5622253"/>
                  <a:pt x="4800910" y="5623620"/>
                  <a:pt x="4795818" y="5624618"/>
                </a:cubicBezTo>
                <a:cubicBezTo>
                  <a:pt x="4792594" y="5611984"/>
                  <a:pt x="4751975" y="5631029"/>
                  <a:pt x="4758404" y="5619510"/>
                </a:cubicBezTo>
                <a:cubicBezTo>
                  <a:pt x="4729867" y="5622800"/>
                  <a:pt x="4743470" y="5610974"/>
                  <a:pt x="4717254" y="5624155"/>
                </a:cubicBezTo>
                <a:cubicBezTo>
                  <a:pt x="4665606" y="5620882"/>
                  <a:pt x="4638526" y="5634254"/>
                  <a:pt x="4591958" y="5624710"/>
                </a:cubicBezTo>
                <a:cubicBezTo>
                  <a:pt x="4600998" y="5629613"/>
                  <a:pt x="4491255" y="5629123"/>
                  <a:pt x="4476215" y="5628210"/>
                </a:cubicBezTo>
                <a:lnTo>
                  <a:pt x="4425193" y="5627414"/>
                </a:lnTo>
                <a:lnTo>
                  <a:pt x="4383866" y="5626546"/>
                </a:lnTo>
                <a:lnTo>
                  <a:pt x="4385596" y="5634646"/>
                </a:lnTo>
                <a:cubicBezTo>
                  <a:pt x="4373497" y="5634009"/>
                  <a:pt x="4366105" y="5636763"/>
                  <a:pt x="4360864" y="5641173"/>
                </a:cubicBezTo>
                <a:lnTo>
                  <a:pt x="4328321" y="5626332"/>
                </a:lnTo>
                <a:lnTo>
                  <a:pt x="4309842" y="5626471"/>
                </a:lnTo>
                <a:lnTo>
                  <a:pt x="4277424" y="5631598"/>
                </a:lnTo>
                <a:lnTo>
                  <a:pt x="4266627" y="5633969"/>
                </a:lnTo>
                <a:lnTo>
                  <a:pt x="4185525" y="5617508"/>
                </a:lnTo>
                <a:lnTo>
                  <a:pt x="4177617" y="5610903"/>
                </a:lnTo>
                <a:cubicBezTo>
                  <a:pt x="4169135" y="5606836"/>
                  <a:pt x="4157063" y="5604954"/>
                  <a:pt x="4136948" y="5608031"/>
                </a:cubicBezTo>
                <a:lnTo>
                  <a:pt x="4132323" y="5609784"/>
                </a:lnTo>
                <a:lnTo>
                  <a:pt x="4098620" y="5599672"/>
                </a:lnTo>
                <a:cubicBezTo>
                  <a:pt x="4087744" y="5595070"/>
                  <a:pt x="3971360" y="5589278"/>
                  <a:pt x="3963475" y="5581841"/>
                </a:cubicBezTo>
                <a:cubicBezTo>
                  <a:pt x="3836034" y="5600252"/>
                  <a:pt x="3827261" y="5567580"/>
                  <a:pt x="3703613" y="5572482"/>
                </a:cubicBezTo>
                <a:cubicBezTo>
                  <a:pt x="3596526" y="5522697"/>
                  <a:pt x="3528981" y="5553020"/>
                  <a:pt x="3432987" y="5545768"/>
                </a:cubicBezTo>
                <a:cubicBezTo>
                  <a:pt x="3341557" y="5540666"/>
                  <a:pt x="3299222" y="5556776"/>
                  <a:pt x="3176381" y="5556110"/>
                </a:cubicBezTo>
                <a:cubicBezTo>
                  <a:pt x="3046225" y="5545252"/>
                  <a:pt x="2856562" y="5551022"/>
                  <a:pt x="2710156" y="5527517"/>
                </a:cubicBezTo>
                <a:cubicBezTo>
                  <a:pt x="2595124" y="5519951"/>
                  <a:pt x="2594726" y="5525545"/>
                  <a:pt x="2550206" y="5524958"/>
                </a:cubicBezTo>
                <a:cubicBezTo>
                  <a:pt x="2535402" y="5528183"/>
                  <a:pt x="2457214" y="5518753"/>
                  <a:pt x="2443041" y="5523990"/>
                </a:cubicBezTo>
                <a:lnTo>
                  <a:pt x="2435613" y="5526704"/>
                </a:lnTo>
                <a:lnTo>
                  <a:pt x="2405682" y="5528307"/>
                </a:lnTo>
                <a:lnTo>
                  <a:pt x="2397487" y="5540337"/>
                </a:lnTo>
                <a:lnTo>
                  <a:pt x="2297454" y="5550765"/>
                </a:lnTo>
                <a:cubicBezTo>
                  <a:pt x="2230952" y="5521480"/>
                  <a:pt x="2174171" y="5556417"/>
                  <a:pt x="2056700" y="5555489"/>
                </a:cubicBezTo>
                <a:cubicBezTo>
                  <a:pt x="2025568" y="5545373"/>
                  <a:pt x="1901680" y="5520750"/>
                  <a:pt x="1878530" y="5535330"/>
                </a:cubicBezTo>
                <a:lnTo>
                  <a:pt x="1859292" y="5535461"/>
                </a:lnTo>
                <a:lnTo>
                  <a:pt x="1835626" y="5533793"/>
                </a:lnTo>
                <a:cubicBezTo>
                  <a:pt x="1823131" y="5534628"/>
                  <a:pt x="1810151" y="5536942"/>
                  <a:pt x="1798939" y="5540285"/>
                </a:cubicBezTo>
                <a:lnTo>
                  <a:pt x="1779046" y="5549949"/>
                </a:lnTo>
                <a:lnTo>
                  <a:pt x="1772421" y="5549018"/>
                </a:lnTo>
                <a:lnTo>
                  <a:pt x="1772052" y="5545689"/>
                </a:lnTo>
                <a:cubicBezTo>
                  <a:pt x="1758274" y="5534165"/>
                  <a:pt x="1670822" y="5556887"/>
                  <a:pt x="1711543" y="5534558"/>
                </a:cubicBezTo>
                <a:cubicBezTo>
                  <a:pt x="1696140" y="5533324"/>
                  <a:pt x="1670188" y="5488258"/>
                  <a:pt x="1631462" y="5491807"/>
                </a:cubicBezTo>
                <a:cubicBezTo>
                  <a:pt x="1579148" y="5498877"/>
                  <a:pt x="1591754" y="5486800"/>
                  <a:pt x="1538763" y="5482781"/>
                </a:cubicBezTo>
                <a:cubicBezTo>
                  <a:pt x="1522078" y="5456666"/>
                  <a:pt x="1527306" y="5478305"/>
                  <a:pt x="1501533" y="5467817"/>
                </a:cubicBezTo>
                <a:cubicBezTo>
                  <a:pt x="1499922" y="5487659"/>
                  <a:pt x="1473126" y="5449434"/>
                  <a:pt x="1461266" y="5469343"/>
                </a:cubicBezTo>
                <a:cubicBezTo>
                  <a:pt x="1456951" y="5466804"/>
                  <a:pt x="1453146" y="5463716"/>
                  <a:pt x="1449415" y="5460467"/>
                </a:cubicBezTo>
                <a:lnTo>
                  <a:pt x="1447454" y="5458776"/>
                </a:lnTo>
                <a:lnTo>
                  <a:pt x="1437814" y="5455515"/>
                </a:lnTo>
                <a:lnTo>
                  <a:pt x="1437334" y="5450209"/>
                </a:lnTo>
                <a:lnTo>
                  <a:pt x="1424429" y="5442157"/>
                </a:lnTo>
                <a:cubicBezTo>
                  <a:pt x="1419251" y="5439819"/>
                  <a:pt x="1413273" y="5438098"/>
                  <a:pt x="1406063" y="5437380"/>
                </a:cubicBezTo>
                <a:cubicBezTo>
                  <a:pt x="1378526" y="5442640"/>
                  <a:pt x="1350821" y="5412037"/>
                  <a:pt x="1316379" y="5419601"/>
                </a:cubicBezTo>
                <a:cubicBezTo>
                  <a:pt x="1304160" y="5420695"/>
                  <a:pt x="1269061" y="5413755"/>
                  <a:pt x="1264090" y="5406153"/>
                </a:cubicBezTo>
                <a:cubicBezTo>
                  <a:pt x="1257115" y="5403410"/>
                  <a:pt x="1247955" y="5404075"/>
                  <a:pt x="1246374" y="5396631"/>
                </a:cubicBezTo>
                <a:cubicBezTo>
                  <a:pt x="1242951" y="5387390"/>
                  <a:pt x="1213970" y="5395299"/>
                  <a:pt x="1220190" y="5386301"/>
                </a:cubicBezTo>
                <a:cubicBezTo>
                  <a:pt x="1199695" y="5391599"/>
                  <a:pt x="1189803" y="5371737"/>
                  <a:pt x="1175643" y="5364651"/>
                </a:cubicBezTo>
                <a:cubicBezTo>
                  <a:pt x="1167337" y="5367627"/>
                  <a:pt x="1159852" y="5363931"/>
                  <a:pt x="1150342" y="5358447"/>
                </a:cubicBezTo>
                <a:lnTo>
                  <a:pt x="1112024" y="5345786"/>
                </a:lnTo>
                <a:lnTo>
                  <a:pt x="1100870" y="5343651"/>
                </a:lnTo>
                <a:lnTo>
                  <a:pt x="1096383" y="5343015"/>
                </a:lnTo>
                <a:lnTo>
                  <a:pt x="1058039" y="5343504"/>
                </a:lnTo>
                <a:cubicBezTo>
                  <a:pt x="1057478" y="5341976"/>
                  <a:pt x="1056597" y="5340487"/>
                  <a:pt x="1055426" y="5339088"/>
                </a:cubicBezTo>
                <a:lnTo>
                  <a:pt x="1044738" y="5333063"/>
                </a:lnTo>
                <a:lnTo>
                  <a:pt x="1033909" y="5335680"/>
                </a:lnTo>
                <a:cubicBezTo>
                  <a:pt x="1035046" y="5328129"/>
                  <a:pt x="1022289" y="5334344"/>
                  <a:pt x="1012649" y="5334541"/>
                </a:cubicBezTo>
                <a:lnTo>
                  <a:pt x="1007115" y="5332775"/>
                </a:lnTo>
                <a:lnTo>
                  <a:pt x="987447" y="5346462"/>
                </a:lnTo>
                <a:cubicBezTo>
                  <a:pt x="976074" y="5346779"/>
                  <a:pt x="963827" y="5334768"/>
                  <a:pt x="953418" y="5333901"/>
                </a:cubicBezTo>
                <a:lnTo>
                  <a:pt x="916854" y="5329435"/>
                </a:lnTo>
                <a:lnTo>
                  <a:pt x="905651" y="5332114"/>
                </a:lnTo>
                <a:cubicBezTo>
                  <a:pt x="881256" y="5332755"/>
                  <a:pt x="855727" y="5330820"/>
                  <a:pt x="838405" y="5339470"/>
                </a:cubicBezTo>
                <a:cubicBezTo>
                  <a:pt x="831364" y="5340489"/>
                  <a:pt x="823548" y="5331589"/>
                  <a:pt x="817627" y="5330580"/>
                </a:cubicBezTo>
                <a:lnTo>
                  <a:pt x="801817" y="5325937"/>
                </a:lnTo>
                <a:lnTo>
                  <a:pt x="798857" y="5320979"/>
                </a:lnTo>
                <a:lnTo>
                  <a:pt x="788354" y="5320143"/>
                </a:lnTo>
                <a:lnTo>
                  <a:pt x="785726" y="5318989"/>
                </a:lnTo>
                <a:cubicBezTo>
                  <a:pt x="780721" y="5316767"/>
                  <a:pt x="775719" y="5314716"/>
                  <a:pt x="770507" y="5313309"/>
                </a:cubicBezTo>
                <a:cubicBezTo>
                  <a:pt x="768924" y="5335137"/>
                  <a:pt x="725899" y="5304945"/>
                  <a:pt x="733810" y="5324286"/>
                </a:cubicBezTo>
                <a:cubicBezTo>
                  <a:pt x="704886" y="5320356"/>
                  <a:pt x="720003" y="5339795"/>
                  <a:pt x="692117" y="5318786"/>
                </a:cubicBezTo>
                <a:cubicBezTo>
                  <a:pt x="640968" y="5327470"/>
                  <a:pt x="620209" y="5334772"/>
                  <a:pt x="574943" y="5327578"/>
                </a:cubicBezTo>
                <a:cubicBezTo>
                  <a:pt x="533141" y="5325624"/>
                  <a:pt x="480989" y="5305543"/>
                  <a:pt x="441302" y="5307062"/>
                </a:cubicBezTo>
                <a:cubicBezTo>
                  <a:pt x="381194" y="5308098"/>
                  <a:pt x="355572" y="5361507"/>
                  <a:pt x="336819" y="5336690"/>
                </a:cubicBezTo>
                <a:cubicBezTo>
                  <a:pt x="308424" y="5343088"/>
                  <a:pt x="294704" y="5344301"/>
                  <a:pt x="270932" y="5345451"/>
                </a:cubicBezTo>
                <a:lnTo>
                  <a:pt x="194189" y="5343588"/>
                </a:lnTo>
                <a:lnTo>
                  <a:pt x="192552" y="5342845"/>
                </a:lnTo>
                <a:cubicBezTo>
                  <a:pt x="185478" y="5341467"/>
                  <a:pt x="181262" y="5342160"/>
                  <a:pt x="178320" y="5343766"/>
                </a:cubicBezTo>
                <a:lnTo>
                  <a:pt x="175596" y="5346411"/>
                </a:lnTo>
                <a:lnTo>
                  <a:pt x="147287" y="5352625"/>
                </a:lnTo>
                <a:lnTo>
                  <a:pt x="114847" y="5355844"/>
                </a:lnTo>
                <a:lnTo>
                  <a:pt x="114306" y="5354983"/>
                </a:lnTo>
                <a:cubicBezTo>
                  <a:pt x="110042" y="5353823"/>
                  <a:pt x="100016" y="5353058"/>
                  <a:pt x="89264" y="5348886"/>
                </a:cubicBezTo>
                <a:cubicBezTo>
                  <a:pt x="93123" y="5327937"/>
                  <a:pt x="57863" y="5341064"/>
                  <a:pt x="49794" y="5329950"/>
                </a:cubicBezTo>
                <a:cubicBezTo>
                  <a:pt x="40251" y="5331715"/>
                  <a:pt x="30226" y="5333199"/>
                  <a:pt x="19924" y="5334282"/>
                </a:cubicBezTo>
                <a:lnTo>
                  <a:pt x="13819" y="5334653"/>
                </a:lnTo>
                <a:lnTo>
                  <a:pt x="13657" y="5334455"/>
                </a:lnTo>
                <a:cubicBezTo>
                  <a:pt x="12246" y="5334096"/>
                  <a:pt x="10207" y="5334053"/>
                  <a:pt x="7139" y="5334438"/>
                </a:cubicBezTo>
                <a:lnTo>
                  <a:pt x="2684" y="5335333"/>
                </a:lnTo>
                <a:lnTo>
                  <a:pt x="0" y="5335496"/>
                </a:lnTo>
                <a:lnTo>
                  <a:pt x="0" y="10592"/>
                </a:lnTo>
                <a:lnTo>
                  <a:pt x="11243827" y="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Rectangle 6">
            <a:extLst>
              <a:ext uri="{FF2B5EF4-FFF2-40B4-BE49-F238E27FC236}">
                <a16:creationId xmlns:a16="http://schemas.microsoft.com/office/drawing/2014/main" id="{16A12243-4887-4E89-8347-1146AE5D14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0000">
            <a:off x="5418161" y="351736"/>
            <a:ext cx="1352113" cy="407805"/>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cubicBezTo>
                  <a:pt x="781874" y="4129"/>
                  <a:pt x="1607589" y="24681"/>
                  <a:pt x="2170127" y="33245"/>
                </a:cubicBezTo>
                <a:cubicBezTo>
                  <a:pt x="2169852" y="63908"/>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35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1">
            <a:extLst>
              <a:ext uri="{FF2B5EF4-FFF2-40B4-BE49-F238E27FC236}">
                <a16:creationId xmlns:a16="http://schemas.microsoft.com/office/drawing/2014/main" id="{A13F9574-BA1E-861E-7394-1453241F22CE}"/>
              </a:ext>
            </a:extLst>
          </p:cNvPr>
          <p:cNvSpPr>
            <a:spLocks noGrp="1" noChangeArrowheads="1"/>
          </p:cNvSpPr>
          <p:nvPr>
            <p:ph idx="1"/>
          </p:nvPr>
        </p:nvSpPr>
        <p:spPr bwMode="auto">
          <a:xfrm>
            <a:off x="858645" y="836194"/>
            <a:ext cx="10689887" cy="51032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fontScale="92500" lnSpcReduction="10000"/>
          </a:bodyPr>
          <a:lstStyle/>
          <a:p>
            <a:pPr marL="0" marR="0" lvl="0" indent="0" defTabSz="914400" rtl="0" eaLnBrk="0" fontAlgn="base" latinLnBrk="0" hangingPunct="0">
              <a:spcBef>
                <a:spcPct val="0"/>
              </a:spcBef>
              <a:spcAft>
                <a:spcPts val="600"/>
              </a:spcAft>
              <a:buClrTx/>
              <a:buSzTx/>
              <a:buFontTx/>
              <a:buNone/>
              <a:tabLst/>
            </a:pPr>
            <a:r>
              <a:rPr kumimoji="0" lang="en-US" altLang="en-US" sz="2000" b="1" i="0" u="none" strike="noStrike" cap="none" normalizeH="0" baseline="0" dirty="0">
                <a:ln>
                  <a:noFill/>
                </a:ln>
                <a:effectLst/>
                <a:latin typeface="Times New Roman" panose="02020603050405020304" pitchFamily="18" charset="0"/>
                <a:cs typeface="Times New Roman" panose="02020603050405020304" pitchFamily="18" charset="0"/>
              </a:rPr>
              <a:t>4. Model Training &amp; Evaluation</a:t>
            </a:r>
          </a:p>
          <a:p>
            <a:pPr marL="0" marR="0" lvl="0" indent="0" defTabSz="914400" rtl="0" eaLnBrk="0" fontAlgn="base" latinLnBrk="0" hangingPunct="0">
              <a:spcBef>
                <a:spcPct val="0"/>
              </a:spcBef>
              <a:spcAft>
                <a:spcPts val="600"/>
              </a:spcAft>
              <a:buClrTx/>
              <a:buSzTx/>
              <a:buFontTx/>
              <a:buNone/>
              <a:tabLst/>
            </a:pPr>
            <a:r>
              <a:rPr kumimoji="0" lang="en-US" altLang="en-US" sz="2000" b="1" i="0" u="none" strike="noStrike" cap="none" normalizeH="0" baseline="0" dirty="0" err="1">
                <a:ln>
                  <a:noFill/>
                </a:ln>
                <a:effectLst/>
                <a:latin typeface="Times New Roman" panose="02020603050405020304" pitchFamily="18" charset="0"/>
                <a:cs typeface="Times New Roman" panose="02020603050405020304" pitchFamily="18" charset="0"/>
              </a:rPr>
              <a:t>sklearn.model_selection</a:t>
            </a:r>
            <a:endParaRPr kumimoji="0" lang="en-US" altLang="en-US" sz="2000" b="1"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Used for </a:t>
            </a:r>
            <a:r>
              <a:rPr kumimoji="0" lang="en-US" altLang="en-US" sz="2000" b="1" i="0" u="none" strike="noStrike" cap="none" normalizeH="0" baseline="0" dirty="0">
                <a:ln>
                  <a:noFill/>
                </a:ln>
                <a:effectLst/>
                <a:latin typeface="Times New Roman" panose="02020603050405020304" pitchFamily="18" charset="0"/>
                <a:cs typeface="Times New Roman" panose="02020603050405020304" pitchFamily="18" charset="0"/>
              </a:rPr>
              <a:t>splitting the dataset</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into training and testing sets.</a:t>
            </a:r>
          </a:p>
          <a:p>
            <a:pPr marL="0" marR="0" lvl="0" indent="0" defTabSz="914400" rtl="0" eaLnBrk="0" fontAlgn="base" latinLnBrk="0" hangingPunct="0">
              <a:spcBef>
                <a:spcPct val="0"/>
              </a:spcBef>
              <a:spcAft>
                <a:spcPts val="600"/>
              </a:spcAft>
              <a:buClrTx/>
              <a:buSzTx/>
              <a:buFontTx/>
              <a:buChar char="•"/>
              <a:tabLst/>
            </a:pP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Method found in the document:</a:t>
            </a:r>
          </a:p>
          <a:p>
            <a:pPr marL="457200" marR="0" lvl="1" indent="0" defTabSz="914400" rtl="0" eaLnBrk="0" fontAlgn="base" latinLnBrk="0" hangingPunct="0">
              <a:spcBef>
                <a:spcPct val="0"/>
              </a:spcBef>
              <a:spcAft>
                <a:spcPts val="600"/>
              </a:spcAft>
              <a:buClrTx/>
              <a:buSzTx/>
              <a:buFontTx/>
              <a:buChar char="•"/>
              <a:tabLst/>
            </a:pPr>
            <a:r>
              <a:rPr kumimoji="0" lang="en-US" altLang="en-US" sz="2000" b="0" i="0" u="none" strike="noStrike" cap="none" normalizeH="0" baseline="0" dirty="0" err="1">
                <a:ln>
                  <a:noFill/>
                </a:ln>
                <a:effectLst/>
                <a:latin typeface="Times New Roman" panose="02020603050405020304" pitchFamily="18" charset="0"/>
                <a:cs typeface="Times New Roman" panose="02020603050405020304" pitchFamily="18" charset="0"/>
              </a:rPr>
              <a:t>train_test_split</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 Divides the dataset into </a:t>
            </a:r>
            <a:r>
              <a:rPr kumimoji="0" lang="en-US" altLang="en-US" sz="2000" b="1" i="0" u="none" strike="noStrike" cap="none" normalizeH="0" baseline="0" dirty="0">
                <a:ln>
                  <a:noFill/>
                </a:ln>
                <a:effectLst/>
                <a:latin typeface="Times New Roman" panose="02020603050405020304" pitchFamily="18" charset="0"/>
                <a:cs typeface="Times New Roman" panose="02020603050405020304" pitchFamily="18" charset="0"/>
              </a:rPr>
              <a:t>training (70-80%)</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and </a:t>
            </a:r>
            <a:r>
              <a:rPr kumimoji="0" lang="en-US" altLang="en-US" sz="2000" b="1" i="0" u="none" strike="noStrike" cap="none" normalizeH="0" baseline="0" dirty="0">
                <a:ln>
                  <a:noFill/>
                </a:ln>
                <a:effectLst/>
                <a:latin typeface="Times New Roman" panose="02020603050405020304" pitchFamily="18" charset="0"/>
                <a:cs typeface="Times New Roman" panose="02020603050405020304" pitchFamily="18" charset="0"/>
              </a:rPr>
              <a:t>testing (20-30%)</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a:t>
            </a:r>
          </a:p>
          <a:p>
            <a:pPr marL="0" marR="0" lvl="0" indent="0" defTabSz="914400" rtl="0" eaLnBrk="0" fontAlgn="base" latinLnBrk="0" hangingPunct="0">
              <a:spcBef>
                <a:spcPct val="0"/>
              </a:spcBef>
              <a:spcAft>
                <a:spcPts val="600"/>
              </a:spcAft>
              <a:buClrTx/>
              <a:buSzTx/>
              <a:buFontTx/>
              <a:buNone/>
              <a:tabLst/>
            </a:pPr>
            <a:r>
              <a:rPr kumimoji="0" lang="en-US" altLang="en-US" sz="2000" b="1" i="0" u="none" strike="noStrike" cap="none" normalizeH="0" baseline="0" dirty="0" err="1">
                <a:ln>
                  <a:noFill/>
                </a:ln>
                <a:effectLst/>
                <a:latin typeface="Times New Roman" panose="02020603050405020304" pitchFamily="18" charset="0"/>
                <a:cs typeface="Times New Roman" panose="02020603050405020304" pitchFamily="18" charset="0"/>
              </a:rPr>
              <a:t>sklearn.naive_bayes</a:t>
            </a:r>
            <a:endParaRPr kumimoji="0" lang="en-US" altLang="en-US" sz="2000" b="1"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Used for </a:t>
            </a:r>
            <a:r>
              <a:rPr kumimoji="0" lang="en-US" altLang="en-US" sz="2000" b="1" i="0" u="none" strike="noStrike" cap="none" normalizeH="0" baseline="0" dirty="0">
                <a:ln>
                  <a:noFill/>
                </a:ln>
                <a:effectLst/>
                <a:latin typeface="Times New Roman" panose="02020603050405020304" pitchFamily="18" charset="0"/>
                <a:cs typeface="Times New Roman" panose="02020603050405020304" pitchFamily="18" charset="0"/>
              </a:rPr>
              <a:t>sentiment classification using Naïve Bayes</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a:t>
            </a:r>
          </a:p>
          <a:p>
            <a:pPr marL="0" marR="0" lvl="0" indent="0" defTabSz="914400" rtl="0" eaLnBrk="0" fontAlgn="base" latinLnBrk="0" hangingPunct="0">
              <a:spcBef>
                <a:spcPct val="0"/>
              </a:spcBef>
              <a:spcAft>
                <a:spcPts val="600"/>
              </a:spcAft>
              <a:buClrTx/>
              <a:buSzTx/>
              <a:buFontTx/>
              <a:buChar char="•"/>
              <a:tabLst/>
            </a:pP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Method found in the document:</a:t>
            </a:r>
          </a:p>
          <a:p>
            <a:pPr marL="457200" marR="0" lvl="1" indent="0" defTabSz="914400" rtl="0" eaLnBrk="0" fontAlgn="base" latinLnBrk="0" hangingPunct="0">
              <a:spcBef>
                <a:spcPct val="0"/>
              </a:spcBef>
              <a:spcAft>
                <a:spcPts val="600"/>
              </a:spcAft>
              <a:buClrTx/>
              <a:buSzTx/>
              <a:buFontTx/>
              <a:buChar char="•"/>
              <a:tabLst/>
            </a:pP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MultinomialNB() – Trains the model on text-based data.</a:t>
            </a:r>
          </a:p>
          <a:p>
            <a:pPr marL="0" marR="0" lvl="0" indent="0" defTabSz="914400" rtl="0" eaLnBrk="0" fontAlgn="base" latinLnBrk="0" hangingPunct="0">
              <a:spcBef>
                <a:spcPct val="0"/>
              </a:spcBef>
              <a:spcAft>
                <a:spcPts val="600"/>
              </a:spcAft>
              <a:buClrTx/>
              <a:buSzTx/>
              <a:buFontTx/>
              <a:buNone/>
              <a:tabLst/>
            </a:pPr>
            <a:r>
              <a:rPr kumimoji="0" lang="en-US" altLang="en-US" sz="2000" b="1" i="0" u="none" strike="noStrike" cap="none" normalizeH="0" baseline="0" dirty="0" err="1">
                <a:ln>
                  <a:noFill/>
                </a:ln>
                <a:effectLst/>
                <a:latin typeface="Times New Roman" panose="02020603050405020304" pitchFamily="18" charset="0"/>
                <a:cs typeface="Times New Roman" panose="02020603050405020304" pitchFamily="18" charset="0"/>
              </a:rPr>
              <a:t>sklearn.metrics</a:t>
            </a:r>
            <a:endParaRPr kumimoji="0" lang="en-US" altLang="en-US" sz="2000" b="1"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Used for </a:t>
            </a:r>
            <a:r>
              <a:rPr kumimoji="0" lang="en-US" altLang="en-US" sz="2000" b="1" i="0" u="none" strike="noStrike" cap="none" normalizeH="0" baseline="0" dirty="0">
                <a:ln>
                  <a:noFill/>
                </a:ln>
                <a:effectLst/>
                <a:latin typeface="Times New Roman" panose="02020603050405020304" pitchFamily="18" charset="0"/>
                <a:cs typeface="Times New Roman" panose="02020603050405020304" pitchFamily="18" charset="0"/>
              </a:rPr>
              <a:t>evaluating model performance</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a:t>
            </a:r>
          </a:p>
          <a:p>
            <a:pPr marL="0" marR="0" lvl="0" indent="0" defTabSz="914400" rtl="0" eaLnBrk="0" fontAlgn="base" latinLnBrk="0" hangingPunct="0">
              <a:spcBef>
                <a:spcPct val="0"/>
              </a:spcBef>
              <a:spcAft>
                <a:spcPts val="600"/>
              </a:spcAft>
              <a:buClrTx/>
              <a:buSzTx/>
              <a:buFontTx/>
              <a:buChar char="•"/>
              <a:tabLst/>
            </a:pP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Methods found in the document:</a:t>
            </a:r>
          </a:p>
          <a:p>
            <a:pPr marL="457200" marR="0" lvl="1" indent="0" defTabSz="914400" rtl="0" eaLnBrk="0" fontAlgn="base" latinLnBrk="0" hangingPunct="0">
              <a:spcBef>
                <a:spcPct val="0"/>
              </a:spcBef>
              <a:spcAft>
                <a:spcPts val="600"/>
              </a:spcAft>
              <a:buClrTx/>
              <a:buSzTx/>
              <a:buFontTx/>
              <a:buChar char="•"/>
              <a:tabLst/>
            </a:pPr>
            <a:r>
              <a:rPr kumimoji="0" lang="en-US" altLang="en-US" sz="2000" b="0" i="0" u="none" strike="noStrike" cap="none" normalizeH="0" baseline="0" dirty="0" err="1">
                <a:ln>
                  <a:noFill/>
                </a:ln>
                <a:effectLst/>
                <a:latin typeface="Times New Roman" panose="02020603050405020304" pitchFamily="18" charset="0"/>
                <a:cs typeface="Times New Roman" panose="02020603050405020304" pitchFamily="18" charset="0"/>
              </a:rPr>
              <a:t>accuracy_score</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 Computes classification accuracy.</a:t>
            </a:r>
          </a:p>
          <a:p>
            <a:pPr marL="457200" marR="0" lvl="1" indent="0" defTabSz="914400" rtl="0" eaLnBrk="0" fontAlgn="base" latinLnBrk="0" hangingPunct="0">
              <a:spcBef>
                <a:spcPct val="0"/>
              </a:spcBef>
              <a:spcAft>
                <a:spcPts val="600"/>
              </a:spcAft>
              <a:buClrTx/>
              <a:buSzTx/>
              <a:buFontTx/>
              <a:buChar char="•"/>
              <a:tabLst/>
            </a:pPr>
            <a:r>
              <a:rPr kumimoji="0" lang="en-US" altLang="en-US" sz="2000" b="0" i="0" u="none" strike="noStrike" cap="none" normalizeH="0" baseline="0" dirty="0" err="1">
                <a:ln>
                  <a:noFill/>
                </a:ln>
                <a:effectLst/>
                <a:latin typeface="Times New Roman" panose="02020603050405020304" pitchFamily="18" charset="0"/>
                <a:cs typeface="Times New Roman" panose="02020603050405020304" pitchFamily="18" charset="0"/>
              </a:rPr>
              <a:t>precision_score</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effectLst/>
                <a:latin typeface="Times New Roman" panose="02020603050405020304" pitchFamily="18" charset="0"/>
                <a:cs typeface="Times New Roman" panose="02020603050405020304" pitchFamily="18" charset="0"/>
              </a:rPr>
              <a:t>recall_score</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f1_score() – Measures model performance.</a:t>
            </a:r>
          </a:p>
          <a:p>
            <a:pPr marL="457200" marR="0" lvl="1" indent="0" defTabSz="914400" rtl="0" eaLnBrk="0" fontAlgn="base" latinLnBrk="0" hangingPunct="0">
              <a:spcBef>
                <a:spcPct val="0"/>
              </a:spcBef>
              <a:spcAft>
                <a:spcPts val="600"/>
              </a:spcAft>
              <a:buClrTx/>
              <a:buSzTx/>
              <a:buFontTx/>
              <a:buChar char="•"/>
              <a:tabLst/>
            </a:pPr>
            <a:r>
              <a:rPr kumimoji="0" lang="en-US" altLang="en-US" sz="2000" b="0" i="0" u="none" strike="noStrike" cap="none" normalizeH="0" baseline="0" dirty="0" err="1">
                <a:ln>
                  <a:noFill/>
                </a:ln>
                <a:effectLst/>
                <a:latin typeface="Times New Roman" panose="02020603050405020304" pitchFamily="18" charset="0"/>
                <a:cs typeface="Times New Roman" panose="02020603050405020304" pitchFamily="18" charset="0"/>
              </a:rPr>
              <a:t>confusion_matrix</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 Displays classification results in a matrix format.</a:t>
            </a:r>
          </a:p>
          <a:p>
            <a:pPr marL="0" marR="0" lvl="0" indent="0" defTabSz="914400" rtl="0" eaLnBrk="0" fontAlgn="base" latinLnBrk="0" hangingPunct="0">
              <a:spcBef>
                <a:spcPct val="0"/>
              </a:spcBef>
              <a:spcAft>
                <a:spcPts val="600"/>
              </a:spcAft>
              <a:buClrTx/>
              <a:buSzTx/>
              <a:buFontTx/>
              <a:buNone/>
              <a:tabLst/>
            </a:pPr>
            <a:endParaRPr kumimoji="0" lang="en-US" altLang="en-US" sz="1000"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17157002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37901-C0FB-79F9-8F6E-EF555B450FB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3D2A053-4068-97E6-22A0-01CBB55FD836}"/>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9702858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84697CDA-BDB7-4883-B48B-1D4EDB2F0E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0DC0EC46-2230-4728-856D-F353111210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8" y="643467"/>
            <a:ext cx="10905066" cy="5562249"/>
          </a:xfrm>
          <a:custGeom>
            <a:avLst/>
            <a:gdLst>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8506 w 11243827"/>
              <a:gd name="connsiteY105" fmla="*/ 5632788 h 5641173"/>
              <a:gd name="connsiteX106" fmla="*/ 7912803 w 11243827"/>
              <a:gd name="connsiteY106" fmla="*/ 5629702 h 5641173"/>
              <a:gd name="connsiteX107" fmla="*/ 7890915 w 11243827"/>
              <a:gd name="connsiteY107" fmla="*/ 5612272 h 5641173"/>
              <a:gd name="connsiteX108" fmla="*/ 7727691 w 11243827"/>
              <a:gd name="connsiteY108" fmla="*/ 5621064 h 5641173"/>
              <a:gd name="connsiteX109" fmla="*/ 7685998 w 11243827"/>
              <a:gd name="connsiteY109" fmla="*/ 5615564 h 5641173"/>
              <a:gd name="connsiteX110" fmla="*/ 7649302 w 11243827"/>
              <a:gd name="connsiteY110" fmla="*/ 5626541 h 5641173"/>
              <a:gd name="connsiteX111" fmla="*/ 7634083 w 11243827"/>
              <a:gd name="connsiteY111" fmla="*/ 5620862 h 5641173"/>
              <a:gd name="connsiteX112" fmla="*/ 7631455 w 11243827"/>
              <a:gd name="connsiteY112" fmla="*/ 5619708 h 5641173"/>
              <a:gd name="connsiteX113" fmla="*/ 7620952 w 11243827"/>
              <a:gd name="connsiteY113" fmla="*/ 5618872 h 5641173"/>
              <a:gd name="connsiteX114" fmla="*/ 7617992 w 11243827"/>
              <a:gd name="connsiteY114" fmla="*/ 5613914 h 5641173"/>
              <a:gd name="connsiteX115" fmla="*/ 7602182 w 11243827"/>
              <a:gd name="connsiteY115" fmla="*/ 5609271 h 5641173"/>
              <a:gd name="connsiteX116" fmla="*/ 7582847 w 11243827"/>
              <a:gd name="connsiteY116" fmla="*/ 5609047 h 5641173"/>
              <a:gd name="connsiteX117" fmla="*/ 7514158 w 11243827"/>
              <a:gd name="connsiteY117" fmla="*/ 5607737 h 5641173"/>
              <a:gd name="connsiteX118" fmla="*/ 7502955 w 11243827"/>
              <a:gd name="connsiteY118" fmla="*/ 5610415 h 5641173"/>
              <a:gd name="connsiteX119" fmla="*/ 7466391 w 11243827"/>
              <a:gd name="connsiteY119" fmla="*/ 5605949 h 5641173"/>
              <a:gd name="connsiteX120" fmla="*/ 7433806 w 11243827"/>
              <a:gd name="connsiteY120" fmla="*/ 5604945 h 5641173"/>
              <a:gd name="connsiteX121" fmla="*/ 7412693 w 11243827"/>
              <a:gd name="connsiteY121" fmla="*/ 5607075 h 5641173"/>
              <a:gd name="connsiteX122" fmla="*/ 7407159 w 11243827"/>
              <a:gd name="connsiteY122" fmla="*/ 5605310 h 5641173"/>
              <a:gd name="connsiteX123" fmla="*/ 7385900 w 11243827"/>
              <a:gd name="connsiteY123" fmla="*/ 5604171 h 5641173"/>
              <a:gd name="connsiteX124" fmla="*/ 7375071 w 11243827"/>
              <a:gd name="connsiteY124" fmla="*/ 5606788 h 5641173"/>
              <a:gd name="connsiteX125" fmla="*/ 7364382 w 11243827"/>
              <a:gd name="connsiteY125" fmla="*/ 5600762 h 5641173"/>
              <a:gd name="connsiteX126" fmla="*/ 7361770 w 11243827"/>
              <a:gd name="connsiteY126" fmla="*/ 5596347 h 5641173"/>
              <a:gd name="connsiteX127" fmla="*/ 7346641 w 11243827"/>
              <a:gd name="connsiteY127" fmla="*/ 5598329 h 5641173"/>
              <a:gd name="connsiteX128" fmla="*/ 7334238 w 11243827"/>
              <a:gd name="connsiteY128" fmla="*/ 5594014 h 5641173"/>
              <a:gd name="connsiteX129" fmla="*/ 7323426 w 11243827"/>
              <a:gd name="connsiteY129" fmla="*/ 5596835 h 5641173"/>
              <a:gd name="connsiteX130" fmla="*/ 7318938 w 11243827"/>
              <a:gd name="connsiteY130" fmla="*/ 5596200 h 5641173"/>
              <a:gd name="connsiteX131" fmla="*/ 7307784 w 11243827"/>
              <a:gd name="connsiteY131" fmla="*/ 5594065 h 5641173"/>
              <a:gd name="connsiteX132" fmla="*/ 7288540 w 11243827"/>
              <a:gd name="connsiteY132" fmla="*/ 5589320 h 5641173"/>
              <a:gd name="connsiteX133" fmla="*/ 7282537 w 11243827"/>
              <a:gd name="connsiteY133" fmla="*/ 5588660 h 5641173"/>
              <a:gd name="connsiteX134" fmla="*/ 7269466 w 11243827"/>
              <a:gd name="connsiteY134" fmla="*/ 5581404 h 5641173"/>
              <a:gd name="connsiteX135" fmla="*/ 7244165 w 11243827"/>
              <a:gd name="connsiteY135" fmla="*/ 5575200 h 5641173"/>
              <a:gd name="connsiteX136" fmla="*/ 7199619 w 11243827"/>
              <a:gd name="connsiteY136" fmla="*/ 5553550 h 5641173"/>
              <a:gd name="connsiteX137" fmla="*/ 7173434 w 11243827"/>
              <a:gd name="connsiteY137" fmla="*/ 5543219 h 5641173"/>
              <a:gd name="connsiteX138" fmla="*/ 7155718 w 11243827"/>
              <a:gd name="connsiteY138" fmla="*/ 5533697 h 5641173"/>
              <a:gd name="connsiteX139" fmla="*/ 7103430 w 11243827"/>
              <a:gd name="connsiteY139" fmla="*/ 5520249 h 5641173"/>
              <a:gd name="connsiteX140" fmla="*/ 7013746 w 11243827"/>
              <a:gd name="connsiteY140" fmla="*/ 5502470 h 5641173"/>
              <a:gd name="connsiteX141" fmla="*/ 6995379 w 11243827"/>
              <a:gd name="connsiteY141" fmla="*/ 5497693 h 5641173"/>
              <a:gd name="connsiteX142" fmla="*/ 6982475 w 11243827"/>
              <a:gd name="connsiteY142" fmla="*/ 5489641 h 5641173"/>
              <a:gd name="connsiteX143" fmla="*/ 6981994 w 11243827"/>
              <a:gd name="connsiteY143" fmla="*/ 5484335 h 5641173"/>
              <a:gd name="connsiteX144" fmla="*/ 6972355 w 11243827"/>
              <a:gd name="connsiteY144" fmla="*/ 5481074 h 5641173"/>
              <a:gd name="connsiteX145" fmla="*/ 6970394 w 11243827"/>
              <a:gd name="connsiteY145" fmla="*/ 5479383 h 5641173"/>
              <a:gd name="connsiteX146" fmla="*/ 6958543 w 11243827"/>
              <a:gd name="connsiteY146" fmla="*/ 5470507 h 5641173"/>
              <a:gd name="connsiteX147" fmla="*/ 6918276 w 11243827"/>
              <a:gd name="connsiteY147" fmla="*/ 5472034 h 5641173"/>
              <a:gd name="connsiteX148" fmla="*/ 6881046 w 11243827"/>
              <a:gd name="connsiteY148" fmla="*/ 5457070 h 5641173"/>
              <a:gd name="connsiteX149" fmla="*/ 6720917 w 11243827"/>
              <a:gd name="connsiteY149" fmla="*/ 5426664 h 5641173"/>
              <a:gd name="connsiteX150" fmla="*/ 6724964 w 11243827"/>
              <a:gd name="connsiteY150" fmla="*/ 5414071 h 5641173"/>
              <a:gd name="connsiteX151" fmla="*/ 6717823 w 11243827"/>
              <a:gd name="connsiteY151" fmla="*/ 5410317 h 5641173"/>
              <a:gd name="connsiteX152" fmla="*/ 6660723 w 11243827"/>
              <a:gd name="connsiteY152" fmla="*/ 5408304 h 5641173"/>
              <a:gd name="connsiteX153" fmla="*/ 6532914 w 11243827"/>
              <a:gd name="connsiteY153" fmla="*/ 5431205 h 5641173"/>
              <a:gd name="connsiteX154" fmla="*/ 6317327 w 11243827"/>
              <a:gd name="connsiteY154" fmla="*/ 5481889 h 5641173"/>
              <a:gd name="connsiteX155" fmla="*/ 6196243 w 11243827"/>
              <a:gd name="connsiteY155" fmla="*/ 5515042 h 5641173"/>
              <a:gd name="connsiteX156" fmla="*/ 6099124 w 11243827"/>
              <a:gd name="connsiteY156" fmla="*/ 5516848 h 5641173"/>
              <a:gd name="connsiteX157" fmla="*/ 6016077 w 11243827"/>
              <a:gd name="connsiteY157" fmla="*/ 5528642 h 5641173"/>
              <a:gd name="connsiteX158" fmla="*/ 6004389 w 11243827"/>
              <a:gd name="connsiteY158" fmla="*/ 5531206 h 5641173"/>
              <a:gd name="connsiteX159" fmla="*/ 5933945 w 11243827"/>
              <a:gd name="connsiteY159" fmla="*/ 5538840 h 5641173"/>
              <a:gd name="connsiteX160" fmla="*/ 5883936 w 11243827"/>
              <a:gd name="connsiteY160" fmla="*/ 5553807 h 5641173"/>
              <a:gd name="connsiteX161" fmla="*/ 5798331 w 11243827"/>
              <a:gd name="connsiteY161" fmla="*/ 5564248 h 5641173"/>
              <a:gd name="connsiteX162" fmla="*/ 5712738 w 11243827"/>
              <a:gd name="connsiteY162" fmla="*/ 5573120 h 5641173"/>
              <a:gd name="connsiteX163" fmla="*/ 5681342 w 11243827"/>
              <a:gd name="connsiteY163" fmla="*/ 5575621 h 5641173"/>
              <a:gd name="connsiteX164" fmla="*/ 5627167 w 11243827"/>
              <a:gd name="connsiteY164" fmla="*/ 5583215 h 5641173"/>
              <a:gd name="connsiteX165" fmla="*/ 5591414 w 11243827"/>
              <a:gd name="connsiteY165" fmla="*/ 5587695 h 5641173"/>
              <a:gd name="connsiteX166" fmla="*/ 5583028 w 11243827"/>
              <a:gd name="connsiteY166" fmla="*/ 5580877 h 5641173"/>
              <a:gd name="connsiteX167" fmla="*/ 5549426 w 11243827"/>
              <a:gd name="connsiteY167" fmla="*/ 5582858 h 5641173"/>
              <a:gd name="connsiteX168" fmla="*/ 5519999 w 11243827"/>
              <a:gd name="connsiteY168" fmla="*/ 5592246 h 5641173"/>
              <a:gd name="connsiteX169" fmla="*/ 5480028 w 11243827"/>
              <a:gd name="connsiteY169" fmla="*/ 5597282 h 5641173"/>
              <a:gd name="connsiteX170" fmla="*/ 5456175 w 11243827"/>
              <a:gd name="connsiteY170" fmla="*/ 5600371 h 5641173"/>
              <a:gd name="connsiteX171" fmla="*/ 5388463 w 11243827"/>
              <a:gd name="connsiteY171" fmla="*/ 5602638 h 5641173"/>
              <a:gd name="connsiteX172" fmla="*/ 5265898 w 11243827"/>
              <a:gd name="connsiteY172" fmla="*/ 5591830 h 5641173"/>
              <a:gd name="connsiteX173" fmla="*/ 5231231 w 11243827"/>
              <a:gd name="connsiteY173" fmla="*/ 5592790 h 5641173"/>
              <a:gd name="connsiteX174" fmla="*/ 5226996 w 11243827"/>
              <a:gd name="connsiteY174" fmla="*/ 5595040 h 5641173"/>
              <a:gd name="connsiteX175" fmla="*/ 5175988 w 11243827"/>
              <a:gd name="connsiteY175" fmla="*/ 5588131 h 5641173"/>
              <a:gd name="connsiteX176" fmla="*/ 5107470 w 11243827"/>
              <a:gd name="connsiteY176" fmla="*/ 5594771 h 5641173"/>
              <a:gd name="connsiteX177" fmla="*/ 5027868 w 11243827"/>
              <a:gd name="connsiteY177" fmla="*/ 5605624 h 5641173"/>
              <a:gd name="connsiteX178" fmla="*/ 5007324 w 11243827"/>
              <a:gd name="connsiteY178" fmla="*/ 5609209 h 5641173"/>
              <a:gd name="connsiteX179" fmla="*/ 4952559 w 11243827"/>
              <a:gd name="connsiteY179" fmla="*/ 5611402 h 5641173"/>
              <a:gd name="connsiteX180" fmla="*/ 4826081 w 11243827"/>
              <a:gd name="connsiteY180" fmla="*/ 5616191 h 5641173"/>
              <a:gd name="connsiteX181" fmla="*/ 4823501 w 11243827"/>
              <a:gd name="connsiteY181" fmla="*/ 5619174 h 5641173"/>
              <a:gd name="connsiteX182" fmla="*/ 4813093 w 11243827"/>
              <a:gd name="connsiteY182" fmla="*/ 5620026 h 5641173"/>
              <a:gd name="connsiteX183" fmla="*/ 4810563 w 11243827"/>
              <a:gd name="connsiteY183" fmla="*/ 5620787 h 5641173"/>
              <a:gd name="connsiteX184" fmla="*/ 4795818 w 11243827"/>
              <a:gd name="connsiteY184" fmla="*/ 5624618 h 5641173"/>
              <a:gd name="connsiteX185" fmla="*/ 4758404 w 11243827"/>
              <a:gd name="connsiteY185" fmla="*/ 5619510 h 5641173"/>
              <a:gd name="connsiteX186" fmla="*/ 4717254 w 11243827"/>
              <a:gd name="connsiteY186" fmla="*/ 5624155 h 5641173"/>
              <a:gd name="connsiteX187" fmla="*/ 4591958 w 11243827"/>
              <a:gd name="connsiteY187" fmla="*/ 5624710 h 5641173"/>
              <a:gd name="connsiteX188" fmla="*/ 4476215 w 11243827"/>
              <a:gd name="connsiteY188" fmla="*/ 5628210 h 5641173"/>
              <a:gd name="connsiteX189" fmla="*/ 4425193 w 11243827"/>
              <a:gd name="connsiteY189" fmla="*/ 5627414 h 5641173"/>
              <a:gd name="connsiteX190" fmla="*/ 4383866 w 11243827"/>
              <a:gd name="connsiteY190" fmla="*/ 5626546 h 5641173"/>
              <a:gd name="connsiteX191" fmla="*/ 4385596 w 11243827"/>
              <a:gd name="connsiteY191" fmla="*/ 5634646 h 5641173"/>
              <a:gd name="connsiteX192" fmla="*/ 4360864 w 11243827"/>
              <a:gd name="connsiteY192" fmla="*/ 5641173 h 5641173"/>
              <a:gd name="connsiteX193" fmla="*/ 4328321 w 11243827"/>
              <a:gd name="connsiteY193" fmla="*/ 5626332 h 5641173"/>
              <a:gd name="connsiteX194" fmla="*/ 4309842 w 11243827"/>
              <a:gd name="connsiteY194" fmla="*/ 5626471 h 5641173"/>
              <a:gd name="connsiteX195" fmla="*/ 4277424 w 11243827"/>
              <a:gd name="connsiteY195" fmla="*/ 5631598 h 5641173"/>
              <a:gd name="connsiteX196" fmla="*/ 4266627 w 11243827"/>
              <a:gd name="connsiteY196" fmla="*/ 5633969 h 5641173"/>
              <a:gd name="connsiteX197" fmla="*/ 4185525 w 11243827"/>
              <a:gd name="connsiteY197" fmla="*/ 5617508 h 5641173"/>
              <a:gd name="connsiteX198" fmla="*/ 4177617 w 11243827"/>
              <a:gd name="connsiteY198" fmla="*/ 5610903 h 5641173"/>
              <a:gd name="connsiteX199" fmla="*/ 4136948 w 11243827"/>
              <a:gd name="connsiteY199" fmla="*/ 5608031 h 5641173"/>
              <a:gd name="connsiteX200" fmla="*/ 4132323 w 11243827"/>
              <a:gd name="connsiteY200" fmla="*/ 5609784 h 5641173"/>
              <a:gd name="connsiteX201" fmla="*/ 4098620 w 11243827"/>
              <a:gd name="connsiteY201" fmla="*/ 5599672 h 5641173"/>
              <a:gd name="connsiteX202" fmla="*/ 3963475 w 11243827"/>
              <a:gd name="connsiteY202" fmla="*/ 5581841 h 5641173"/>
              <a:gd name="connsiteX203" fmla="*/ 3703613 w 11243827"/>
              <a:gd name="connsiteY203" fmla="*/ 5572482 h 5641173"/>
              <a:gd name="connsiteX204" fmla="*/ 3432987 w 11243827"/>
              <a:gd name="connsiteY204" fmla="*/ 5545768 h 5641173"/>
              <a:gd name="connsiteX205" fmla="*/ 3176381 w 11243827"/>
              <a:gd name="connsiteY205" fmla="*/ 5556110 h 5641173"/>
              <a:gd name="connsiteX206" fmla="*/ 2710156 w 11243827"/>
              <a:gd name="connsiteY206" fmla="*/ 5527517 h 5641173"/>
              <a:gd name="connsiteX207" fmla="*/ 2550206 w 11243827"/>
              <a:gd name="connsiteY207" fmla="*/ 5524958 h 5641173"/>
              <a:gd name="connsiteX208" fmla="*/ 2443041 w 11243827"/>
              <a:gd name="connsiteY208" fmla="*/ 5523990 h 5641173"/>
              <a:gd name="connsiteX209" fmla="*/ 2435613 w 11243827"/>
              <a:gd name="connsiteY209" fmla="*/ 5526704 h 5641173"/>
              <a:gd name="connsiteX210" fmla="*/ 2405682 w 11243827"/>
              <a:gd name="connsiteY210" fmla="*/ 5528307 h 5641173"/>
              <a:gd name="connsiteX211" fmla="*/ 2397487 w 11243827"/>
              <a:gd name="connsiteY211" fmla="*/ 5540337 h 5641173"/>
              <a:gd name="connsiteX212" fmla="*/ 2297454 w 11243827"/>
              <a:gd name="connsiteY212" fmla="*/ 5550765 h 5641173"/>
              <a:gd name="connsiteX213" fmla="*/ 2056700 w 11243827"/>
              <a:gd name="connsiteY213" fmla="*/ 5555489 h 5641173"/>
              <a:gd name="connsiteX214" fmla="*/ 1878530 w 11243827"/>
              <a:gd name="connsiteY214" fmla="*/ 5535330 h 5641173"/>
              <a:gd name="connsiteX215" fmla="*/ 1859292 w 11243827"/>
              <a:gd name="connsiteY215" fmla="*/ 5535461 h 5641173"/>
              <a:gd name="connsiteX216" fmla="*/ 1835626 w 11243827"/>
              <a:gd name="connsiteY216" fmla="*/ 5533793 h 5641173"/>
              <a:gd name="connsiteX217" fmla="*/ 1798939 w 11243827"/>
              <a:gd name="connsiteY217" fmla="*/ 5540285 h 5641173"/>
              <a:gd name="connsiteX218" fmla="*/ 1779046 w 11243827"/>
              <a:gd name="connsiteY218" fmla="*/ 5549949 h 5641173"/>
              <a:gd name="connsiteX219" fmla="*/ 1772421 w 11243827"/>
              <a:gd name="connsiteY219" fmla="*/ 5549018 h 5641173"/>
              <a:gd name="connsiteX220" fmla="*/ 1772052 w 11243827"/>
              <a:gd name="connsiteY220" fmla="*/ 5545689 h 5641173"/>
              <a:gd name="connsiteX221" fmla="*/ 1711543 w 11243827"/>
              <a:gd name="connsiteY221" fmla="*/ 5534558 h 5641173"/>
              <a:gd name="connsiteX222" fmla="*/ 1698891 w 11243827"/>
              <a:gd name="connsiteY222" fmla="*/ 5513187 h 5641173"/>
              <a:gd name="connsiteX223" fmla="*/ 1538763 w 11243827"/>
              <a:gd name="connsiteY223" fmla="*/ 5482781 h 5641173"/>
              <a:gd name="connsiteX224" fmla="*/ 1501533 w 11243827"/>
              <a:gd name="connsiteY224" fmla="*/ 5467817 h 5641173"/>
              <a:gd name="connsiteX225" fmla="*/ 1461266 w 11243827"/>
              <a:gd name="connsiteY225" fmla="*/ 5469343 h 5641173"/>
              <a:gd name="connsiteX226" fmla="*/ 1449415 w 11243827"/>
              <a:gd name="connsiteY226" fmla="*/ 5460467 h 5641173"/>
              <a:gd name="connsiteX227" fmla="*/ 1447454 w 11243827"/>
              <a:gd name="connsiteY227" fmla="*/ 5458776 h 5641173"/>
              <a:gd name="connsiteX228" fmla="*/ 1437814 w 11243827"/>
              <a:gd name="connsiteY228" fmla="*/ 5455515 h 5641173"/>
              <a:gd name="connsiteX229" fmla="*/ 1437334 w 11243827"/>
              <a:gd name="connsiteY229" fmla="*/ 5450209 h 5641173"/>
              <a:gd name="connsiteX230" fmla="*/ 1424429 w 11243827"/>
              <a:gd name="connsiteY230" fmla="*/ 5442157 h 5641173"/>
              <a:gd name="connsiteX231" fmla="*/ 1406063 w 11243827"/>
              <a:gd name="connsiteY231" fmla="*/ 5437380 h 5641173"/>
              <a:gd name="connsiteX232" fmla="*/ 1316379 w 11243827"/>
              <a:gd name="connsiteY232" fmla="*/ 5419601 h 5641173"/>
              <a:gd name="connsiteX233" fmla="*/ 1264090 w 11243827"/>
              <a:gd name="connsiteY233" fmla="*/ 5406153 h 5641173"/>
              <a:gd name="connsiteX234" fmla="*/ 1246374 w 11243827"/>
              <a:gd name="connsiteY234" fmla="*/ 5396631 h 5641173"/>
              <a:gd name="connsiteX235" fmla="*/ 1220190 w 11243827"/>
              <a:gd name="connsiteY235" fmla="*/ 5386301 h 5641173"/>
              <a:gd name="connsiteX236" fmla="*/ 1175643 w 11243827"/>
              <a:gd name="connsiteY236" fmla="*/ 5364651 h 5641173"/>
              <a:gd name="connsiteX237" fmla="*/ 1150342 w 11243827"/>
              <a:gd name="connsiteY237" fmla="*/ 5358447 h 5641173"/>
              <a:gd name="connsiteX238" fmla="*/ 1137272 w 11243827"/>
              <a:gd name="connsiteY238" fmla="*/ 5351191 h 5641173"/>
              <a:gd name="connsiteX239" fmla="*/ 1131268 w 11243827"/>
              <a:gd name="connsiteY239" fmla="*/ 5350530 h 5641173"/>
              <a:gd name="connsiteX240" fmla="*/ 1112024 w 11243827"/>
              <a:gd name="connsiteY240" fmla="*/ 5345786 h 5641173"/>
              <a:gd name="connsiteX241" fmla="*/ 1100870 w 11243827"/>
              <a:gd name="connsiteY241" fmla="*/ 5343651 h 5641173"/>
              <a:gd name="connsiteX242" fmla="*/ 1096383 w 11243827"/>
              <a:gd name="connsiteY242" fmla="*/ 5343015 h 5641173"/>
              <a:gd name="connsiteX243" fmla="*/ 1085571 w 11243827"/>
              <a:gd name="connsiteY243" fmla="*/ 5345836 h 5641173"/>
              <a:gd name="connsiteX244" fmla="*/ 1073168 w 11243827"/>
              <a:gd name="connsiteY244" fmla="*/ 5341521 h 5641173"/>
              <a:gd name="connsiteX245" fmla="*/ 1058039 w 11243827"/>
              <a:gd name="connsiteY245" fmla="*/ 5343504 h 5641173"/>
              <a:gd name="connsiteX246" fmla="*/ 1055426 w 11243827"/>
              <a:gd name="connsiteY246" fmla="*/ 5339088 h 5641173"/>
              <a:gd name="connsiteX247" fmla="*/ 1044738 w 11243827"/>
              <a:gd name="connsiteY247" fmla="*/ 5333063 h 5641173"/>
              <a:gd name="connsiteX248" fmla="*/ 1033909 w 11243827"/>
              <a:gd name="connsiteY248" fmla="*/ 5335680 h 5641173"/>
              <a:gd name="connsiteX249" fmla="*/ 1012649 w 11243827"/>
              <a:gd name="connsiteY249" fmla="*/ 5334541 h 5641173"/>
              <a:gd name="connsiteX250" fmla="*/ 1007115 w 11243827"/>
              <a:gd name="connsiteY250" fmla="*/ 5332775 h 5641173"/>
              <a:gd name="connsiteX251" fmla="*/ 986002 w 11243827"/>
              <a:gd name="connsiteY251" fmla="*/ 5334906 h 5641173"/>
              <a:gd name="connsiteX252" fmla="*/ 953418 w 11243827"/>
              <a:gd name="connsiteY252" fmla="*/ 5333901 h 5641173"/>
              <a:gd name="connsiteX253" fmla="*/ 916854 w 11243827"/>
              <a:gd name="connsiteY253" fmla="*/ 5329435 h 5641173"/>
              <a:gd name="connsiteX254" fmla="*/ 905651 w 11243827"/>
              <a:gd name="connsiteY254" fmla="*/ 5332114 h 5641173"/>
              <a:gd name="connsiteX255" fmla="*/ 836961 w 11243827"/>
              <a:gd name="connsiteY255" fmla="*/ 5330803 h 5641173"/>
              <a:gd name="connsiteX256" fmla="*/ 817627 w 11243827"/>
              <a:gd name="connsiteY256" fmla="*/ 5330580 h 5641173"/>
              <a:gd name="connsiteX257" fmla="*/ 801817 w 11243827"/>
              <a:gd name="connsiteY257" fmla="*/ 5325937 h 5641173"/>
              <a:gd name="connsiteX258" fmla="*/ 798857 w 11243827"/>
              <a:gd name="connsiteY258" fmla="*/ 5320979 h 5641173"/>
              <a:gd name="connsiteX259" fmla="*/ 788354 w 11243827"/>
              <a:gd name="connsiteY259" fmla="*/ 5320143 h 5641173"/>
              <a:gd name="connsiteX260" fmla="*/ 785726 w 11243827"/>
              <a:gd name="connsiteY260" fmla="*/ 5318989 h 5641173"/>
              <a:gd name="connsiteX261" fmla="*/ 770507 w 11243827"/>
              <a:gd name="connsiteY261" fmla="*/ 5313309 h 5641173"/>
              <a:gd name="connsiteX262" fmla="*/ 733810 w 11243827"/>
              <a:gd name="connsiteY262" fmla="*/ 5324286 h 5641173"/>
              <a:gd name="connsiteX263" fmla="*/ 692117 w 11243827"/>
              <a:gd name="connsiteY263" fmla="*/ 5318786 h 5641173"/>
              <a:gd name="connsiteX264" fmla="*/ 528894 w 11243827"/>
              <a:gd name="connsiteY264" fmla="*/ 5327578 h 5641173"/>
              <a:gd name="connsiteX265" fmla="*/ 507005 w 11243827"/>
              <a:gd name="connsiteY265" fmla="*/ 5310149 h 5641173"/>
              <a:gd name="connsiteX266" fmla="*/ 441302 w 11243827"/>
              <a:gd name="connsiteY266" fmla="*/ 5307062 h 5641173"/>
              <a:gd name="connsiteX267" fmla="*/ 336819 w 11243827"/>
              <a:gd name="connsiteY267" fmla="*/ 5336690 h 5641173"/>
              <a:gd name="connsiteX268" fmla="*/ 215763 w 11243827"/>
              <a:gd name="connsiteY268" fmla="*/ 5332575 h 5641173"/>
              <a:gd name="connsiteX269" fmla="*/ 205927 w 11243827"/>
              <a:gd name="connsiteY269" fmla="*/ 5339672 h 5641173"/>
              <a:gd name="connsiteX270" fmla="*/ 194189 w 11243827"/>
              <a:gd name="connsiteY270" fmla="*/ 5343588 h 5641173"/>
              <a:gd name="connsiteX271" fmla="*/ 192552 w 11243827"/>
              <a:gd name="connsiteY271" fmla="*/ 5342845 h 5641173"/>
              <a:gd name="connsiteX272" fmla="*/ 178320 w 11243827"/>
              <a:gd name="connsiteY272" fmla="*/ 5343766 h 5641173"/>
              <a:gd name="connsiteX273" fmla="*/ 175596 w 11243827"/>
              <a:gd name="connsiteY273" fmla="*/ 5346411 h 5641173"/>
              <a:gd name="connsiteX274" fmla="*/ 165951 w 11243827"/>
              <a:gd name="connsiteY274" fmla="*/ 5347808 h 5641173"/>
              <a:gd name="connsiteX275" fmla="*/ 147287 w 11243827"/>
              <a:gd name="connsiteY275" fmla="*/ 5352625 h 5641173"/>
              <a:gd name="connsiteX276" fmla="*/ 143484 w 11243827"/>
              <a:gd name="connsiteY276" fmla="*/ 5351591 h 5641173"/>
              <a:gd name="connsiteX277" fmla="*/ 114847 w 11243827"/>
              <a:gd name="connsiteY277" fmla="*/ 5355844 h 5641173"/>
              <a:gd name="connsiteX278" fmla="*/ 114306 w 11243827"/>
              <a:gd name="connsiteY278" fmla="*/ 5354983 h 5641173"/>
              <a:gd name="connsiteX279" fmla="*/ 105588 w 11243827"/>
              <a:gd name="connsiteY279" fmla="*/ 5352169 h 5641173"/>
              <a:gd name="connsiteX280" fmla="*/ 89264 w 11243827"/>
              <a:gd name="connsiteY280" fmla="*/ 5348886 h 5641173"/>
              <a:gd name="connsiteX281" fmla="*/ 49794 w 11243827"/>
              <a:gd name="connsiteY281" fmla="*/ 5329950 h 5641173"/>
              <a:gd name="connsiteX282" fmla="*/ 19924 w 11243827"/>
              <a:gd name="connsiteY282" fmla="*/ 5334282 h 5641173"/>
              <a:gd name="connsiteX283" fmla="*/ 13819 w 11243827"/>
              <a:gd name="connsiteY283" fmla="*/ 5334653 h 5641173"/>
              <a:gd name="connsiteX284" fmla="*/ 13657 w 11243827"/>
              <a:gd name="connsiteY284" fmla="*/ 5334455 h 5641173"/>
              <a:gd name="connsiteX285" fmla="*/ 7139 w 11243827"/>
              <a:gd name="connsiteY285" fmla="*/ 5334438 h 5641173"/>
              <a:gd name="connsiteX286" fmla="*/ 2684 w 11243827"/>
              <a:gd name="connsiteY286" fmla="*/ 5335333 h 5641173"/>
              <a:gd name="connsiteX287" fmla="*/ 0 w 11243827"/>
              <a:gd name="connsiteY287" fmla="*/ 5335496 h 5641173"/>
              <a:gd name="connsiteX288" fmla="*/ 0 w 11243827"/>
              <a:gd name="connsiteY288" fmla="*/ 10592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20917 w 11243827"/>
              <a:gd name="connsiteY148" fmla="*/ 5426664 h 5641173"/>
              <a:gd name="connsiteX149" fmla="*/ 6724964 w 11243827"/>
              <a:gd name="connsiteY149" fmla="*/ 5414071 h 5641173"/>
              <a:gd name="connsiteX150" fmla="*/ 6717823 w 11243827"/>
              <a:gd name="connsiteY150" fmla="*/ 5410317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20917 w 11243827"/>
              <a:gd name="connsiteY148" fmla="*/ 5426664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20917 w 11243827"/>
              <a:gd name="connsiteY148" fmla="*/ 5637174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804792 w 11243827"/>
              <a:gd name="connsiteY148" fmla="*/ 5439822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804792 w 11243827"/>
              <a:gd name="connsiteY148" fmla="*/ 5439822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87273"/>
              <a:gd name="connsiteX1" fmla="*/ 11243827 w 11243827"/>
              <a:gd name="connsiteY1" fmla="*/ 1470035 h 5687273"/>
              <a:gd name="connsiteX2" fmla="*/ 11243827 w 11243827"/>
              <a:gd name="connsiteY2" fmla="*/ 5001571 h 5687273"/>
              <a:gd name="connsiteX3" fmla="*/ 11243827 w 11243827"/>
              <a:gd name="connsiteY3" fmla="*/ 5209610 h 5687273"/>
              <a:gd name="connsiteX4" fmla="*/ 11240675 w 11243827"/>
              <a:gd name="connsiteY4" fmla="*/ 5210442 h 5687273"/>
              <a:gd name="connsiteX5" fmla="*/ 11179959 w 11243827"/>
              <a:gd name="connsiteY5" fmla="*/ 5221199 h 5687273"/>
              <a:gd name="connsiteX6" fmla="*/ 11105493 w 11243827"/>
              <a:gd name="connsiteY6" fmla="*/ 5259905 h 5687273"/>
              <a:gd name="connsiteX7" fmla="*/ 11078640 w 11243827"/>
              <a:gd name="connsiteY7" fmla="*/ 5263531 h 5687273"/>
              <a:gd name="connsiteX8" fmla="*/ 11079616 w 11243827"/>
              <a:gd name="connsiteY8" fmla="*/ 5270380 h 5687273"/>
              <a:gd name="connsiteX9" fmla="*/ 11069641 w 11243827"/>
              <a:gd name="connsiteY9" fmla="*/ 5270884 h 5687273"/>
              <a:gd name="connsiteX10" fmla="*/ 11047377 w 11243827"/>
              <a:gd name="connsiteY10" fmla="*/ 5271051 h 5687273"/>
              <a:gd name="connsiteX11" fmla="*/ 10980705 w 11243827"/>
              <a:gd name="connsiteY11" fmla="*/ 5272951 h 5687273"/>
              <a:gd name="connsiteX12" fmla="*/ 10962514 w 11243827"/>
              <a:gd name="connsiteY12" fmla="*/ 5286084 h 5687273"/>
              <a:gd name="connsiteX13" fmla="*/ 10945307 w 11243827"/>
              <a:gd name="connsiteY13" fmla="*/ 5286290 h 5687273"/>
              <a:gd name="connsiteX14" fmla="*/ 10845516 w 11243827"/>
              <a:gd name="connsiteY14" fmla="*/ 5303894 h 5687273"/>
              <a:gd name="connsiteX15" fmla="*/ 10831795 w 11243827"/>
              <a:gd name="connsiteY15" fmla="*/ 5305210 h 5687273"/>
              <a:gd name="connsiteX16" fmla="*/ 10824365 w 11243827"/>
              <a:gd name="connsiteY16" fmla="*/ 5311111 h 5687273"/>
              <a:gd name="connsiteX17" fmla="*/ 10797756 w 11243827"/>
              <a:gd name="connsiteY17" fmla="*/ 5312285 h 5687273"/>
              <a:gd name="connsiteX18" fmla="*/ 10796525 w 11243827"/>
              <a:gd name="connsiteY18" fmla="*/ 5315645 h 5687273"/>
              <a:gd name="connsiteX19" fmla="*/ 10709063 w 11243827"/>
              <a:gd name="connsiteY19" fmla="*/ 5344492 h 5687273"/>
              <a:gd name="connsiteX20" fmla="*/ 10694078 w 11243827"/>
              <a:gd name="connsiteY20" fmla="*/ 5349258 h 5687273"/>
              <a:gd name="connsiteX21" fmla="*/ 10681131 w 11243827"/>
              <a:gd name="connsiteY21" fmla="*/ 5347812 h 5687273"/>
              <a:gd name="connsiteX22" fmla="*/ 10609448 w 11243827"/>
              <a:gd name="connsiteY22" fmla="*/ 5351931 h 5687273"/>
              <a:gd name="connsiteX23" fmla="*/ 10592397 w 11243827"/>
              <a:gd name="connsiteY23" fmla="*/ 5349402 h 5687273"/>
              <a:gd name="connsiteX24" fmla="*/ 10585227 w 11243827"/>
              <a:gd name="connsiteY24" fmla="*/ 5344063 h 5687273"/>
              <a:gd name="connsiteX25" fmla="*/ 10557472 w 11243827"/>
              <a:gd name="connsiteY25" fmla="*/ 5354151 h 5687273"/>
              <a:gd name="connsiteX26" fmla="*/ 10514646 w 11243827"/>
              <a:gd name="connsiteY26" fmla="*/ 5361064 h 5687273"/>
              <a:gd name="connsiteX27" fmla="*/ 10494292 w 11243827"/>
              <a:gd name="connsiteY27" fmla="*/ 5366054 h 5687273"/>
              <a:gd name="connsiteX28" fmla="*/ 10477869 w 11243827"/>
              <a:gd name="connsiteY28" fmla="*/ 5363025 h 5687273"/>
              <a:gd name="connsiteX29" fmla="*/ 10384411 w 11243827"/>
              <a:gd name="connsiteY29" fmla="*/ 5362257 h 5687273"/>
              <a:gd name="connsiteX30" fmla="*/ 10362921 w 11243827"/>
              <a:gd name="connsiteY30" fmla="*/ 5357444 h 5687273"/>
              <a:gd name="connsiteX31" fmla="*/ 10352736 w 11243827"/>
              <a:gd name="connsiteY31" fmla="*/ 5347851 h 5687273"/>
              <a:gd name="connsiteX32" fmla="*/ 10344754 w 11243827"/>
              <a:gd name="connsiteY32" fmla="*/ 5351272 h 5687273"/>
              <a:gd name="connsiteX33" fmla="*/ 10288226 w 11243827"/>
              <a:gd name="connsiteY33" fmla="*/ 5351613 h 5687273"/>
              <a:gd name="connsiteX34" fmla="*/ 10251350 w 11243827"/>
              <a:gd name="connsiteY34" fmla="*/ 5352711 h 5687273"/>
              <a:gd name="connsiteX35" fmla="*/ 10249108 w 11243827"/>
              <a:gd name="connsiteY35" fmla="*/ 5365881 h 5687273"/>
              <a:gd name="connsiteX36" fmla="*/ 10216272 w 11243827"/>
              <a:gd name="connsiteY36" fmla="*/ 5370573 h 5687273"/>
              <a:gd name="connsiteX37" fmla="*/ 10181278 w 11243827"/>
              <a:gd name="connsiteY37" fmla="*/ 5362119 h 5687273"/>
              <a:gd name="connsiteX38" fmla="*/ 10140033 w 11243827"/>
              <a:gd name="connsiteY38" fmla="*/ 5363304 h 5687273"/>
              <a:gd name="connsiteX39" fmla="*/ 10115353 w 11243827"/>
              <a:gd name="connsiteY39" fmla="*/ 5363869 h 5687273"/>
              <a:gd name="connsiteX40" fmla="*/ 10050578 w 11243827"/>
              <a:gd name="connsiteY40" fmla="*/ 5376153 h 5687273"/>
              <a:gd name="connsiteX41" fmla="*/ 9945478 w 11243827"/>
              <a:gd name="connsiteY41" fmla="*/ 5422859 h 5687273"/>
              <a:gd name="connsiteX42" fmla="*/ 9912481 w 11243827"/>
              <a:gd name="connsiteY42" fmla="*/ 5429477 h 5687273"/>
              <a:gd name="connsiteX43" fmla="*/ 9906713 w 11243827"/>
              <a:gd name="connsiteY43" fmla="*/ 5426784 h 5687273"/>
              <a:gd name="connsiteX44" fmla="*/ 9742436 w 11243827"/>
              <a:gd name="connsiteY44" fmla="*/ 5454834 h 5687273"/>
              <a:gd name="connsiteX45" fmla="*/ 9713044 w 11243827"/>
              <a:gd name="connsiteY45" fmla="*/ 5456476 h 5687273"/>
              <a:gd name="connsiteX46" fmla="*/ 9691033 w 11243827"/>
              <a:gd name="connsiteY46" fmla="*/ 5455451 h 5687273"/>
              <a:gd name="connsiteX47" fmla="*/ 9638355 w 11243827"/>
              <a:gd name="connsiteY47" fmla="*/ 5464794 h 5687273"/>
              <a:gd name="connsiteX48" fmla="*/ 9552434 w 11243827"/>
              <a:gd name="connsiteY48" fmla="*/ 5485280 h 5687273"/>
              <a:gd name="connsiteX49" fmla="*/ 9533883 w 11243827"/>
              <a:gd name="connsiteY49" fmla="*/ 5488516 h 5687273"/>
              <a:gd name="connsiteX50" fmla="*/ 9516916 w 11243827"/>
              <a:gd name="connsiteY50" fmla="*/ 5486828 h 5687273"/>
              <a:gd name="connsiteX51" fmla="*/ 9512093 w 11243827"/>
              <a:gd name="connsiteY51" fmla="*/ 5482541 h 5687273"/>
              <a:gd name="connsiteX52" fmla="*/ 9501725 w 11243827"/>
              <a:gd name="connsiteY52" fmla="*/ 5483603 h 5687273"/>
              <a:gd name="connsiteX53" fmla="*/ 9498754 w 11243827"/>
              <a:gd name="connsiteY53" fmla="*/ 5482951 h 5687273"/>
              <a:gd name="connsiteX54" fmla="*/ 9481932 w 11243827"/>
              <a:gd name="connsiteY54" fmla="*/ 5480151 h 5687273"/>
              <a:gd name="connsiteX55" fmla="*/ 9451321 w 11243827"/>
              <a:gd name="connsiteY55" fmla="*/ 5497375 h 5687273"/>
              <a:gd name="connsiteX56" fmla="*/ 9409298 w 11243827"/>
              <a:gd name="connsiteY56" fmla="*/ 5499478 h 5687273"/>
              <a:gd name="connsiteX57" fmla="*/ 9257007 w 11243827"/>
              <a:gd name="connsiteY57" fmla="*/ 5537183 h 5687273"/>
              <a:gd name="connsiteX58" fmla="*/ 9229078 w 11243827"/>
              <a:gd name="connsiteY58" fmla="*/ 5524154 h 5687273"/>
              <a:gd name="connsiteX59" fmla="*/ 9165105 w 11243827"/>
              <a:gd name="connsiteY59" fmla="*/ 5532892 h 5687273"/>
              <a:gd name="connsiteX60" fmla="*/ 9077301 w 11243827"/>
              <a:gd name="connsiteY60" fmla="*/ 5580356 h 5687273"/>
              <a:gd name="connsiteX61" fmla="*/ 8960065 w 11243827"/>
              <a:gd name="connsiteY61" fmla="*/ 5597982 h 5687273"/>
              <a:gd name="connsiteX62" fmla="*/ 8953536 w 11243827"/>
              <a:gd name="connsiteY62" fmla="*/ 5606638 h 5687273"/>
              <a:gd name="connsiteX63" fmla="*/ 8943907 w 11243827"/>
              <a:gd name="connsiteY63" fmla="*/ 5612541 h 5687273"/>
              <a:gd name="connsiteX64" fmla="*/ 8942046 w 11243827"/>
              <a:gd name="connsiteY64" fmla="*/ 5612112 h 5687273"/>
              <a:gd name="connsiteX65" fmla="*/ 8928824 w 11243827"/>
              <a:gd name="connsiteY65" fmla="*/ 5615549 h 5687273"/>
              <a:gd name="connsiteX66" fmla="*/ 8927294 w 11243827"/>
              <a:gd name="connsiteY66" fmla="*/ 5618607 h 5687273"/>
              <a:gd name="connsiteX67" fmla="*/ 8918651 w 11243827"/>
              <a:gd name="connsiteY67" fmla="*/ 5621688 h 5687273"/>
              <a:gd name="connsiteX68" fmla="*/ 8902772 w 11243827"/>
              <a:gd name="connsiteY68" fmla="*/ 5629703 h 5687273"/>
              <a:gd name="connsiteX69" fmla="*/ 8898724 w 11243827"/>
              <a:gd name="connsiteY69" fmla="*/ 5629379 h 5687273"/>
              <a:gd name="connsiteX70" fmla="*/ 8873099 w 11243827"/>
              <a:gd name="connsiteY70" fmla="*/ 5638628 h 5687273"/>
              <a:gd name="connsiteX71" fmla="*/ 8872234 w 11243827"/>
              <a:gd name="connsiteY71" fmla="*/ 5637889 h 5687273"/>
              <a:gd name="connsiteX72" fmla="*/ 8862777 w 11243827"/>
              <a:gd name="connsiteY72" fmla="*/ 5636711 h 5687273"/>
              <a:gd name="connsiteX73" fmla="*/ 8845869 w 11243827"/>
              <a:gd name="connsiteY73" fmla="*/ 5636436 h 5687273"/>
              <a:gd name="connsiteX74" fmla="*/ 8800548 w 11243827"/>
              <a:gd name="connsiteY74" fmla="*/ 5625084 h 5687273"/>
              <a:gd name="connsiteX75" fmla="*/ 8773774 w 11243827"/>
              <a:gd name="connsiteY75" fmla="*/ 5634630 h 5687273"/>
              <a:gd name="connsiteX76" fmla="*/ 8698255 w 11243827"/>
              <a:gd name="connsiteY76" fmla="*/ 5636083 h 5687273"/>
              <a:gd name="connsiteX77" fmla="*/ 8619167 w 11243827"/>
              <a:gd name="connsiteY77" fmla="*/ 5619130 h 5687273"/>
              <a:gd name="connsiteX78" fmla="*/ 8539822 w 11243827"/>
              <a:gd name="connsiteY78" fmla="*/ 5616905 h 5687273"/>
              <a:gd name="connsiteX79" fmla="*/ 8511094 w 11243827"/>
              <a:gd name="connsiteY79" fmla="*/ 5617360 h 5687273"/>
              <a:gd name="connsiteX80" fmla="*/ 8459886 w 11243827"/>
              <a:gd name="connsiteY80" fmla="*/ 5612612 h 5687273"/>
              <a:gd name="connsiteX81" fmla="*/ 8436432 w 11243827"/>
              <a:gd name="connsiteY81" fmla="*/ 5606990 h 5687273"/>
              <a:gd name="connsiteX82" fmla="*/ 8435403 w 11243827"/>
              <a:gd name="connsiteY82" fmla="*/ 5607336 h 5687273"/>
              <a:gd name="connsiteX83" fmla="*/ 8433307 w 11243827"/>
              <a:gd name="connsiteY83" fmla="*/ 5604917 h 5687273"/>
              <a:gd name="connsiteX84" fmla="*/ 8428968 w 11243827"/>
              <a:gd name="connsiteY84" fmla="*/ 5603796 h 5687273"/>
              <a:gd name="connsiteX85" fmla="*/ 8417124 w 11243827"/>
              <a:gd name="connsiteY85" fmla="*/ 5604518 h 5687273"/>
              <a:gd name="connsiteX86" fmla="*/ 8412669 w 11243827"/>
              <a:gd name="connsiteY86" fmla="*/ 5605413 h 5687273"/>
              <a:gd name="connsiteX87" fmla="*/ 8406152 w 11243827"/>
              <a:gd name="connsiteY87" fmla="*/ 5605396 h 5687273"/>
              <a:gd name="connsiteX88" fmla="*/ 8405989 w 11243827"/>
              <a:gd name="connsiteY88" fmla="*/ 5605197 h 5687273"/>
              <a:gd name="connsiteX89" fmla="*/ 8399884 w 11243827"/>
              <a:gd name="connsiteY89" fmla="*/ 5605568 h 5687273"/>
              <a:gd name="connsiteX90" fmla="*/ 8370014 w 11243827"/>
              <a:gd name="connsiteY90" fmla="*/ 5609900 h 5687273"/>
              <a:gd name="connsiteX91" fmla="*/ 8330544 w 11243827"/>
              <a:gd name="connsiteY91" fmla="*/ 5590964 h 5687273"/>
              <a:gd name="connsiteX92" fmla="*/ 8314221 w 11243827"/>
              <a:gd name="connsiteY92" fmla="*/ 5587682 h 5687273"/>
              <a:gd name="connsiteX93" fmla="*/ 8305502 w 11243827"/>
              <a:gd name="connsiteY93" fmla="*/ 5584868 h 5687273"/>
              <a:gd name="connsiteX94" fmla="*/ 8304962 w 11243827"/>
              <a:gd name="connsiteY94" fmla="*/ 5584007 h 5687273"/>
              <a:gd name="connsiteX95" fmla="*/ 8276324 w 11243827"/>
              <a:gd name="connsiteY95" fmla="*/ 5588260 h 5687273"/>
              <a:gd name="connsiteX96" fmla="*/ 8272522 w 11243827"/>
              <a:gd name="connsiteY96" fmla="*/ 5587226 h 5687273"/>
              <a:gd name="connsiteX97" fmla="*/ 8253857 w 11243827"/>
              <a:gd name="connsiteY97" fmla="*/ 5592043 h 5687273"/>
              <a:gd name="connsiteX98" fmla="*/ 8244212 w 11243827"/>
              <a:gd name="connsiteY98" fmla="*/ 5593439 h 5687273"/>
              <a:gd name="connsiteX99" fmla="*/ 8241488 w 11243827"/>
              <a:gd name="connsiteY99" fmla="*/ 5596085 h 5687273"/>
              <a:gd name="connsiteX100" fmla="*/ 8227256 w 11243827"/>
              <a:gd name="connsiteY100" fmla="*/ 5597005 h 5687273"/>
              <a:gd name="connsiteX101" fmla="*/ 8225619 w 11243827"/>
              <a:gd name="connsiteY101" fmla="*/ 5596262 h 5687273"/>
              <a:gd name="connsiteX102" fmla="*/ 8213882 w 11243827"/>
              <a:gd name="connsiteY102" fmla="*/ 5600179 h 5687273"/>
              <a:gd name="connsiteX103" fmla="*/ 8204045 w 11243827"/>
              <a:gd name="connsiteY103" fmla="*/ 5607275 h 5687273"/>
              <a:gd name="connsiteX104" fmla="*/ 8082989 w 11243827"/>
              <a:gd name="connsiteY104" fmla="*/ 5603160 h 5687273"/>
              <a:gd name="connsiteX105" fmla="*/ 7976942 w 11243827"/>
              <a:gd name="connsiteY105" fmla="*/ 5598455 h 5687273"/>
              <a:gd name="connsiteX106" fmla="*/ 7915584 w 11243827"/>
              <a:gd name="connsiteY106" fmla="*/ 5684635 h 5687273"/>
              <a:gd name="connsiteX107" fmla="*/ 7727691 w 11243827"/>
              <a:gd name="connsiteY107" fmla="*/ 5621064 h 5687273"/>
              <a:gd name="connsiteX108" fmla="*/ 7685998 w 11243827"/>
              <a:gd name="connsiteY108" fmla="*/ 5615564 h 5687273"/>
              <a:gd name="connsiteX109" fmla="*/ 7649302 w 11243827"/>
              <a:gd name="connsiteY109" fmla="*/ 5626541 h 5687273"/>
              <a:gd name="connsiteX110" fmla="*/ 7634083 w 11243827"/>
              <a:gd name="connsiteY110" fmla="*/ 5620862 h 5687273"/>
              <a:gd name="connsiteX111" fmla="*/ 7631455 w 11243827"/>
              <a:gd name="connsiteY111" fmla="*/ 5619708 h 5687273"/>
              <a:gd name="connsiteX112" fmla="*/ 7620952 w 11243827"/>
              <a:gd name="connsiteY112" fmla="*/ 5618872 h 5687273"/>
              <a:gd name="connsiteX113" fmla="*/ 7617992 w 11243827"/>
              <a:gd name="connsiteY113" fmla="*/ 5613914 h 5687273"/>
              <a:gd name="connsiteX114" fmla="*/ 7602182 w 11243827"/>
              <a:gd name="connsiteY114" fmla="*/ 5609271 h 5687273"/>
              <a:gd name="connsiteX115" fmla="*/ 7582847 w 11243827"/>
              <a:gd name="connsiteY115" fmla="*/ 5609047 h 5687273"/>
              <a:gd name="connsiteX116" fmla="*/ 7514158 w 11243827"/>
              <a:gd name="connsiteY116" fmla="*/ 5607737 h 5687273"/>
              <a:gd name="connsiteX117" fmla="*/ 7502955 w 11243827"/>
              <a:gd name="connsiteY117" fmla="*/ 5610415 h 5687273"/>
              <a:gd name="connsiteX118" fmla="*/ 7466391 w 11243827"/>
              <a:gd name="connsiteY118" fmla="*/ 5605949 h 5687273"/>
              <a:gd name="connsiteX119" fmla="*/ 7433806 w 11243827"/>
              <a:gd name="connsiteY119" fmla="*/ 5604945 h 5687273"/>
              <a:gd name="connsiteX120" fmla="*/ 7412693 w 11243827"/>
              <a:gd name="connsiteY120" fmla="*/ 5607075 h 5687273"/>
              <a:gd name="connsiteX121" fmla="*/ 7407159 w 11243827"/>
              <a:gd name="connsiteY121" fmla="*/ 5605310 h 5687273"/>
              <a:gd name="connsiteX122" fmla="*/ 7385900 w 11243827"/>
              <a:gd name="connsiteY122" fmla="*/ 5604171 h 5687273"/>
              <a:gd name="connsiteX123" fmla="*/ 7375071 w 11243827"/>
              <a:gd name="connsiteY123" fmla="*/ 5606788 h 5687273"/>
              <a:gd name="connsiteX124" fmla="*/ 7364382 w 11243827"/>
              <a:gd name="connsiteY124" fmla="*/ 5600762 h 5687273"/>
              <a:gd name="connsiteX125" fmla="*/ 7361770 w 11243827"/>
              <a:gd name="connsiteY125" fmla="*/ 5596347 h 5687273"/>
              <a:gd name="connsiteX126" fmla="*/ 7346641 w 11243827"/>
              <a:gd name="connsiteY126" fmla="*/ 5598329 h 5687273"/>
              <a:gd name="connsiteX127" fmla="*/ 7334238 w 11243827"/>
              <a:gd name="connsiteY127" fmla="*/ 5594014 h 5687273"/>
              <a:gd name="connsiteX128" fmla="*/ 7323426 w 11243827"/>
              <a:gd name="connsiteY128" fmla="*/ 5596835 h 5687273"/>
              <a:gd name="connsiteX129" fmla="*/ 7318938 w 11243827"/>
              <a:gd name="connsiteY129" fmla="*/ 5596200 h 5687273"/>
              <a:gd name="connsiteX130" fmla="*/ 7307784 w 11243827"/>
              <a:gd name="connsiteY130" fmla="*/ 5594065 h 5687273"/>
              <a:gd name="connsiteX131" fmla="*/ 7288540 w 11243827"/>
              <a:gd name="connsiteY131" fmla="*/ 5589320 h 5687273"/>
              <a:gd name="connsiteX132" fmla="*/ 7282537 w 11243827"/>
              <a:gd name="connsiteY132" fmla="*/ 5588660 h 5687273"/>
              <a:gd name="connsiteX133" fmla="*/ 7269466 w 11243827"/>
              <a:gd name="connsiteY133" fmla="*/ 5581404 h 5687273"/>
              <a:gd name="connsiteX134" fmla="*/ 7244165 w 11243827"/>
              <a:gd name="connsiteY134" fmla="*/ 5575200 h 5687273"/>
              <a:gd name="connsiteX135" fmla="*/ 7199619 w 11243827"/>
              <a:gd name="connsiteY135" fmla="*/ 5553550 h 5687273"/>
              <a:gd name="connsiteX136" fmla="*/ 7173434 w 11243827"/>
              <a:gd name="connsiteY136" fmla="*/ 5543219 h 5687273"/>
              <a:gd name="connsiteX137" fmla="*/ 7155718 w 11243827"/>
              <a:gd name="connsiteY137" fmla="*/ 5533697 h 5687273"/>
              <a:gd name="connsiteX138" fmla="*/ 7103430 w 11243827"/>
              <a:gd name="connsiteY138" fmla="*/ 5520249 h 5687273"/>
              <a:gd name="connsiteX139" fmla="*/ 7013746 w 11243827"/>
              <a:gd name="connsiteY139" fmla="*/ 5502470 h 5687273"/>
              <a:gd name="connsiteX140" fmla="*/ 6995379 w 11243827"/>
              <a:gd name="connsiteY140" fmla="*/ 5497693 h 5687273"/>
              <a:gd name="connsiteX141" fmla="*/ 6982475 w 11243827"/>
              <a:gd name="connsiteY141" fmla="*/ 5489641 h 5687273"/>
              <a:gd name="connsiteX142" fmla="*/ 6981994 w 11243827"/>
              <a:gd name="connsiteY142" fmla="*/ 5484335 h 5687273"/>
              <a:gd name="connsiteX143" fmla="*/ 6972355 w 11243827"/>
              <a:gd name="connsiteY143" fmla="*/ 5481074 h 5687273"/>
              <a:gd name="connsiteX144" fmla="*/ 6970394 w 11243827"/>
              <a:gd name="connsiteY144" fmla="*/ 5479383 h 5687273"/>
              <a:gd name="connsiteX145" fmla="*/ 6958543 w 11243827"/>
              <a:gd name="connsiteY145" fmla="*/ 5470507 h 5687273"/>
              <a:gd name="connsiteX146" fmla="*/ 6918276 w 11243827"/>
              <a:gd name="connsiteY146" fmla="*/ 5472034 h 5687273"/>
              <a:gd name="connsiteX147" fmla="*/ 6881046 w 11243827"/>
              <a:gd name="connsiteY147" fmla="*/ 5457070 h 5687273"/>
              <a:gd name="connsiteX148" fmla="*/ 6752164 w 11243827"/>
              <a:gd name="connsiteY148" fmla="*/ 5425021 h 5687273"/>
              <a:gd name="connsiteX149" fmla="*/ 6724964 w 11243827"/>
              <a:gd name="connsiteY149" fmla="*/ 5414071 h 5687273"/>
              <a:gd name="connsiteX150" fmla="*/ 6683286 w 11243827"/>
              <a:gd name="connsiteY150" fmla="*/ 5405383 h 5687273"/>
              <a:gd name="connsiteX151" fmla="*/ 6644277 w 11243827"/>
              <a:gd name="connsiteY151" fmla="*/ 5429684 h 5687273"/>
              <a:gd name="connsiteX152" fmla="*/ 6532914 w 11243827"/>
              <a:gd name="connsiteY152" fmla="*/ 5431205 h 5687273"/>
              <a:gd name="connsiteX153" fmla="*/ 6307459 w 11243827"/>
              <a:gd name="connsiteY153" fmla="*/ 5467087 h 5687273"/>
              <a:gd name="connsiteX154" fmla="*/ 6196243 w 11243827"/>
              <a:gd name="connsiteY154" fmla="*/ 5515042 h 5687273"/>
              <a:gd name="connsiteX155" fmla="*/ 6099124 w 11243827"/>
              <a:gd name="connsiteY155" fmla="*/ 5516848 h 5687273"/>
              <a:gd name="connsiteX156" fmla="*/ 6016077 w 11243827"/>
              <a:gd name="connsiteY156" fmla="*/ 5528642 h 5687273"/>
              <a:gd name="connsiteX157" fmla="*/ 6004389 w 11243827"/>
              <a:gd name="connsiteY157" fmla="*/ 5531206 h 5687273"/>
              <a:gd name="connsiteX158" fmla="*/ 5933945 w 11243827"/>
              <a:gd name="connsiteY158" fmla="*/ 5538840 h 5687273"/>
              <a:gd name="connsiteX159" fmla="*/ 5883936 w 11243827"/>
              <a:gd name="connsiteY159" fmla="*/ 5553807 h 5687273"/>
              <a:gd name="connsiteX160" fmla="*/ 5798331 w 11243827"/>
              <a:gd name="connsiteY160" fmla="*/ 5564248 h 5687273"/>
              <a:gd name="connsiteX161" fmla="*/ 5712738 w 11243827"/>
              <a:gd name="connsiteY161" fmla="*/ 5573120 h 5687273"/>
              <a:gd name="connsiteX162" fmla="*/ 5681342 w 11243827"/>
              <a:gd name="connsiteY162" fmla="*/ 5575621 h 5687273"/>
              <a:gd name="connsiteX163" fmla="*/ 5627167 w 11243827"/>
              <a:gd name="connsiteY163" fmla="*/ 5583215 h 5687273"/>
              <a:gd name="connsiteX164" fmla="*/ 5591414 w 11243827"/>
              <a:gd name="connsiteY164" fmla="*/ 5587695 h 5687273"/>
              <a:gd name="connsiteX165" fmla="*/ 5583028 w 11243827"/>
              <a:gd name="connsiteY165" fmla="*/ 5580877 h 5687273"/>
              <a:gd name="connsiteX166" fmla="*/ 5549426 w 11243827"/>
              <a:gd name="connsiteY166" fmla="*/ 5582858 h 5687273"/>
              <a:gd name="connsiteX167" fmla="*/ 5519999 w 11243827"/>
              <a:gd name="connsiteY167" fmla="*/ 5592246 h 5687273"/>
              <a:gd name="connsiteX168" fmla="*/ 5480028 w 11243827"/>
              <a:gd name="connsiteY168" fmla="*/ 5597282 h 5687273"/>
              <a:gd name="connsiteX169" fmla="*/ 5456175 w 11243827"/>
              <a:gd name="connsiteY169" fmla="*/ 5600371 h 5687273"/>
              <a:gd name="connsiteX170" fmla="*/ 5388463 w 11243827"/>
              <a:gd name="connsiteY170" fmla="*/ 5602638 h 5687273"/>
              <a:gd name="connsiteX171" fmla="*/ 5265898 w 11243827"/>
              <a:gd name="connsiteY171" fmla="*/ 5591830 h 5687273"/>
              <a:gd name="connsiteX172" fmla="*/ 5231231 w 11243827"/>
              <a:gd name="connsiteY172" fmla="*/ 5592790 h 5687273"/>
              <a:gd name="connsiteX173" fmla="*/ 5226996 w 11243827"/>
              <a:gd name="connsiteY173" fmla="*/ 5595040 h 5687273"/>
              <a:gd name="connsiteX174" fmla="*/ 5175988 w 11243827"/>
              <a:gd name="connsiteY174" fmla="*/ 5588131 h 5687273"/>
              <a:gd name="connsiteX175" fmla="*/ 5107470 w 11243827"/>
              <a:gd name="connsiteY175" fmla="*/ 5594771 h 5687273"/>
              <a:gd name="connsiteX176" fmla="*/ 5027868 w 11243827"/>
              <a:gd name="connsiteY176" fmla="*/ 5605624 h 5687273"/>
              <a:gd name="connsiteX177" fmla="*/ 5007324 w 11243827"/>
              <a:gd name="connsiteY177" fmla="*/ 5609209 h 5687273"/>
              <a:gd name="connsiteX178" fmla="*/ 4952559 w 11243827"/>
              <a:gd name="connsiteY178" fmla="*/ 5611402 h 5687273"/>
              <a:gd name="connsiteX179" fmla="*/ 4826081 w 11243827"/>
              <a:gd name="connsiteY179" fmla="*/ 5616191 h 5687273"/>
              <a:gd name="connsiteX180" fmla="*/ 4823501 w 11243827"/>
              <a:gd name="connsiteY180" fmla="*/ 5619174 h 5687273"/>
              <a:gd name="connsiteX181" fmla="*/ 4813093 w 11243827"/>
              <a:gd name="connsiteY181" fmla="*/ 5620026 h 5687273"/>
              <a:gd name="connsiteX182" fmla="*/ 4810563 w 11243827"/>
              <a:gd name="connsiteY182" fmla="*/ 5620787 h 5687273"/>
              <a:gd name="connsiteX183" fmla="*/ 4795818 w 11243827"/>
              <a:gd name="connsiteY183" fmla="*/ 5624618 h 5687273"/>
              <a:gd name="connsiteX184" fmla="*/ 4758404 w 11243827"/>
              <a:gd name="connsiteY184" fmla="*/ 5619510 h 5687273"/>
              <a:gd name="connsiteX185" fmla="*/ 4717254 w 11243827"/>
              <a:gd name="connsiteY185" fmla="*/ 5624155 h 5687273"/>
              <a:gd name="connsiteX186" fmla="*/ 4591958 w 11243827"/>
              <a:gd name="connsiteY186" fmla="*/ 5624710 h 5687273"/>
              <a:gd name="connsiteX187" fmla="*/ 4476215 w 11243827"/>
              <a:gd name="connsiteY187" fmla="*/ 5628210 h 5687273"/>
              <a:gd name="connsiteX188" fmla="*/ 4425193 w 11243827"/>
              <a:gd name="connsiteY188" fmla="*/ 5627414 h 5687273"/>
              <a:gd name="connsiteX189" fmla="*/ 4383866 w 11243827"/>
              <a:gd name="connsiteY189" fmla="*/ 5626546 h 5687273"/>
              <a:gd name="connsiteX190" fmla="*/ 4385596 w 11243827"/>
              <a:gd name="connsiteY190" fmla="*/ 5634646 h 5687273"/>
              <a:gd name="connsiteX191" fmla="*/ 4360864 w 11243827"/>
              <a:gd name="connsiteY191" fmla="*/ 5641173 h 5687273"/>
              <a:gd name="connsiteX192" fmla="*/ 4328321 w 11243827"/>
              <a:gd name="connsiteY192" fmla="*/ 5626332 h 5687273"/>
              <a:gd name="connsiteX193" fmla="*/ 4309842 w 11243827"/>
              <a:gd name="connsiteY193" fmla="*/ 5626471 h 5687273"/>
              <a:gd name="connsiteX194" fmla="*/ 4277424 w 11243827"/>
              <a:gd name="connsiteY194" fmla="*/ 5631598 h 5687273"/>
              <a:gd name="connsiteX195" fmla="*/ 4266627 w 11243827"/>
              <a:gd name="connsiteY195" fmla="*/ 5633969 h 5687273"/>
              <a:gd name="connsiteX196" fmla="*/ 4185525 w 11243827"/>
              <a:gd name="connsiteY196" fmla="*/ 5617508 h 5687273"/>
              <a:gd name="connsiteX197" fmla="*/ 4177617 w 11243827"/>
              <a:gd name="connsiteY197" fmla="*/ 5610903 h 5687273"/>
              <a:gd name="connsiteX198" fmla="*/ 4136948 w 11243827"/>
              <a:gd name="connsiteY198" fmla="*/ 5608031 h 5687273"/>
              <a:gd name="connsiteX199" fmla="*/ 4132323 w 11243827"/>
              <a:gd name="connsiteY199" fmla="*/ 5609784 h 5687273"/>
              <a:gd name="connsiteX200" fmla="*/ 4098620 w 11243827"/>
              <a:gd name="connsiteY200" fmla="*/ 5599672 h 5687273"/>
              <a:gd name="connsiteX201" fmla="*/ 3963475 w 11243827"/>
              <a:gd name="connsiteY201" fmla="*/ 5581841 h 5687273"/>
              <a:gd name="connsiteX202" fmla="*/ 3703613 w 11243827"/>
              <a:gd name="connsiteY202" fmla="*/ 5572482 h 5687273"/>
              <a:gd name="connsiteX203" fmla="*/ 3432987 w 11243827"/>
              <a:gd name="connsiteY203" fmla="*/ 5545768 h 5687273"/>
              <a:gd name="connsiteX204" fmla="*/ 3176381 w 11243827"/>
              <a:gd name="connsiteY204" fmla="*/ 5556110 h 5687273"/>
              <a:gd name="connsiteX205" fmla="*/ 2710156 w 11243827"/>
              <a:gd name="connsiteY205" fmla="*/ 5527517 h 5687273"/>
              <a:gd name="connsiteX206" fmla="*/ 2550206 w 11243827"/>
              <a:gd name="connsiteY206" fmla="*/ 5524958 h 5687273"/>
              <a:gd name="connsiteX207" fmla="*/ 2443041 w 11243827"/>
              <a:gd name="connsiteY207" fmla="*/ 5523990 h 5687273"/>
              <a:gd name="connsiteX208" fmla="*/ 2435613 w 11243827"/>
              <a:gd name="connsiteY208" fmla="*/ 5526704 h 5687273"/>
              <a:gd name="connsiteX209" fmla="*/ 2405682 w 11243827"/>
              <a:gd name="connsiteY209" fmla="*/ 5528307 h 5687273"/>
              <a:gd name="connsiteX210" fmla="*/ 2397487 w 11243827"/>
              <a:gd name="connsiteY210" fmla="*/ 5540337 h 5687273"/>
              <a:gd name="connsiteX211" fmla="*/ 2297454 w 11243827"/>
              <a:gd name="connsiteY211" fmla="*/ 5550765 h 5687273"/>
              <a:gd name="connsiteX212" fmla="*/ 2056700 w 11243827"/>
              <a:gd name="connsiteY212" fmla="*/ 5555489 h 5687273"/>
              <a:gd name="connsiteX213" fmla="*/ 1878530 w 11243827"/>
              <a:gd name="connsiteY213" fmla="*/ 5535330 h 5687273"/>
              <a:gd name="connsiteX214" fmla="*/ 1859292 w 11243827"/>
              <a:gd name="connsiteY214" fmla="*/ 5535461 h 5687273"/>
              <a:gd name="connsiteX215" fmla="*/ 1835626 w 11243827"/>
              <a:gd name="connsiteY215" fmla="*/ 5533793 h 5687273"/>
              <a:gd name="connsiteX216" fmla="*/ 1798939 w 11243827"/>
              <a:gd name="connsiteY216" fmla="*/ 5540285 h 5687273"/>
              <a:gd name="connsiteX217" fmla="*/ 1779046 w 11243827"/>
              <a:gd name="connsiteY217" fmla="*/ 5549949 h 5687273"/>
              <a:gd name="connsiteX218" fmla="*/ 1772421 w 11243827"/>
              <a:gd name="connsiteY218" fmla="*/ 5549018 h 5687273"/>
              <a:gd name="connsiteX219" fmla="*/ 1772052 w 11243827"/>
              <a:gd name="connsiteY219" fmla="*/ 5545689 h 5687273"/>
              <a:gd name="connsiteX220" fmla="*/ 1711543 w 11243827"/>
              <a:gd name="connsiteY220" fmla="*/ 5534558 h 5687273"/>
              <a:gd name="connsiteX221" fmla="*/ 1698891 w 11243827"/>
              <a:gd name="connsiteY221" fmla="*/ 5513187 h 5687273"/>
              <a:gd name="connsiteX222" fmla="*/ 1538763 w 11243827"/>
              <a:gd name="connsiteY222" fmla="*/ 5482781 h 5687273"/>
              <a:gd name="connsiteX223" fmla="*/ 1501533 w 11243827"/>
              <a:gd name="connsiteY223" fmla="*/ 5467817 h 5687273"/>
              <a:gd name="connsiteX224" fmla="*/ 1461266 w 11243827"/>
              <a:gd name="connsiteY224" fmla="*/ 5469343 h 5687273"/>
              <a:gd name="connsiteX225" fmla="*/ 1449415 w 11243827"/>
              <a:gd name="connsiteY225" fmla="*/ 5460467 h 5687273"/>
              <a:gd name="connsiteX226" fmla="*/ 1447454 w 11243827"/>
              <a:gd name="connsiteY226" fmla="*/ 5458776 h 5687273"/>
              <a:gd name="connsiteX227" fmla="*/ 1437814 w 11243827"/>
              <a:gd name="connsiteY227" fmla="*/ 5455515 h 5687273"/>
              <a:gd name="connsiteX228" fmla="*/ 1437334 w 11243827"/>
              <a:gd name="connsiteY228" fmla="*/ 5450209 h 5687273"/>
              <a:gd name="connsiteX229" fmla="*/ 1424429 w 11243827"/>
              <a:gd name="connsiteY229" fmla="*/ 5442157 h 5687273"/>
              <a:gd name="connsiteX230" fmla="*/ 1406063 w 11243827"/>
              <a:gd name="connsiteY230" fmla="*/ 5437380 h 5687273"/>
              <a:gd name="connsiteX231" fmla="*/ 1316379 w 11243827"/>
              <a:gd name="connsiteY231" fmla="*/ 5419601 h 5687273"/>
              <a:gd name="connsiteX232" fmla="*/ 1264090 w 11243827"/>
              <a:gd name="connsiteY232" fmla="*/ 5406153 h 5687273"/>
              <a:gd name="connsiteX233" fmla="*/ 1246374 w 11243827"/>
              <a:gd name="connsiteY233" fmla="*/ 5396631 h 5687273"/>
              <a:gd name="connsiteX234" fmla="*/ 1220190 w 11243827"/>
              <a:gd name="connsiteY234" fmla="*/ 5386301 h 5687273"/>
              <a:gd name="connsiteX235" fmla="*/ 1175643 w 11243827"/>
              <a:gd name="connsiteY235" fmla="*/ 5364651 h 5687273"/>
              <a:gd name="connsiteX236" fmla="*/ 1150342 w 11243827"/>
              <a:gd name="connsiteY236" fmla="*/ 5358447 h 5687273"/>
              <a:gd name="connsiteX237" fmla="*/ 1137272 w 11243827"/>
              <a:gd name="connsiteY237" fmla="*/ 5351191 h 5687273"/>
              <a:gd name="connsiteX238" fmla="*/ 1131268 w 11243827"/>
              <a:gd name="connsiteY238" fmla="*/ 5350530 h 5687273"/>
              <a:gd name="connsiteX239" fmla="*/ 1112024 w 11243827"/>
              <a:gd name="connsiteY239" fmla="*/ 5345786 h 5687273"/>
              <a:gd name="connsiteX240" fmla="*/ 1100870 w 11243827"/>
              <a:gd name="connsiteY240" fmla="*/ 5343651 h 5687273"/>
              <a:gd name="connsiteX241" fmla="*/ 1096383 w 11243827"/>
              <a:gd name="connsiteY241" fmla="*/ 5343015 h 5687273"/>
              <a:gd name="connsiteX242" fmla="*/ 1085571 w 11243827"/>
              <a:gd name="connsiteY242" fmla="*/ 5345836 h 5687273"/>
              <a:gd name="connsiteX243" fmla="*/ 1073168 w 11243827"/>
              <a:gd name="connsiteY243" fmla="*/ 5341521 h 5687273"/>
              <a:gd name="connsiteX244" fmla="*/ 1058039 w 11243827"/>
              <a:gd name="connsiteY244" fmla="*/ 5343504 h 5687273"/>
              <a:gd name="connsiteX245" fmla="*/ 1055426 w 11243827"/>
              <a:gd name="connsiteY245" fmla="*/ 5339088 h 5687273"/>
              <a:gd name="connsiteX246" fmla="*/ 1044738 w 11243827"/>
              <a:gd name="connsiteY246" fmla="*/ 5333063 h 5687273"/>
              <a:gd name="connsiteX247" fmla="*/ 1033909 w 11243827"/>
              <a:gd name="connsiteY247" fmla="*/ 5335680 h 5687273"/>
              <a:gd name="connsiteX248" fmla="*/ 1012649 w 11243827"/>
              <a:gd name="connsiteY248" fmla="*/ 5334541 h 5687273"/>
              <a:gd name="connsiteX249" fmla="*/ 1007115 w 11243827"/>
              <a:gd name="connsiteY249" fmla="*/ 5332775 h 5687273"/>
              <a:gd name="connsiteX250" fmla="*/ 986002 w 11243827"/>
              <a:gd name="connsiteY250" fmla="*/ 5334906 h 5687273"/>
              <a:gd name="connsiteX251" fmla="*/ 953418 w 11243827"/>
              <a:gd name="connsiteY251" fmla="*/ 5333901 h 5687273"/>
              <a:gd name="connsiteX252" fmla="*/ 916854 w 11243827"/>
              <a:gd name="connsiteY252" fmla="*/ 5329435 h 5687273"/>
              <a:gd name="connsiteX253" fmla="*/ 905651 w 11243827"/>
              <a:gd name="connsiteY253" fmla="*/ 5332114 h 5687273"/>
              <a:gd name="connsiteX254" fmla="*/ 836961 w 11243827"/>
              <a:gd name="connsiteY254" fmla="*/ 5330803 h 5687273"/>
              <a:gd name="connsiteX255" fmla="*/ 817627 w 11243827"/>
              <a:gd name="connsiteY255" fmla="*/ 5330580 h 5687273"/>
              <a:gd name="connsiteX256" fmla="*/ 801817 w 11243827"/>
              <a:gd name="connsiteY256" fmla="*/ 5325937 h 5687273"/>
              <a:gd name="connsiteX257" fmla="*/ 798857 w 11243827"/>
              <a:gd name="connsiteY257" fmla="*/ 5320979 h 5687273"/>
              <a:gd name="connsiteX258" fmla="*/ 788354 w 11243827"/>
              <a:gd name="connsiteY258" fmla="*/ 5320143 h 5687273"/>
              <a:gd name="connsiteX259" fmla="*/ 785726 w 11243827"/>
              <a:gd name="connsiteY259" fmla="*/ 5318989 h 5687273"/>
              <a:gd name="connsiteX260" fmla="*/ 770507 w 11243827"/>
              <a:gd name="connsiteY260" fmla="*/ 5313309 h 5687273"/>
              <a:gd name="connsiteX261" fmla="*/ 733810 w 11243827"/>
              <a:gd name="connsiteY261" fmla="*/ 5324286 h 5687273"/>
              <a:gd name="connsiteX262" fmla="*/ 692117 w 11243827"/>
              <a:gd name="connsiteY262" fmla="*/ 5318786 h 5687273"/>
              <a:gd name="connsiteX263" fmla="*/ 528894 w 11243827"/>
              <a:gd name="connsiteY263" fmla="*/ 5327578 h 5687273"/>
              <a:gd name="connsiteX264" fmla="*/ 507005 w 11243827"/>
              <a:gd name="connsiteY264" fmla="*/ 5310149 h 5687273"/>
              <a:gd name="connsiteX265" fmla="*/ 441302 w 11243827"/>
              <a:gd name="connsiteY265" fmla="*/ 5307062 h 5687273"/>
              <a:gd name="connsiteX266" fmla="*/ 336819 w 11243827"/>
              <a:gd name="connsiteY266" fmla="*/ 5336690 h 5687273"/>
              <a:gd name="connsiteX267" fmla="*/ 215763 w 11243827"/>
              <a:gd name="connsiteY267" fmla="*/ 5332575 h 5687273"/>
              <a:gd name="connsiteX268" fmla="*/ 205927 w 11243827"/>
              <a:gd name="connsiteY268" fmla="*/ 5339672 h 5687273"/>
              <a:gd name="connsiteX269" fmla="*/ 194189 w 11243827"/>
              <a:gd name="connsiteY269" fmla="*/ 5343588 h 5687273"/>
              <a:gd name="connsiteX270" fmla="*/ 192552 w 11243827"/>
              <a:gd name="connsiteY270" fmla="*/ 5342845 h 5687273"/>
              <a:gd name="connsiteX271" fmla="*/ 178320 w 11243827"/>
              <a:gd name="connsiteY271" fmla="*/ 5343766 h 5687273"/>
              <a:gd name="connsiteX272" fmla="*/ 175596 w 11243827"/>
              <a:gd name="connsiteY272" fmla="*/ 5346411 h 5687273"/>
              <a:gd name="connsiteX273" fmla="*/ 165951 w 11243827"/>
              <a:gd name="connsiteY273" fmla="*/ 5347808 h 5687273"/>
              <a:gd name="connsiteX274" fmla="*/ 147287 w 11243827"/>
              <a:gd name="connsiteY274" fmla="*/ 5352625 h 5687273"/>
              <a:gd name="connsiteX275" fmla="*/ 143484 w 11243827"/>
              <a:gd name="connsiteY275" fmla="*/ 5351591 h 5687273"/>
              <a:gd name="connsiteX276" fmla="*/ 114847 w 11243827"/>
              <a:gd name="connsiteY276" fmla="*/ 5355844 h 5687273"/>
              <a:gd name="connsiteX277" fmla="*/ 114306 w 11243827"/>
              <a:gd name="connsiteY277" fmla="*/ 5354983 h 5687273"/>
              <a:gd name="connsiteX278" fmla="*/ 105588 w 11243827"/>
              <a:gd name="connsiteY278" fmla="*/ 5352169 h 5687273"/>
              <a:gd name="connsiteX279" fmla="*/ 89264 w 11243827"/>
              <a:gd name="connsiteY279" fmla="*/ 5348886 h 5687273"/>
              <a:gd name="connsiteX280" fmla="*/ 49794 w 11243827"/>
              <a:gd name="connsiteY280" fmla="*/ 5329950 h 5687273"/>
              <a:gd name="connsiteX281" fmla="*/ 19924 w 11243827"/>
              <a:gd name="connsiteY281" fmla="*/ 5334282 h 5687273"/>
              <a:gd name="connsiteX282" fmla="*/ 13819 w 11243827"/>
              <a:gd name="connsiteY282" fmla="*/ 5334653 h 5687273"/>
              <a:gd name="connsiteX283" fmla="*/ 13657 w 11243827"/>
              <a:gd name="connsiteY283" fmla="*/ 5334455 h 5687273"/>
              <a:gd name="connsiteX284" fmla="*/ 7139 w 11243827"/>
              <a:gd name="connsiteY284" fmla="*/ 5334438 h 5687273"/>
              <a:gd name="connsiteX285" fmla="*/ 2684 w 11243827"/>
              <a:gd name="connsiteY285" fmla="*/ 5335333 h 5687273"/>
              <a:gd name="connsiteX286" fmla="*/ 0 w 11243827"/>
              <a:gd name="connsiteY286" fmla="*/ 5335496 h 5687273"/>
              <a:gd name="connsiteX287" fmla="*/ 0 w 11243827"/>
              <a:gd name="connsiteY287" fmla="*/ 10592 h 5687273"/>
              <a:gd name="connsiteX288" fmla="*/ 11243827 w 11243827"/>
              <a:gd name="connsiteY288" fmla="*/ 0 h 56872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441302 w 11243827"/>
              <a:gd name="connsiteY264" fmla="*/ 5307062 h 5641173"/>
              <a:gd name="connsiteX265" fmla="*/ 336819 w 11243827"/>
              <a:gd name="connsiteY265" fmla="*/ 5336690 h 5641173"/>
              <a:gd name="connsiteX266" fmla="*/ 215763 w 11243827"/>
              <a:gd name="connsiteY266" fmla="*/ 5332575 h 5641173"/>
              <a:gd name="connsiteX267" fmla="*/ 205927 w 11243827"/>
              <a:gd name="connsiteY267" fmla="*/ 5339672 h 5641173"/>
              <a:gd name="connsiteX268" fmla="*/ 194189 w 11243827"/>
              <a:gd name="connsiteY268" fmla="*/ 5343588 h 5641173"/>
              <a:gd name="connsiteX269" fmla="*/ 192552 w 11243827"/>
              <a:gd name="connsiteY269" fmla="*/ 5342845 h 5641173"/>
              <a:gd name="connsiteX270" fmla="*/ 178320 w 11243827"/>
              <a:gd name="connsiteY270" fmla="*/ 5343766 h 5641173"/>
              <a:gd name="connsiteX271" fmla="*/ 175596 w 11243827"/>
              <a:gd name="connsiteY271" fmla="*/ 5346411 h 5641173"/>
              <a:gd name="connsiteX272" fmla="*/ 165951 w 11243827"/>
              <a:gd name="connsiteY272" fmla="*/ 5347808 h 5641173"/>
              <a:gd name="connsiteX273" fmla="*/ 147287 w 11243827"/>
              <a:gd name="connsiteY273" fmla="*/ 5352625 h 5641173"/>
              <a:gd name="connsiteX274" fmla="*/ 143484 w 11243827"/>
              <a:gd name="connsiteY274" fmla="*/ 5351591 h 5641173"/>
              <a:gd name="connsiteX275" fmla="*/ 114847 w 11243827"/>
              <a:gd name="connsiteY275" fmla="*/ 5355844 h 5641173"/>
              <a:gd name="connsiteX276" fmla="*/ 114306 w 11243827"/>
              <a:gd name="connsiteY276" fmla="*/ 5354983 h 5641173"/>
              <a:gd name="connsiteX277" fmla="*/ 105588 w 11243827"/>
              <a:gd name="connsiteY277" fmla="*/ 5352169 h 5641173"/>
              <a:gd name="connsiteX278" fmla="*/ 89264 w 11243827"/>
              <a:gd name="connsiteY278" fmla="*/ 5348886 h 5641173"/>
              <a:gd name="connsiteX279" fmla="*/ 49794 w 11243827"/>
              <a:gd name="connsiteY279" fmla="*/ 5329950 h 5641173"/>
              <a:gd name="connsiteX280" fmla="*/ 19924 w 11243827"/>
              <a:gd name="connsiteY280" fmla="*/ 5334282 h 5641173"/>
              <a:gd name="connsiteX281" fmla="*/ 13819 w 11243827"/>
              <a:gd name="connsiteY281" fmla="*/ 5334653 h 5641173"/>
              <a:gd name="connsiteX282" fmla="*/ 13657 w 11243827"/>
              <a:gd name="connsiteY282" fmla="*/ 5334455 h 5641173"/>
              <a:gd name="connsiteX283" fmla="*/ 7139 w 11243827"/>
              <a:gd name="connsiteY283" fmla="*/ 5334438 h 5641173"/>
              <a:gd name="connsiteX284" fmla="*/ 2684 w 11243827"/>
              <a:gd name="connsiteY284" fmla="*/ 5335333 h 5641173"/>
              <a:gd name="connsiteX285" fmla="*/ 0 w 11243827"/>
              <a:gd name="connsiteY285" fmla="*/ 5335496 h 5641173"/>
              <a:gd name="connsiteX286" fmla="*/ 0 w 11243827"/>
              <a:gd name="connsiteY286" fmla="*/ 10592 h 5641173"/>
              <a:gd name="connsiteX287" fmla="*/ 11243827 w 11243827"/>
              <a:gd name="connsiteY287"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441302 w 11243827"/>
              <a:gd name="connsiteY264" fmla="*/ 5307062 h 5641173"/>
              <a:gd name="connsiteX265" fmla="*/ 336819 w 11243827"/>
              <a:gd name="connsiteY265" fmla="*/ 5336690 h 5641173"/>
              <a:gd name="connsiteX266" fmla="*/ 215763 w 11243827"/>
              <a:gd name="connsiteY266" fmla="*/ 5332575 h 5641173"/>
              <a:gd name="connsiteX267" fmla="*/ 270932 w 11243827"/>
              <a:gd name="connsiteY267" fmla="*/ 5345451 h 5641173"/>
              <a:gd name="connsiteX268" fmla="*/ 194189 w 11243827"/>
              <a:gd name="connsiteY268" fmla="*/ 5343588 h 5641173"/>
              <a:gd name="connsiteX269" fmla="*/ 192552 w 11243827"/>
              <a:gd name="connsiteY269" fmla="*/ 5342845 h 5641173"/>
              <a:gd name="connsiteX270" fmla="*/ 178320 w 11243827"/>
              <a:gd name="connsiteY270" fmla="*/ 5343766 h 5641173"/>
              <a:gd name="connsiteX271" fmla="*/ 175596 w 11243827"/>
              <a:gd name="connsiteY271" fmla="*/ 5346411 h 5641173"/>
              <a:gd name="connsiteX272" fmla="*/ 165951 w 11243827"/>
              <a:gd name="connsiteY272" fmla="*/ 5347808 h 5641173"/>
              <a:gd name="connsiteX273" fmla="*/ 147287 w 11243827"/>
              <a:gd name="connsiteY273" fmla="*/ 5352625 h 5641173"/>
              <a:gd name="connsiteX274" fmla="*/ 143484 w 11243827"/>
              <a:gd name="connsiteY274" fmla="*/ 5351591 h 5641173"/>
              <a:gd name="connsiteX275" fmla="*/ 114847 w 11243827"/>
              <a:gd name="connsiteY275" fmla="*/ 5355844 h 5641173"/>
              <a:gd name="connsiteX276" fmla="*/ 114306 w 11243827"/>
              <a:gd name="connsiteY276" fmla="*/ 5354983 h 5641173"/>
              <a:gd name="connsiteX277" fmla="*/ 105588 w 11243827"/>
              <a:gd name="connsiteY277" fmla="*/ 5352169 h 5641173"/>
              <a:gd name="connsiteX278" fmla="*/ 89264 w 11243827"/>
              <a:gd name="connsiteY278" fmla="*/ 5348886 h 5641173"/>
              <a:gd name="connsiteX279" fmla="*/ 49794 w 11243827"/>
              <a:gd name="connsiteY279" fmla="*/ 5329950 h 5641173"/>
              <a:gd name="connsiteX280" fmla="*/ 19924 w 11243827"/>
              <a:gd name="connsiteY280" fmla="*/ 5334282 h 5641173"/>
              <a:gd name="connsiteX281" fmla="*/ 13819 w 11243827"/>
              <a:gd name="connsiteY281" fmla="*/ 5334653 h 5641173"/>
              <a:gd name="connsiteX282" fmla="*/ 13657 w 11243827"/>
              <a:gd name="connsiteY282" fmla="*/ 5334455 h 5641173"/>
              <a:gd name="connsiteX283" fmla="*/ 7139 w 11243827"/>
              <a:gd name="connsiteY283" fmla="*/ 5334438 h 5641173"/>
              <a:gd name="connsiteX284" fmla="*/ 2684 w 11243827"/>
              <a:gd name="connsiteY284" fmla="*/ 5335333 h 5641173"/>
              <a:gd name="connsiteX285" fmla="*/ 0 w 11243827"/>
              <a:gd name="connsiteY285" fmla="*/ 5335496 h 5641173"/>
              <a:gd name="connsiteX286" fmla="*/ 0 w 11243827"/>
              <a:gd name="connsiteY286" fmla="*/ 10592 h 5641173"/>
              <a:gd name="connsiteX287" fmla="*/ 11243827 w 11243827"/>
              <a:gd name="connsiteY287"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441302 w 11243827"/>
              <a:gd name="connsiteY264" fmla="*/ 5307062 h 5641173"/>
              <a:gd name="connsiteX265" fmla="*/ 336819 w 11243827"/>
              <a:gd name="connsiteY265" fmla="*/ 5336690 h 5641173"/>
              <a:gd name="connsiteX266" fmla="*/ 270932 w 11243827"/>
              <a:gd name="connsiteY266" fmla="*/ 5345451 h 5641173"/>
              <a:gd name="connsiteX267" fmla="*/ 194189 w 11243827"/>
              <a:gd name="connsiteY267" fmla="*/ 5343588 h 5641173"/>
              <a:gd name="connsiteX268" fmla="*/ 192552 w 11243827"/>
              <a:gd name="connsiteY268" fmla="*/ 5342845 h 5641173"/>
              <a:gd name="connsiteX269" fmla="*/ 178320 w 11243827"/>
              <a:gd name="connsiteY269" fmla="*/ 5343766 h 5641173"/>
              <a:gd name="connsiteX270" fmla="*/ 175596 w 11243827"/>
              <a:gd name="connsiteY270" fmla="*/ 5346411 h 5641173"/>
              <a:gd name="connsiteX271" fmla="*/ 165951 w 11243827"/>
              <a:gd name="connsiteY271" fmla="*/ 5347808 h 5641173"/>
              <a:gd name="connsiteX272" fmla="*/ 147287 w 11243827"/>
              <a:gd name="connsiteY272" fmla="*/ 5352625 h 5641173"/>
              <a:gd name="connsiteX273" fmla="*/ 143484 w 11243827"/>
              <a:gd name="connsiteY273" fmla="*/ 5351591 h 5641173"/>
              <a:gd name="connsiteX274" fmla="*/ 114847 w 11243827"/>
              <a:gd name="connsiteY274" fmla="*/ 5355844 h 5641173"/>
              <a:gd name="connsiteX275" fmla="*/ 114306 w 11243827"/>
              <a:gd name="connsiteY275" fmla="*/ 5354983 h 5641173"/>
              <a:gd name="connsiteX276" fmla="*/ 105588 w 11243827"/>
              <a:gd name="connsiteY276" fmla="*/ 5352169 h 5641173"/>
              <a:gd name="connsiteX277" fmla="*/ 89264 w 11243827"/>
              <a:gd name="connsiteY277" fmla="*/ 5348886 h 5641173"/>
              <a:gd name="connsiteX278" fmla="*/ 49794 w 11243827"/>
              <a:gd name="connsiteY278" fmla="*/ 5329950 h 5641173"/>
              <a:gd name="connsiteX279" fmla="*/ 19924 w 11243827"/>
              <a:gd name="connsiteY279" fmla="*/ 5334282 h 5641173"/>
              <a:gd name="connsiteX280" fmla="*/ 13819 w 11243827"/>
              <a:gd name="connsiteY280" fmla="*/ 5334653 h 5641173"/>
              <a:gd name="connsiteX281" fmla="*/ 13657 w 11243827"/>
              <a:gd name="connsiteY281" fmla="*/ 5334455 h 5641173"/>
              <a:gd name="connsiteX282" fmla="*/ 7139 w 11243827"/>
              <a:gd name="connsiteY282" fmla="*/ 5334438 h 5641173"/>
              <a:gd name="connsiteX283" fmla="*/ 2684 w 11243827"/>
              <a:gd name="connsiteY283" fmla="*/ 5335333 h 5641173"/>
              <a:gd name="connsiteX284" fmla="*/ 0 w 11243827"/>
              <a:gd name="connsiteY284" fmla="*/ 5335496 h 5641173"/>
              <a:gd name="connsiteX285" fmla="*/ 0 w 11243827"/>
              <a:gd name="connsiteY285" fmla="*/ 10592 h 5641173"/>
              <a:gd name="connsiteX286" fmla="*/ 11243827 w 11243827"/>
              <a:gd name="connsiteY286"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441302 w 11243827"/>
              <a:gd name="connsiteY264" fmla="*/ 5307062 h 5641173"/>
              <a:gd name="connsiteX265" fmla="*/ 336819 w 11243827"/>
              <a:gd name="connsiteY265" fmla="*/ 5336690 h 5641173"/>
              <a:gd name="connsiteX266" fmla="*/ 270932 w 11243827"/>
              <a:gd name="connsiteY266" fmla="*/ 5345451 h 5641173"/>
              <a:gd name="connsiteX267" fmla="*/ 194189 w 11243827"/>
              <a:gd name="connsiteY267" fmla="*/ 5343588 h 5641173"/>
              <a:gd name="connsiteX268" fmla="*/ 192552 w 11243827"/>
              <a:gd name="connsiteY268" fmla="*/ 5342845 h 5641173"/>
              <a:gd name="connsiteX269" fmla="*/ 178320 w 11243827"/>
              <a:gd name="connsiteY269" fmla="*/ 5343766 h 5641173"/>
              <a:gd name="connsiteX270" fmla="*/ 175596 w 11243827"/>
              <a:gd name="connsiteY270" fmla="*/ 5346411 h 5641173"/>
              <a:gd name="connsiteX271" fmla="*/ 165951 w 11243827"/>
              <a:gd name="connsiteY271" fmla="*/ 5347808 h 5641173"/>
              <a:gd name="connsiteX272" fmla="*/ 147287 w 11243827"/>
              <a:gd name="connsiteY272" fmla="*/ 5352625 h 5641173"/>
              <a:gd name="connsiteX273" fmla="*/ 143484 w 11243827"/>
              <a:gd name="connsiteY273" fmla="*/ 5351591 h 5641173"/>
              <a:gd name="connsiteX274" fmla="*/ 114847 w 11243827"/>
              <a:gd name="connsiteY274" fmla="*/ 5355844 h 5641173"/>
              <a:gd name="connsiteX275" fmla="*/ 114306 w 11243827"/>
              <a:gd name="connsiteY275" fmla="*/ 5354983 h 5641173"/>
              <a:gd name="connsiteX276" fmla="*/ 89264 w 11243827"/>
              <a:gd name="connsiteY276" fmla="*/ 5348886 h 5641173"/>
              <a:gd name="connsiteX277" fmla="*/ 49794 w 11243827"/>
              <a:gd name="connsiteY277" fmla="*/ 5329950 h 5641173"/>
              <a:gd name="connsiteX278" fmla="*/ 19924 w 11243827"/>
              <a:gd name="connsiteY278" fmla="*/ 5334282 h 5641173"/>
              <a:gd name="connsiteX279" fmla="*/ 13819 w 11243827"/>
              <a:gd name="connsiteY279" fmla="*/ 5334653 h 5641173"/>
              <a:gd name="connsiteX280" fmla="*/ 13657 w 11243827"/>
              <a:gd name="connsiteY280" fmla="*/ 5334455 h 5641173"/>
              <a:gd name="connsiteX281" fmla="*/ 7139 w 11243827"/>
              <a:gd name="connsiteY281" fmla="*/ 5334438 h 5641173"/>
              <a:gd name="connsiteX282" fmla="*/ 2684 w 11243827"/>
              <a:gd name="connsiteY282" fmla="*/ 5335333 h 5641173"/>
              <a:gd name="connsiteX283" fmla="*/ 0 w 11243827"/>
              <a:gd name="connsiteY283" fmla="*/ 5335496 h 5641173"/>
              <a:gd name="connsiteX284" fmla="*/ 0 w 11243827"/>
              <a:gd name="connsiteY284" fmla="*/ 10592 h 5641173"/>
              <a:gd name="connsiteX285" fmla="*/ 11243827 w 11243827"/>
              <a:gd name="connsiteY285"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441302 w 11243827"/>
              <a:gd name="connsiteY264" fmla="*/ 5307062 h 5641173"/>
              <a:gd name="connsiteX265" fmla="*/ 336819 w 11243827"/>
              <a:gd name="connsiteY265" fmla="*/ 5336690 h 5641173"/>
              <a:gd name="connsiteX266" fmla="*/ 270932 w 11243827"/>
              <a:gd name="connsiteY266" fmla="*/ 5345451 h 5641173"/>
              <a:gd name="connsiteX267" fmla="*/ 194189 w 11243827"/>
              <a:gd name="connsiteY267" fmla="*/ 5343588 h 5641173"/>
              <a:gd name="connsiteX268" fmla="*/ 192552 w 11243827"/>
              <a:gd name="connsiteY268" fmla="*/ 5342845 h 5641173"/>
              <a:gd name="connsiteX269" fmla="*/ 178320 w 11243827"/>
              <a:gd name="connsiteY269" fmla="*/ 5343766 h 5641173"/>
              <a:gd name="connsiteX270" fmla="*/ 175596 w 11243827"/>
              <a:gd name="connsiteY270" fmla="*/ 5346411 h 5641173"/>
              <a:gd name="connsiteX271" fmla="*/ 165951 w 11243827"/>
              <a:gd name="connsiteY271" fmla="*/ 5347808 h 5641173"/>
              <a:gd name="connsiteX272" fmla="*/ 147287 w 11243827"/>
              <a:gd name="connsiteY272" fmla="*/ 5352625 h 5641173"/>
              <a:gd name="connsiteX273" fmla="*/ 114847 w 11243827"/>
              <a:gd name="connsiteY273" fmla="*/ 5355844 h 5641173"/>
              <a:gd name="connsiteX274" fmla="*/ 114306 w 11243827"/>
              <a:gd name="connsiteY274" fmla="*/ 5354983 h 5641173"/>
              <a:gd name="connsiteX275" fmla="*/ 89264 w 11243827"/>
              <a:gd name="connsiteY275" fmla="*/ 5348886 h 5641173"/>
              <a:gd name="connsiteX276" fmla="*/ 49794 w 11243827"/>
              <a:gd name="connsiteY276" fmla="*/ 5329950 h 5641173"/>
              <a:gd name="connsiteX277" fmla="*/ 19924 w 11243827"/>
              <a:gd name="connsiteY277" fmla="*/ 5334282 h 5641173"/>
              <a:gd name="connsiteX278" fmla="*/ 13819 w 11243827"/>
              <a:gd name="connsiteY278" fmla="*/ 5334653 h 5641173"/>
              <a:gd name="connsiteX279" fmla="*/ 13657 w 11243827"/>
              <a:gd name="connsiteY279" fmla="*/ 5334455 h 5641173"/>
              <a:gd name="connsiteX280" fmla="*/ 7139 w 11243827"/>
              <a:gd name="connsiteY280" fmla="*/ 5334438 h 5641173"/>
              <a:gd name="connsiteX281" fmla="*/ 2684 w 11243827"/>
              <a:gd name="connsiteY281" fmla="*/ 5335333 h 5641173"/>
              <a:gd name="connsiteX282" fmla="*/ 0 w 11243827"/>
              <a:gd name="connsiteY282" fmla="*/ 5335496 h 5641173"/>
              <a:gd name="connsiteX283" fmla="*/ 0 w 11243827"/>
              <a:gd name="connsiteY283" fmla="*/ 10592 h 5641173"/>
              <a:gd name="connsiteX284" fmla="*/ 11243827 w 11243827"/>
              <a:gd name="connsiteY284"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441302 w 11243827"/>
              <a:gd name="connsiteY264" fmla="*/ 5307062 h 5641173"/>
              <a:gd name="connsiteX265" fmla="*/ 336819 w 11243827"/>
              <a:gd name="connsiteY265" fmla="*/ 5336690 h 5641173"/>
              <a:gd name="connsiteX266" fmla="*/ 270932 w 11243827"/>
              <a:gd name="connsiteY266" fmla="*/ 5345451 h 5641173"/>
              <a:gd name="connsiteX267" fmla="*/ 194189 w 11243827"/>
              <a:gd name="connsiteY267" fmla="*/ 5343588 h 5641173"/>
              <a:gd name="connsiteX268" fmla="*/ 192552 w 11243827"/>
              <a:gd name="connsiteY268" fmla="*/ 5342845 h 5641173"/>
              <a:gd name="connsiteX269" fmla="*/ 178320 w 11243827"/>
              <a:gd name="connsiteY269" fmla="*/ 5343766 h 5641173"/>
              <a:gd name="connsiteX270" fmla="*/ 175596 w 11243827"/>
              <a:gd name="connsiteY270" fmla="*/ 5346411 h 5641173"/>
              <a:gd name="connsiteX271" fmla="*/ 147287 w 11243827"/>
              <a:gd name="connsiteY271" fmla="*/ 5352625 h 5641173"/>
              <a:gd name="connsiteX272" fmla="*/ 114847 w 11243827"/>
              <a:gd name="connsiteY272" fmla="*/ 5355844 h 5641173"/>
              <a:gd name="connsiteX273" fmla="*/ 114306 w 11243827"/>
              <a:gd name="connsiteY273" fmla="*/ 5354983 h 5641173"/>
              <a:gd name="connsiteX274" fmla="*/ 89264 w 11243827"/>
              <a:gd name="connsiteY274" fmla="*/ 5348886 h 5641173"/>
              <a:gd name="connsiteX275" fmla="*/ 49794 w 11243827"/>
              <a:gd name="connsiteY275" fmla="*/ 5329950 h 5641173"/>
              <a:gd name="connsiteX276" fmla="*/ 19924 w 11243827"/>
              <a:gd name="connsiteY276" fmla="*/ 5334282 h 5641173"/>
              <a:gd name="connsiteX277" fmla="*/ 13819 w 11243827"/>
              <a:gd name="connsiteY277" fmla="*/ 5334653 h 5641173"/>
              <a:gd name="connsiteX278" fmla="*/ 13657 w 11243827"/>
              <a:gd name="connsiteY278" fmla="*/ 5334455 h 5641173"/>
              <a:gd name="connsiteX279" fmla="*/ 7139 w 11243827"/>
              <a:gd name="connsiteY279" fmla="*/ 5334438 h 5641173"/>
              <a:gd name="connsiteX280" fmla="*/ 2684 w 11243827"/>
              <a:gd name="connsiteY280" fmla="*/ 5335333 h 5641173"/>
              <a:gd name="connsiteX281" fmla="*/ 0 w 11243827"/>
              <a:gd name="connsiteY281" fmla="*/ 5335496 h 5641173"/>
              <a:gd name="connsiteX282" fmla="*/ 0 w 11243827"/>
              <a:gd name="connsiteY282" fmla="*/ 10592 h 5641173"/>
              <a:gd name="connsiteX283" fmla="*/ 11243827 w 11243827"/>
              <a:gd name="connsiteY283"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12024 w 11243827"/>
              <a:gd name="connsiteY238" fmla="*/ 5345786 h 5641173"/>
              <a:gd name="connsiteX239" fmla="*/ 1100870 w 11243827"/>
              <a:gd name="connsiteY239" fmla="*/ 5343651 h 5641173"/>
              <a:gd name="connsiteX240" fmla="*/ 1096383 w 11243827"/>
              <a:gd name="connsiteY240" fmla="*/ 5343015 h 5641173"/>
              <a:gd name="connsiteX241" fmla="*/ 1085571 w 11243827"/>
              <a:gd name="connsiteY241" fmla="*/ 5345836 h 5641173"/>
              <a:gd name="connsiteX242" fmla="*/ 1073168 w 11243827"/>
              <a:gd name="connsiteY242" fmla="*/ 5341521 h 5641173"/>
              <a:gd name="connsiteX243" fmla="*/ 1058039 w 11243827"/>
              <a:gd name="connsiteY243" fmla="*/ 5343504 h 5641173"/>
              <a:gd name="connsiteX244" fmla="*/ 1055426 w 11243827"/>
              <a:gd name="connsiteY244" fmla="*/ 5339088 h 5641173"/>
              <a:gd name="connsiteX245" fmla="*/ 1044738 w 11243827"/>
              <a:gd name="connsiteY245" fmla="*/ 5333063 h 5641173"/>
              <a:gd name="connsiteX246" fmla="*/ 1033909 w 11243827"/>
              <a:gd name="connsiteY246" fmla="*/ 5335680 h 5641173"/>
              <a:gd name="connsiteX247" fmla="*/ 1012649 w 11243827"/>
              <a:gd name="connsiteY247" fmla="*/ 5334541 h 5641173"/>
              <a:gd name="connsiteX248" fmla="*/ 1007115 w 11243827"/>
              <a:gd name="connsiteY248" fmla="*/ 5332775 h 5641173"/>
              <a:gd name="connsiteX249" fmla="*/ 986002 w 11243827"/>
              <a:gd name="connsiteY249" fmla="*/ 5334906 h 5641173"/>
              <a:gd name="connsiteX250" fmla="*/ 953418 w 11243827"/>
              <a:gd name="connsiteY250" fmla="*/ 5333901 h 5641173"/>
              <a:gd name="connsiteX251" fmla="*/ 916854 w 11243827"/>
              <a:gd name="connsiteY251" fmla="*/ 5329435 h 5641173"/>
              <a:gd name="connsiteX252" fmla="*/ 905651 w 11243827"/>
              <a:gd name="connsiteY252" fmla="*/ 5332114 h 5641173"/>
              <a:gd name="connsiteX253" fmla="*/ 836961 w 11243827"/>
              <a:gd name="connsiteY253" fmla="*/ 5330803 h 5641173"/>
              <a:gd name="connsiteX254" fmla="*/ 817627 w 11243827"/>
              <a:gd name="connsiteY254" fmla="*/ 5330580 h 5641173"/>
              <a:gd name="connsiteX255" fmla="*/ 801817 w 11243827"/>
              <a:gd name="connsiteY255" fmla="*/ 5325937 h 5641173"/>
              <a:gd name="connsiteX256" fmla="*/ 798857 w 11243827"/>
              <a:gd name="connsiteY256" fmla="*/ 5320979 h 5641173"/>
              <a:gd name="connsiteX257" fmla="*/ 788354 w 11243827"/>
              <a:gd name="connsiteY257" fmla="*/ 5320143 h 5641173"/>
              <a:gd name="connsiteX258" fmla="*/ 785726 w 11243827"/>
              <a:gd name="connsiteY258" fmla="*/ 5318989 h 5641173"/>
              <a:gd name="connsiteX259" fmla="*/ 770507 w 11243827"/>
              <a:gd name="connsiteY259" fmla="*/ 5313309 h 5641173"/>
              <a:gd name="connsiteX260" fmla="*/ 733810 w 11243827"/>
              <a:gd name="connsiteY260" fmla="*/ 5324286 h 5641173"/>
              <a:gd name="connsiteX261" fmla="*/ 692117 w 11243827"/>
              <a:gd name="connsiteY261" fmla="*/ 5318786 h 5641173"/>
              <a:gd name="connsiteX262" fmla="*/ 574943 w 11243827"/>
              <a:gd name="connsiteY262" fmla="*/ 5327578 h 5641173"/>
              <a:gd name="connsiteX263" fmla="*/ 441302 w 11243827"/>
              <a:gd name="connsiteY263" fmla="*/ 5307062 h 5641173"/>
              <a:gd name="connsiteX264" fmla="*/ 336819 w 11243827"/>
              <a:gd name="connsiteY264" fmla="*/ 5336690 h 5641173"/>
              <a:gd name="connsiteX265" fmla="*/ 270932 w 11243827"/>
              <a:gd name="connsiteY265" fmla="*/ 5345451 h 5641173"/>
              <a:gd name="connsiteX266" fmla="*/ 194189 w 11243827"/>
              <a:gd name="connsiteY266" fmla="*/ 5343588 h 5641173"/>
              <a:gd name="connsiteX267" fmla="*/ 192552 w 11243827"/>
              <a:gd name="connsiteY267" fmla="*/ 5342845 h 5641173"/>
              <a:gd name="connsiteX268" fmla="*/ 178320 w 11243827"/>
              <a:gd name="connsiteY268" fmla="*/ 5343766 h 5641173"/>
              <a:gd name="connsiteX269" fmla="*/ 175596 w 11243827"/>
              <a:gd name="connsiteY269" fmla="*/ 5346411 h 5641173"/>
              <a:gd name="connsiteX270" fmla="*/ 147287 w 11243827"/>
              <a:gd name="connsiteY270" fmla="*/ 5352625 h 5641173"/>
              <a:gd name="connsiteX271" fmla="*/ 114847 w 11243827"/>
              <a:gd name="connsiteY271" fmla="*/ 5355844 h 5641173"/>
              <a:gd name="connsiteX272" fmla="*/ 114306 w 11243827"/>
              <a:gd name="connsiteY272" fmla="*/ 5354983 h 5641173"/>
              <a:gd name="connsiteX273" fmla="*/ 89264 w 11243827"/>
              <a:gd name="connsiteY273" fmla="*/ 5348886 h 5641173"/>
              <a:gd name="connsiteX274" fmla="*/ 49794 w 11243827"/>
              <a:gd name="connsiteY274" fmla="*/ 5329950 h 5641173"/>
              <a:gd name="connsiteX275" fmla="*/ 19924 w 11243827"/>
              <a:gd name="connsiteY275" fmla="*/ 5334282 h 5641173"/>
              <a:gd name="connsiteX276" fmla="*/ 13819 w 11243827"/>
              <a:gd name="connsiteY276" fmla="*/ 5334653 h 5641173"/>
              <a:gd name="connsiteX277" fmla="*/ 13657 w 11243827"/>
              <a:gd name="connsiteY277" fmla="*/ 5334455 h 5641173"/>
              <a:gd name="connsiteX278" fmla="*/ 7139 w 11243827"/>
              <a:gd name="connsiteY278" fmla="*/ 5334438 h 5641173"/>
              <a:gd name="connsiteX279" fmla="*/ 2684 w 11243827"/>
              <a:gd name="connsiteY279" fmla="*/ 5335333 h 5641173"/>
              <a:gd name="connsiteX280" fmla="*/ 0 w 11243827"/>
              <a:gd name="connsiteY280" fmla="*/ 5335496 h 5641173"/>
              <a:gd name="connsiteX281" fmla="*/ 0 w 11243827"/>
              <a:gd name="connsiteY281" fmla="*/ 10592 h 5641173"/>
              <a:gd name="connsiteX282" fmla="*/ 11243827 w 11243827"/>
              <a:gd name="connsiteY282"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85571 w 11243827"/>
              <a:gd name="connsiteY240" fmla="*/ 5345836 h 5641173"/>
              <a:gd name="connsiteX241" fmla="*/ 1073168 w 11243827"/>
              <a:gd name="connsiteY241" fmla="*/ 5341521 h 5641173"/>
              <a:gd name="connsiteX242" fmla="*/ 1058039 w 11243827"/>
              <a:gd name="connsiteY242" fmla="*/ 5343504 h 5641173"/>
              <a:gd name="connsiteX243" fmla="*/ 1055426 w 11243827"/>
              <a:gd name="connsiteY243" fmla="*/ 5339088 h 5641173"/>
              <a:gd name="connsiteX244" fmla="*/ 1044738 w 11243827"/>
              <a:gd name="connsiteY244" fmla="*/ 5333063 h 5641173"/>
              <a:gd name="connsiteX245" fmla="*/ 1033909 w 11243827"/>
              <a:gd name="connsiteY245" fmla="*/ 5335680 h 5641173"/>
              <a:gd name="connsiteX246" fmla="*/ 1012649 w 11243827"/>
              <a:gd name="connsiteY246" fmla="*/ 5334541 h 5641173"/>
              <a:gd name="connsiteX247" fmla="*/ 1007115 w 11243827"/>
              <a:gd name="connsiteY247" fmla="*/ 5332775 h 5641173"/>
              <a:gd name="connsiteX248" fmla="*/ 986002 w 11243827"/>
              <a:gd name="connsiteY248" fmla="*/ 5334906 h 5641173"/>
              <a:gd name="connsiteX249" fmla="*/ 953418 w 11243827"/>
              <a:gd name="connsiteY249" fmla="*/ 5333901 h 5641173"/>
              <a:gd name="connsiteX250" fmla="*/ 916854 w 11243827"/>
              <a:gd name="connsiteY250" fmla="*/ 5329435 h 5641173"/>
              <a:gd name="connsiteX251" fmla="*/ 905651 w 11243827"/>
              <a:gd name="connsiteY251" fmla="*/ 5332114 h 5641173"/>
              <a:gd name="connsiteX252" fmla="*/ 836961 w 11243827"/>
              <a:gd name="connsiteY252" fmla="*/ 5330803 h 5641173"/>
              <a:gd name="connsiteX253" fmla="*/ 817627 w 11243827"/>
              <a:gd name="connsiteY253" fmla="*/ 5330580 h 5641173"/>
              <a:gd name="connsiteX254" fmla="*/ 801817 w 11243827"/>
              <a:gd name="connsiteY254" fmla="*/ 5325937 h 5641173"/>
              <a:gd name="connsiteX255" fmla="*/ 798857 w 11243827"/>
              <a:gd name="connsiteY255" fmla="*/ 5320979 h 5641173"/>
              <a:gd name="connsiteX256" fmla="*/ 788354 w 11243827"/>
              <a:gd name="connsiteY256" fmla="*/ 5320143 h 5641173"/>
              <a:gd name="connsiteX257" fmla="*/ 785726 w 11243827"/>
              <a:gd name="connsiteY257" fmla="*/ 5318989 h 5641173"/>
              <a:gd name="connsiteX258" fmla="*/ 770507 w 11243827"/>
              <a:gd name="connsiteY258" fmla="*/ 5313309 h 5641173"/>
              <a:gd name="connsiteX259" fmla="*/ 733810 w 11243827"/>
              <a:gd name="connsiteY259" fmla="*/ 5324286 h 5641173"/>
              <a:gd name="connsiteX260" fmla="*/ 692117 w 11243827"/>
              <a:gd name="connsiteY260" fmla="*/ 5318786 h 5641173"/>
              <a:gd name="connsiteX261" fmla="*/ 574943 w 11243827"/>
              <a:gd name="connsiteY261" fmla="*/ 5327578 h 5641173"/>
              <a:gd name="connsiteX262" fmla="*/ 441302 w 11243827"/>
              <a:gd name="connsiteY262" fmla="*/ 5307062 h 5641173"/>
              <a:gd name="connsiteX263" fmla="*/ 336819 w 11243827"/>
              <a:gd name="connsiteY263" fmla="*/ 5336690 h 5641173"/>
              <a:gd name="connsiteX264" fmla="*/ 270932 w 11243827"/>
              <a:gd name="connsiteY264" fmla="*/ 5345451 h 5641173"/>
              <a:gd name="connsiteX265" fmla="*/ 194189 w 11243827"/>
              <a:gd name="connsiteY265" fmla="*/ 5343588 h 5641173"/>
              <a:gd name="connsiteX266" fmla="*/ 192552 w 11243827"/>
              <a:gd name="connsiteY266" fmla="*/ 5342845 h 5641173"/>
              <a:gd name="connsiteX267" fmla="*/ 178320 w 11243827"/>
              <a:gd name="connsiteY267" fmla="*/ 5343766 h 5641173"/>
              <a:gd name="connsiteX268" fmla="*/ 175596 w 11243827"/>
              <a:gd name="connsiteY268" fmla="*/ 5346411 h 5641173"/>
              <a:gd name="connsiteX269" fmla="*/ 147287 w 11243827"/>
              <a:gd name="connsiteY269" fmla="*/ 5352625 h 5641173"/>
              <a:gd name="connsiteX270" fmla="*/ 114847 w 11243827"/>
              <a:gd name="connsiteY270" fmla="*/ 5355844 h 5641173"/>
              <a:gd name="connsiteX271" fmla="*/ 114306 w 11243827"/>
              <a:gd name="connsiteY271" fmla="*/ 5354983 h 5641173"/>
              <a:gd name="connsiteX272" fmla="*/ 89264 w 11243827"/>
              <a:gd name="connsiteY272" fmla="*/ 5348886 h 5641173"/>
              <a:gd name="connsiteX273" fmla="*/ 49794 w 11243827"/>
              <a:gd name="connsiteY273" fmla="*/ 5329950 h 5641173"/>
              <a:gd name="connsiteX274" fmla="*/ 19924 w 11243827"/>
              <a:gd name="connsiteY274" fmla="*/ 5334282 h 5641173"/>
              <a:gd name="connsiteX275" fmla="*/ 13819 w 11243827"/>
              <a:gd name="connsiteY275" fmla="*/ 5334653 h 5641173"/>
              <a:gd name="connsiteX276" fmla="*/ 13657 w 11243827"/>
              <a:gd name="connsiteY276" fmla="*/ 5334455 h 5641173"/>
              <a:gd name="connsiteX277" fmla="*/ 7139 w 11243827"/>
              <a:gd name="connsiteY277" fmla="*/ 5334438 h 5641173"/>
              <a:gd name="connsiteX278" fmla="*/ 2684 w 11243827"/>
              <a:gd name="connsiteY278" fmla="*/ 5335333 h 5641173"/>
              <a:gd name="connsiteX279" fmla="*/ 0 w 11243827"/>
              <a:gd name="connsiteY279" fmla="*/ 5335496 h 5641173"/>
              <a:gd name="connsiteX280" fmla="*/ 0 w 11243827"/>
              <a:gd name="connsiteY280" fmla="*/ 10592 h 5641173"/>
              <a:gd name="connsiteX281" fmla="*/ 11243827 w 11243827"/>
              <a:gd name="connsiteY281"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85571 w 11243827"/>
              <a:gd name="connsiteY240" fmla="*/ 5345836 h 5641173"/>
              <a:gd name="connsiteX241" fmla="*/ 1058039 w 11243827"/>
              <a:gd name="connsiteY241" fmla="*/ 5343504 h 5641173"/>
              <a:gd name="connsiteX242" fmla="*/ 1055426 w 11243827"/>
              <a:gd name="connsiteY242" fmla="*/ 5339088 h 5641173"/>
              <a:gd name="connsiteX243" fmla="*/ 1044738 w 11243827"/>
              <a:gd name="connsiteY243" fmla="*/ 5333063 h 5641173"/>
              <a:gd name="connsiteX244" fmla="*/ 1033909 w 11243827"/>
              <a:gd name="connsiteY244" fmla="*/ 5335680 h 5641173"/>
              <a:gd name="connsiteX245" fmla="*/ 1012649 w 11243827"/>
              <a:gd name="connsiteY245" fmla="*/ 5334541 h 5641173"/>
              <a:gd name="connsiteX246" fmla="*/ 1007115 w 11243827"/>
              <a:gd name="connsiteY246" fmla="*/ 5332775 h 5641173"/>
              <a:gd name="connsiteX247" fmla="*/ 986002 w 11243827"/>
              <a:gd name="connsiteY247" fmla="*/ 5334906 h 5641173"/>
              <a:gd name="connsiteX248" fmla="*/ 953418 w 11243827"/>
              <a:gd name="connsiteY248" fmla="*/ 5333901 h 5641173"/>
              <a:gd name="connsiteX249" fmla="*/ 916854 w 11243827"/>
              <a:gd name="connsiteY249" fmla="*/ 5329435 h 5641173"/>
              <a:gd name="connsiteX250" fmla="*/ 905651 w 11243827"/>
              <a:gd name="connsiteY250" fmla="*/ 5332114 h 5641173"/>
              <a:gd name="connsiteX251" fmla="*/ 836961 w 11243827"/>
              <a:gd name="connsiteY251" fmla="*/ 5330803 h 5641173"/>
              <a:gd name="connsiteX252" fmla="*/ 817627 w 11243827"/>
              <a:gd name="connsiteY252" fmla="*/ 5330580 h 5641173"/>
              <a:gd name="connsiteX253" fmla="*/ 801817 w 11243827"/>
              <a:gd name="connsiteY253" fmla="*/ 5325937 h 5641173"/>
              <a:gd name="connsiteX254" fmla="*/ 798857 w 11243827"/>
              <a:gd name="connsiteY254" fmla="*/ 5320979 h 5641173"/>
              <a:gd name="connsiteX255" fmla="*/ 788354 w 11243827"/>
              <a:gd name="connsiteY255" fmla="*/ 5320143 h 5641173"/>
              <a:gd name="connsiteX256" fmla="*/ 785726 w 11243827"/>
              <a:gd name="connsiteY256" fmla="*/ 5318989 h 5641173"/>
              <a:gd name="connsiteX257" fmla="*/ 770507 w 11243827"/>
              <a:gd name="connsiteY257" fmla="*/ 5313309 h 5641173"/>
              <a:gd name="connsiteX258" fmla="*/ 733810 w 11243827"/>
              <a:gd name="connsiteY258" fmla="*/ 5324286 h 5641173"/>
              <a:gd name="connsiteX259" fmla="*/ 692117 w 11243827"/>
              <a:gd name="connsiteY259" fmla="*/ 5318786 h 5641173"/>
              <a:gd name="connsiteX260" fmla="*/ 574943 w 11243827"/>
              <a:gd name="connsiteY260" fmla="*/ 5327578 h 5641173"/>
              <a:gd name="connsiteX261" fmla="*/ 441302 w 11243827"/>
              <a:gd name="connsiteY261" fmla="*/ 5307062 h 5641173"/>
              <a:gd name="connsiteX262" fmla="*/ 336819 w 11243827"/>
              <a:gd name="connsiteY262" fmla="*/ 5336690 h 5641173"/>
              <a:gd name="connsiteX263" fmla="*/ 270932 w 11243827"/>
              <a:gd name="connsiteY263" fmla="*/ 5345451 h 5641173"/>
              <a:gd name="connsiteX264" fmla="*/ 194189 w 11243827"/>
              <a:gd name="connsiteY264" fmla="*/ 5343588 h 5641173"/>
              <a:gd name="connsiteX265" fmla="*/ 192552 w 11243827"/>
              <a:gd name="connsiteY265" fmla="*/ 5342845 h 5641173"/>
              <a:gd name="connsiteX266" fmla="*/ 178320 w 11243827"/>
              <a:gd name="connsiteY266" fmla="*/ 5343766 h 5641173"/>
              <a:gd name="connsiteX267" fmla="*/ 175596 w 11243827"/>
              <a:gd name="connsiteY267" fmla="*/ 5346411 h 5641173"/>
              <a:gd name="connsiteX268" fmla="*/ 147287 w 11243827"/>
              <a:gd name="connsiteY268" fmla="*/ 5352625 h 5641173"/>
              <a:gd name="connsiteX269" fmla="*/ 114847 w 11243827"/>
              <a:gd name="connsiteY269" fmla="*/ 5355844 h 5641173"/>
              <a:gd name="connsiteX270" fmla="*/ 114306 w 11243827"/>
              <a:gd name="connsiteY270" fmla="*/ 5354983 h 5641173"/>
              <a:gd name="connsiteX271" fmla="*/ 89264 w 11243827"/>
              <a:gd name="connsiteY271" fmla="*/ 5348886 h 5641173"/>
              <a:gd name="connsiteX272" fmla="*/ 49794 w 11243827"/>
              <a:gd name="connsiteY272" fmla="*/ 5329950 h 5641173"/>
              <a:gd name="connsiteX273" fmla="*/ 19924 w 11243827"/>
              <a:gd name="connsiteY273" fmla="*/ 5334282 h 5641173"/>
              <a:gd name="connsiteX274" fmla="*/ 13819 w 11243827"/>
              <a:gd name="connsiteY274" fmla="*/ 5334653 h 5641173"/>
              <a:gd name="connsiteX275" fmla="*/ 13657 w 11243827"/>
              <a:gd name="connsiteY275" fmla="*/ 5334455 h 5641173"/>
              <a:gd name="connsiteX276" fmla="*/ 7139 w 11243827"/>
              <a:gd name="connsiteY276" fmla="*/ 5334438 h 5641173"/>
              <a:gd name="connsiteX277" fmla="*/ 2684 w 11243827"/>
              <a:gd name="connsiteY277" fmla="*/ 5335333 h 5641173"/>
              <a:gd name="connsiteX278" fmla="*/ 0 w 11243827"/>
              <a:gd name="connsiteY278" fmla="*/ 5335496 h 5641173"/>
              <a:gd name="connsiteX279" fmla="*/ 0 w 11243827"/>
              <a:gd name="connsiteY279" fmla="*/ 10592 h 5641173"/>
              <a:gd name="connsiteX280" fmla="*/ 11243827 w 11243827"/>
              <a:gd name="connsiteY280"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85571 w 11243827"/>
              <a:gd name="connsiteY240" fmla="*/ 5358836 h 5641173"/>
              <a:gd name="connsiteX241" fmla="*/ 1058039 w 11243827"/>
              <a:gd name="connsiteY241" fmla="*/ 5343504 h 5641173"/>
              <a:gd name="connsiteX242" fmla="*/ 1055426 w 11243827"/>
              <a:gd name="connsiteY242" fmla="*/ 5339088 h 5641173"/>
              <a:gd name="connsiteX243" fmla="*/ 1044738 w 11243827"/>
              <a:gd name="connsiteY243" fmla="*/ 5333063 h 5641173"/>
              <a:gd name="connsiteX244" fmla="*/ 1033909 w 11243827"/>
              <a:gd name="connsiteY244" fmla="*/ 5335680 h 5641173"/>
              <a:gd name="connsiteX245" fmla="*/ 1012649 w 11243827"/>
              <a:gd name="connsiteY245" fmla="*/ 5334541 h 5641173"/>
              <a:gd name="connsiteX246" fmla="*/ 1007115 w 11243827"/>
              <a:gd name="connsiteY246" fmla="*/ 5332775 h 5641173"/>
              <a:gd name="connsiteX247" fmla="*/ 986002 w 11243827"/>
              <a:gd name="connsiteY247" fmla="*/ 5334906 h 5641173"/>
              <a:gd name="connsiteX248" fmla="*/ 953418 w 11243827"/>
              <a:gd name="connsiteY248" fmla="*/ 5333901 h 5641173"/>
              <a:gd name="connsiteX249" fmla="*/ 916854 w 11243827"/>
              <a:gd name="connsiteY249" fmla="*/ 5329435 h 5641173"/>
              <a:gd name="connsiteX250" fmla="*/ 905651 w 11243827"/>
              <a:gd name="connsiteY250" fmla="*/ 5332114 h 5641173"/>
              <a:gd name="connsiteX251" fmla="*/ 836961 w 11243827"/>
              <a:gd name="connsiteY251" fmla="*/ 5330803 h 5641173"/>
              <a:gd name="connsiteX252" fmla="*/ 817627 w 11243827"/>
              <a:gd name="connsiteY252" fmla="*/ 5330580 h 5641173"/>
              <a:gd name="connsiteX253" fmla="*/ 801817 w 11243827"/>
              <a:gd name="connsiteY253" fmla="*/ 5325937 h 5641173"/>
              <a:gd name="connsiteX254" fmla="*/ 798857 w 11243827"/>
              <a:gd name="connsiteY254" fmla="*/ 5320979 h 5641173"/>
              <a:gd name="connsiteX255" fmla="*/ 788354 w 11243827"/>
              <a:gd name="connsiteY255" fmla="*/ 5320143 h 5641173"/>
              <a:gd name="connsiteX256" fmla="*/ 785726 w 11243827"/>
              <a:gd name="connsiteY256" fmla="*/ 5318989 h 5641173"/>
              <a:gd name="connsiteX257" fmla="*/ 770507 w 11243827"/>
              <a:gd name="connsiteY257" fmla="*/ 5313309 h 5641173"/>
              <a:gd name="connsiteX258" fmla="*/ 733810 w 11243827"/>
              <a:gd name="connsiteY258" fmla="*/ 5324286 h 5641173"/>
              <a:gd name="connsiteX259" fmla="*/ 692117 w 11243827"/>
              <a:gd name="connsiteY259" fmla="*/ 5318786 h 5641173"/>
              <a:gd name="connsiteX260" fmla="*/ 574943 w 11243827"/>
              <a:gd name="connsiteY260" fmla="*/ 5327578 h 5641173"/>
              <a:gd name="connsiteX261" fmla="*/ 441302 w 11243827"/>
              <a:gd name="connsiteY261" fmla="*/ 5307062 h 5641173"/>
              <a:gd name="connsiteX262" fmla="*/ 336819 w 11243827"/>
              <a:gd name="connsiteY262" fmla="*/ 5336690 h 5641173"/>
              <a:gd name="connsiteX263" fmla="*/ 270932 w 11243827"/>
              <a:gd name="connsiteY263" fmla="*/ 5345451 h 5641173"/>
              <a:gd name="connsiteX264" fmla="*/ 194189 w 11243827"/>
              <a:gd name="connsiteY264" fmla="*/ 5343588 h 5641173"/>
              <a:gd name="connsiteX265" fmla="*/ 192552 w 11243827"/>
              <a:gd name="connsiteY265" fmla="*/ 5342845 h 5641173"/>
              <a:gd name="connsiteX266" fmla="*/ 178320 w 11243827"/>
              <a:gd name="connsiteY266" fmla="*/ 5343766 h 5641173"/>
              <a:gd name="connsiteX267" fmla="*/ 175596 w 11243827"/>
              <a:gd name="connsiteY267" fmla="*/ 5346411 h 5641173"/>
              <a:gd name="connsiteX268" fmla="*/ 147287 w 11243827"/>
              <a:gd name="connsiteY268" fmla="*/ 5352625 h 5641173"/>
              <a:gd name="connsiteX269" fmla="*/ 114847 w 11243827"/>
              <a:gd name="connsiteY269" fmla="*/ 5355844 h 5641173"/>
              <a:gd name="connsiteX270" fmla="*/ 114306 w 11243827"/>
              <a:gd name="connsiteY270" fmla="*/ 5354983 h 5641173"/>
              <a:gd name="connsiteX271" fmla="*/ 89264 w 11243827"/>
              <a:gd name="connsiteY271" fmla="*/ 5348886 h 5641173"/>
              <a:gd name="connsiteX272" fmla="*/ 49794 w 11243827"/>
              <a:gd name="connsiteY272" fmla="*/ 5329950 h 5641173"/>
              <a:gd name="connsiteX273" fmla="*/ 19924 w 11243827"/>
              <a:gd name="connsiteY273" fmla="*/ 5334282 h 5641173"/>
              <a:gd name="connsiteX274" fmla="*/ 13819 w 11243827"/>
              <a:gd name="connsiteY274" fmla="*/ 5334653 h 5641173"/>
              <a:gd name="connsiteX275" fmla="*/ 13657 w 11243827"/>
              <a:gd name="connsiteY275" fmla="*/ 5334455 h 5641173"/>
              <a:gd name="connsiteX276" fmla="*/ 7139 w 11243827"/>
              <a:gd name="connsiteY276" fmla="*/ 5334438 h 5641173"/>
              <a:gd name="connsiteX277" fmla="*/ 2684 w 11243827"/>
              <a:gd name="connsiteY277" fmla="*/ 5335333 h 5641173"/>
              <a:gd name="connsiteX278" fmla="*/ 0 w 11243827"/>
              <a:gd name="connsiteY278" fmla="*/ 5335496 h 5641173"/>
              <a:gd name="connsiteX279" fmla="*/ 0 w 11243827"/>
              <a:gd name="connsiteY279" fmla="*/ 10592 h 5641173"/>
              <a:gd name="connsiteX280" fmla="*/ 11243827 w 11243827"/>
              <a:gd name="connsiteY280"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85571 w 11243827"/>
              <a:gd name="connsiteY240" fmla="*/ 5358836 h 5641173"/>
              <a:gd name="connsiteX241" fmla="*/ 1058039 w 11243827"/>
              <a:gd name="connsiteY241" fmla="*/ 5343504 h 5641173"/>
              <a:gd name="connsiteX242" fmla="*/ 1055426 w 11243827"/>
              <a:gd name="connsiteY242" fmla="*/ 5339088 h 5641173"/>
              <a:gd name="connsiteX243" fmla="*/ 1044738 w 11243827"/>
              <a:gd name="connsiteY243" fmla="*/ 5333063 h 5641173"/>
              <a:gd name="connsiteX244" fmla="*/ 1033909 w 11243827"/>
              <a:gd name="connsiteY244" fmla="*/ 5335680 h 5641173"/>
              <a:gd name="connsiteX245" fmla="*/ 1012649 w 11243827"/>
              <a:gd name="connsiteY245" fmla="*/ 5334541 h 5641173"/>
              <a:gd name="connsiteX246" fmla="*/ 1007115 w 11243827"/>
              <a:gd name="connsiteY246" fmla="*/ 5332775 h 5641173"/>
              <a:gd name="connsiteX247" fmla="*/ 987447 w 11243827"/>
              <a:gd name="connsiteY247" fmla="*/ 5346462 h 5641173"/>
              <a:gd name="connsiteX248" fmla="*/ 953418 w 11243827"/>
              <a:gd name="connsiteY248" fmla="*/ 5333901 h 5641173"/>
              <a:gd name="connsiteX249" fmla="*/ 916854 w 11243827"/>
              <a:gd name="connsiteY249" fmla="*/ 5329435 h 5641173"/>
              <a:gd name="connsiteX250" fmla="*/ 905651 w 11243827"/>
              <a:gd name="connsiteY250" fmla="*/ 5332114 h 5641173"/>
              <a:gd name="connsiteX251" fmla="*/ 836961 w 11243827"/>
              <a:gd name="connsiteY251" fmla="*/ 5330803 h 5641173"/>
              <a:gd name="connsiteX252" fmla="*/ 817627 w 11243827"/>
              <a:gd name="connsiteY252" fmla="*/ 5330580 h 5641173"/>
              <a:gd name="connsiteX253" fmla="*/ 801817 w 11243827"/>
              <a:gd name="connsiteY253" fmla="*/ 5325937 h 5641173"/>
              <a:gd name="connsiteX254" fmla="*/ 798857 w 11243827"/>
              <a:gd name="connsiteY254" fmla="*/ 5320979 h 5641173"/>
              <a:gd name="connsiteX255" fmla="*/ 788354 w 11243827"/>
              <a:gd name="connsiteY255" fmla="*/ 5320143 h 5641173"/>
              <a:gd name="connsiteX256" fmla="*/ 785726 w 11243827"/>
              <a:gd name="connsiteY256" fmla="*/ 5318989 h 5641173"/>
              <a:gd name="connsiteX257" fmla="*/ 770507 w 11243827"/>
              <a:gd name="connsiteY257" fmla="*/ 5313309 h 5641173"/>
              <a:gd name="connsiteX258" fmla="*/ 733810 w 11243827"/>
              <a:gd name="connsiteY258" fmla="*/ 5324286 h 5641173"/>
              <a:gd name="connsiteX259" fmla="*/ 692117 w 11243827"/>
              <a:gd name="connsiteY259" fmla="*/ 5318786 h 5641173"/>
              <a:gd name="connsiteX260" fmla="*/ 574943 w 11243827"/>
              <a:gd name="connsiteY260" fmla="*/ 5327578 h 5641173"/>
              <a:gd name="connsiteX261" fmla="*/ 441302 w 11243827"/>
              <a:gd name="connsiteY261" fmla="*/ 5307062 h 5641173"/>
              <a:gd name="connsiteX262" fmla="*/ 336819 w 11243827"/>
              <a:gd name="connsiteY262" fmla="*/ 5336690 h 5641173"/>
              <a:gd name="connsiteX263" fmla="*/ 270932 w 11243827"/>
              <a:gd name="connsiteY263" fmla="*/ 5345451 h 5641173"/>
              <a:gd name="connsiteX264" fmla="*/ 194189 w 11243827"/>
              <a:gd name="connsiteY264" fmla="*/ 5343588 h 5641173"/>
              <a:gd name="connsiteX265" fmla="*/ 192552 w 11243827"/>
              <a:gd name="connsiteY265" fmla="*/ 5342845 h 5641173"/>
              <a:gd name="connsiteX266" fmla="*/ 178320 w 11243827"/>
              <a:gd name="connsiteY266" fmla="*/ 5343766 h 5641173"/>
              <a:gd name="connsiteX267" fmla="*/ 175596 w 11243827"/>
              <a:gd name="connsiteY267" fmla="*/ 5346411 h 5641173"/>
              <a:gd name="connsiteX268" fmla="*/ 147287 w 11243827"/>
              <a:gd name="connsiteY268" fmla="*/ 5352625 h 5641173"/>
              <a:gd name="connsiteX269" fmla="*/ 114847 w 11243827"/>
              <a:gd name="connsiteY269" fmla="*/ 5355844 h 5641173"/>
              <a:gd name="connsiteX270" fmla="*/ 114306 w 11243827"/>
              <a:gd name="connsiteY270" fmla="*/ 5354983 h 5641173"/>
              <a:gd name="connsiteX271" fmla="*/ 89264 w 11243827"/>
              <a:gd name="connsiteY271" fmla="*/ 5348886 h 5641173"/>
              <a:gd name="connsiteX272" fmla="*/ 49794 w 11243827"/>
              <a:gd name="connsiteY272" fmla="*/ 5329950 h 5641173"/>
              <a:gd name="connsiteX273" fmla="*/ 19924 w 11243827"/>
              <a:gd name="connsiteY273" fmla="*/ 5334282 h 5641173"/>
              <a:gd name="connsiteX274" fmla="*/ 13819 w 11243827"/>
              <a:gd name="connsiteY274" fmla="*/ 5334653 h 5641173"/>
              <a:gd name="connsiteX275" fmla="*/ 13657 w 11243827"/>
              <a:gd name="connsiteY275" fmla="*/ 5334455 h 5641173"/>
              <a:gd name="connsiteX276" fmla="*/ 7139 w 11243827"/>
              <a:gd name="connsiteY276" fmla="*/ 5334438 h 5641173"/>
              <a:gd name="connsiteX277" fmla="*/ 2684 w 11243827"/>
              <a:gd name="connsiteY277" fmla="*/ 5335333 h 5641173"/>
              <a:gd name="connsiteX278" fmla="*/ 0 w 11243827"/>
              <a:gd name="connsiteY278" fmla="*/ 5335496 h 5641173"/>
              <a:gd name="connsiteX279" fmla="*/ 0 w 11243827"/>
              <a:gd name="connsiteY279" fmla="*/ 10592 h 5641173"/>
              <a:gd name="connsiteX280" fmla="*/ 11243827 w 11243827"/>
              <a:gd name="connsiteY280"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85571 w 11243827"/>
              <a:gd name="connsiteY240" fmla="*/ 5358836 h 5641173"/>
              <a:gd name="connsiteX241" fmla="*/ 1058039 w 11243827"/>
              <a:gd name="connsiteY241" fmla="*/ 5343504 h 5641173"/>
              <a:gd name="connsiteX242" fmla="*/ 1055426 w 11243827"/>
              <a:gd name="connsiteY242" fmla="*/ 5339088 h 5641173"/>
              <a:gd name="connsiteX243" fmla="*/ 1044738 w 11243827"/>
              <a:gd name="connsiteY243" fmla="*/ 5333063 h 5641173"/>
              <a:gd name="connsiteX244" fmla="*/ 1033909 w 11243827"/>
              <a:gd name="connsiteY244" fmla="*/ 5335680 h 5641173"/>
              <a:gd name="connsiteX245" fmla="*/ 1012649 w 11243827"/>
              <a:gd name="connsiteY245" fmla="*/ 5334541 h 5641173"/>
              <a:gd name="connsiteX246" fmla="*/ 1007115 w 11243827"/>
              <a:gd name="connsiteY246" fmla="*/ 5332775 h 5641173"/>
              <a:gd name="connsiteX247" fmla="*/ 987447 w 11243827"/>
              <a:gd name="connsiteY247" fmla="*/ 5346462 h 5641173"/>
              <a:gd name="connsiteX248" fmla="*/ 953418 w 11243827"/>
              <a:gd name="connsiteY248" fmla="*/ 5333901 h 5641173"/>
              <a:gd name="connsiteX249" fmla="*/ 916854 w 11243827"/>
              <a:gd name="connsiteY249" fmla="*/ 5329435 h 5641173"/>
              <a:gd name="connsiteX250" fmla="*/ 905651 w 11243827"/>
              <a:gd name="connsiteY250" fmla="*/ 5332114 h 5641173"/>
              <a:gd name="connsiteX251" fmla="*/ 838405 w 11243827"/>
              <a:gd name="connsiteY251" fmla="*/ 5339470 h 5641173"/>
              <a:gd name="connsiteX252" fmla="*/ 817627 w 11243827"/>
              <a:gd name="connsiteY252" fmla="*/ 5330580 h 5641173"/>
              <a:gd name="connsiteX253" fmla="*/ 801817 w 11243827"/>
              <a:gd name="connsiteY253" fmla="*/ 5325937 h 5641173"/>
              <a:gd name="connsiteX254" fmla="*/ 798857 w 11243827"/>
              <a:gd name="connsiteY254" fmla="*/ 5320979 h 5641173"/>
              <a:gd name="connsiteX255" fmla="*/ 788354 w 11243827"/>
              <a:gd name="connsiteY255" fmla="*/ 5320143 h 5641173"/>
              <a:gd name="connsiteX256" fmla="*/ 785726 w 11243827"/>
              <a:gd name="connsiteY256" fmla="*/ 5318989 h 5641173"/>
              <a:gd name="connsiteX257" fmla="*/ 770507 w 11243827"/>
              <a:gd name="connsiteY257" fmla="*/ 5313309 h 5641173"/>
              <a:gd name="connsiteX258" fmla="*/ 733810 w 11243827"/>
              <a:gd name="connsiteY258" fmla="*/ 5324286 h 5641173"/>
              <a:gd name="connsiteX259" fmla="*/ 692117 w 11243827"/>
              <a:gd name="connsiteY259" fmla="*/ 5318786 h 5641173"/>
              <a:gd name="connsiteX260" fmla="*/ 574943 w 11243827"/>
              <a:gd name="connsiteY260" fmla="*/ 5327578 h 5641173"/>
              <a:gd name="connsiteX261" fmla="*/ 441302 w 11243827"/>
              <a:gd name="connsiteY261" fmla="*/ 5307062 h 5641173"/>
              <a:gd name="connsiteX262" fmla="*/ 336819 w 11243827"/>
              <a:gd name="connsiteY262" fmla="*/ 5336690 h 5641173"/>
              <a:gd name="connsiteX263" fmla="*/ 270932 w 11243827"/>
              <a:gd name="connsiteY263" fmla="*/ 5345451 h 5641173"/>
              <a:gd name="connsiteX264" fmla="*/ 194189 w 11243827"/>
              <a:gd name="connsiteY264" fmla="*/ 5343588 h 5641173"/>
              <a:gd name="connsiteX265" fmla="*/ 192552 w 11243827"/>
              <a:gd name="connsiteY265" fmla="*/ 5342845 h 5641173"/>
              <a:gd name="connsiteX266" fmla="*/ 178320 w 11243827"/>
              <a:gd name="connsiteY266" fmla="*/ 5343766 h 5641173"/>
              <a:gd name="connsiteX267" fmla="*/ 175596 w 11243827"/>
              <a:gd name="connsiteY267" fmla="*/ 5346411 h 5641173"/>
              <a:gd name="connsiteX268" fmla="*/ 147287 w 11243827"/>
              <a:gd name="connsiteY268" fmla="*/ 5352625 h 5641173"/>
              <a:gd name="connsiteX269" fmla="*/ 114847 w 11243827"/>
              <a:gd name="connsiteY269" fmla="*/ 5355844 h 5641173"/>
              <a:gd name="connsiteX270" fmla="*/ 114306 w 11243827"/>
              <a:gd name="connsiteY270" fmla="*/ 5354983 h 5641173"/>
              <a:gd name="connsiteX271" fmla="*/ 89264 w 11243827"/>
              <a:gd name="connsiteY271" fmla="*/ 5348886 h 5641173"/>
              <a:gd name="connsiteX272" fmla="*/ 49794 w 11243827"/>
              <a:gd name="connsiteY272" fmla="*/ 5329950 h 5641173"/>
              <a:gd name="connsiteX273" fmla="*/ 19924 w 11243827"/>
              <a:gd name="connsiteY273" fmla="*/ 5334282 h 5641173"/>
              <a:gd name="connsiteX274" fmla="*/ 13819 w 11243827"/>
              <a:gd name="connsiteY274" fmla="*/ 5334653 h 5641173"/>
              <a:gd name="connsiteX275" fmla="*/ 13657 w 11243827"/>
              <a:gd name="connsiteY275" fmla="*/ 5334455 h 5641173"/>
              <a:gd name="connsiteX276" fmla="*/ 7139 w 11243827"/>
              <a:gd name="connsiteY276" fmla="*/ 5334438 h 5641173"/>
              <a:gd name="connsiteX277" fmla="*/ 2684 w 11243827"/>
              <a:gd name="connsiteY277" fmla="*/ 5335333 h 5641173"/>
              <a:gd name="connsiteX278" fmla="*/ 0 w 11243827"/>
              <a:gd name="connsiteY278" fmla="*/ 5335496 h 5641173"/>
              <a:gd name="connsiteX279" fmla="*/ 0 w 11243827"/>
              <a:gd name="connsiteY279" fmla="*/ 10592 h 5641173"/>
              <a:gd name="connsiteX280" fmla="*/ 11243827 w 11243827"/>
              <a:gd name="connsiteY280"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58039 w 11243827"/>
              <a:gd name="connsiteY240" fmla="*/ 5343504 h 5641173"/>
              <a:gd name="connsiteX241" fmla="*/ 1055426 w 11243827"/>
              <a:gd name="connsiteY241" fmla="*/ 5339088 h 5641173"/>
              <a:gd name="connsiteX242" fmla="*/ 1044738 w 11243827"/>
              <a:gd name="connsiteY242" fmla="*/ 5333063 h 5641173"/>
              <a:gd name="connsiteX243" fmla="*/ 1033909 w 11243827"/>
              <a:gd name="connsiteY243" fmla="*/ 5335680 h 5641173"/>
              <a:gd name="connsiteX244" fmla="*/ 1012649 w 11243827"/>
              <a:gd name="connsiteY244" fmla="*/ 5334541 h 5641173"/>
              <a:gd name="connsiteX245" fmla="*/ 1007115 w 11243827"/>
              <a:gd name="connsiteY245" fmla="*/ 5332775 h 5641173"/>
              <a:gd name="connsiteX246" fmla="*/ 987447 w 11243827"/>
              <a:gd name="connsiteY246" fmla="*/ 5346462 h 5641173"/>
              <a:gd name="connsiteX247" fmla="*/ 953418 w 11243827"/>
              <a:gd name="connsiteY247" fmla="*/ 5333901 h 5641173"/>
              <a:gd name="connsiteX248" fmla="*/ 916854 w 11243827"/>
              <a:gd name="connsiteY248" fmla="*/ 5329435 h 5641173"/>
              <a:gd name="connsiteX249" fmla="*/ 905651 w 11243827"/>
              <a:gd name="connsiteY249" fmla="*/ 5332114 h 5641173"/>
              <a:gd name="connsiteX250" fmla="*/ 838405 w 11243827"/>
              <a:gd name="connsiteY250" fmla="*/ 5339470 h 5641173"/>
              <a:gd name="connsiteX251" fmla="*/ 817627 w 11243827"/>
              <a:gd name="connsiteY251" fmla="*/ 5330580 h 5641173"/>
              <a:gd name="connsiteX252" fmla="*/ 801817 w 11243827"/>
              <a:gd name="connsiteY252" fmla="*/ 5325937 h 5641173"/>
              <a:gd name="connsiteX253" fmla="*/ 798857 w 11243827"/>
              <a:gd name="connsiteY253" fmla="*/ 5320979 h 5641173"/>
              <a:gd name="connsiteX254" fmla="*/ 788354 w 11243827"/>
              <a:gd name="connsiteY254" fmla="*/ 5320143 h 5641173"/>
              <a:gd name="connsiteX255" fmla="*/ 785726 w 11243827"/>
              <a:gd name="connsiteY255" fmla="*/ 5318989 h 5641173"/>
              <a:gd name="connsiteX256" fmla="*/ 770507 w 11243827"/>
              <a:gd name="connsiteY256" fmla="*/ 5313309 h 5641173"/>
              <a:gd name="connsiteX257" fmla="*/ 733810 w 11243827"/>
              <a:gd name="connsiteY257" fmla="*/ 5324286 h 5641173"/>
              <a:gd name="connsiteX258" fmla="*/ 692117 w 11243827"/>
              <a:gd name="connsiteY258" fmla="*/ 5318786 h 5641173"/>
              <a:gd name="connsiteX259" fmla="*/ 574943 w 11243827"/>
              <a:gd name="connsiteY259" fmla="*/ 5327578 h 5641173"/>
              <a:gd name="connsiteX260" fmla="*/ 441302 w 11243827"/>
              <a:gd name="connsiteY260" fmla="*/ 5307062 h 5641173"/>
              <a:gd name="connsiteX261" fmla="*/ 336819 w 11243827"/>
              <a:gd name="connsiteY261" fmla="*/ 5336690 h 5641173"/>
              <a:gd name="connsiteX262" fmla="*/ 270932 w 11243827"/>
              <a:gd name="connsiteY262" fmla="*/ 5345451 h 5641173"/>
              <a:gd name="connsiteX263" fmla="*/ 194189 w 11243827"/>
              <a:gd name="connsiteY263" fmla="*/ 5343588 h 5641173"/>
              <a:gd name="connsiteX264" fmla="*/ 192552 w 11243827"/>
              <a:gd name="connsiteY264" fmla="*/ 5342845 h 5641173"/>
              <a:gd name="connsiteX265" fmla="*/ 178320 w 11243827"/>
              <a:gd name="connsiteY265" fmla="*/ 5343766 h 5641173"/>
              <a:gd name="connsiteX266" fmla="*/ 175596 w 11243827"/>
              <a:gd name="connsiteY266" fmla="*/ 5346411 h 5641173"/>
              <a:gd name="connsiteX267" fmla="*/ 147287 w 11243827"/>
              <a:gd name="connsiteY267" fmla="*/ 5352625 h 5641173"/>
              <a:gd name="connsiteX268" fmla="*/ 114847 w 11243827"/>
              <a:gd name="connsiteY268" fmla="*/ 5355844 h 5641173"/>
              <a:gd name="connsiteX269" fmla="*/ 114306 w 11243827"/>
              <a:gd name="connsiteY269" fmla="*/ 5354983 h 5641173"/>
              <a:gd name="connsiteX270" fmla="*/ 89264 w 11243827"/>
              <a:gd name="connsiteY270" fmla="*/ 5348886 h 5641173"/>
              <a:gd name="connsiteX271" fmla="*/ 49794 w 11243827"/>
              <a:gd name="connsiteY271" fmla="*/ 5329950 h 5641173"/>
              <a:gd name="connsiteX272" fmla="*/ 19924 w 11243827"/>
              <a:gd name="connsiteY272" fmla="*/ 5334282 h 5641173"/>
              <a:gd name="connsiteX273" fmla="*/ 13819 w 11243827"/>
              <a:gd name="connsiteY273" fmla="*/ 5334653 h 5641173"/>
              <a:gd name="connsiteX274" fmla="*/ 13657 w 11243827"/>
              <a:gd name="connsiteY274" fmla="*/ 5334455 h 5641173"/>
              <a:gd name="connsiteX275" fmla="*/ 7139 w 11243827"/>
              <a:gd name="connsiteY275" fmla="*/ 5334438 h 5641173"/>
              <a:gd name="connsiteX276" fmla="*/ 2684 w 11243827"/>
              <a:gd name="connsiteY276" fmla="*/ 5335333 h 5641173"/>
              <a:gd name="connsiteX277" fmla="*/ 0 w 11243827"/>
              <a:gd name="connsiteY277" fmla="*/ 5335496 h 5641173"/>
              <a:gd name="connsiteX278" fmla="*/ 0 w 11243827"/>
              <a:gd name="connsiteY278" fmla="*/ 10592 h 5641173"/>
              <a:gd name="connsiteX279" fmla="*/ 11243827 w 11243827"/>
              <a:gd name="connsiteY279"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32830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58039 w 11243827"/>
              <a:gd name="connsiteY240" fmla="*/ 5343504 h 5641173"/>
              <a:gd name="connsiteX241" fmla="*/ 1055426 w 11243827"/>
              <a:gd name="connsiteY241" fmla="*/ 5339088 h 5641173"/>
              <a:gd name="connsiteX242" fmla="*/ 1044738 w 11243827"/>
              <a:gd name="connsiteY242" fmla="*/ 5333063 h 5641173"/>
              <a:gd name="connsiteX243" fmla="*/ 1033909 w 11243827"/>
              <a:gd name="connsiteY243" fmla="*/ 5335680 h 5641173"/>
              <a:gd name="connsiteX244" fmla="*/ 1012649 w 11243827"/>
              <a:gd name="connsiteY244" fmla="*/ 5334541 h 5641173"/>
              <a:gd name="connsiteX245" fmla="*/ 1007115 w 11243827"/>
              <a:gd name="connsiteY245" fmla="*/ 5332775 h 5641173"/>
              <a:gd name="connsiteX246" fmla="*/ 987447 w 11243827"/>
              <a:gd name="connsiteY246" fmla="*/ 5346462 h 5641173"/>
              <a:gd name="connsiteX247" fmla="*/ 953418 w 11243827"/>
              <a:gd name="connsiteY247" fmla="*/ 5333901 h 5641173"/>
              <a:gd name="connsiteX248" fmla="*/ 916854 w 11243827"/>
              <a:gd name="connsiteY248" fmla="*/ 5329435 h 5641173"/>
              <a:gd name="connsiteX249" fmla="*/ 905651 w 11243827"/>
              <a:gd name="connsiteY249" fmla="*/ 5332114 h 5641173"/>
              <a:gd name="connsiteX250" fmla="*/ 838405 w 11243827"/>
              <a:gd name="connsiteY250" fmla="*/ 5339470 h 5641173"/>
              <a:gd name="connsiteX251" fmla="*/ 817627 w 11243827"/>
              <a:gd name="connsiteY251" fmla="*/ 5330580 h 5641173"/>
              <a:gd name="connsiteX252" fmla="*/ 801817 w 11243827"/>
              <a:gd name="connsiteY252" fmla="*/ 5325937 h 5641173"/>
              <a:gd name="connsiteX253" fmla="*/ 798857 w 11243827"/>
              <a:gd name="connsiteY253" fmla="*/ 5320979 h 5641173"/>
              <a:gd name="connsiteX254" fmla="*/ 788354 w 11243827"/>
              <a:gd name="connsiteY254" fmla="*/ 5320143 h 5641173"/>
              <a:gd name="connsiteX255" fmla="*/ 785726 w 11243827"/>
              <a:gd name="connsiteY255" fmla="*/ 5318989 h 5641173"/>
              <a:gd name="connsiteX256" fmla="*/ 770507 w 11243827"/>
              <a:gd name="connsiteY256" fmla="*/ 5313309 h 5641173"/>
              <a:gd name="connsiteX257" fmla="*/ 733810 w 11243827"/>
              <a:gd name="connsiteY257" fmla="*/ 5324286 h 5641173"/>
              <a:gd name="connsiteX258" fmla="*/ 692117 w 11243827"/>
              <a:gd name="connsiteY258" fmla="*/ 5318786 h 5641173"/>
              <a:gd name="connsiteX259" fmla="*/ 574943 w 11243827"/>
              <a:gd name="connsiteY259" fmla="*/ 5327578 h 5641173"/>
              <a:gd name="connsiteX260" fmla="*/ 441302 w 11243827"/>
              <a:gd name="connsiteY260" fmla="*/ 5307062 h 5641173"/>
              <a:gd name="connsiteX261" fmla="*/ 336819 w 11243827"/>
              <a:gd name="connsiteY261" fmla="*/ 5336690 h 5641173"/>
              <a:gd name="connsiteX262" fmla="*/ 270932 w 11243827"/>
              <a:gd name="connsiteY262" fmla="*/ 5345451 h 5641173"/>
              <a:gd name="connsiteX263" fmla="*/ 194189 w 11243827"/>
              <a:gd name="connsiteY263" fmla="*/ 5343588 h 5641173"/>
              <a:gd name="connsiteX264" fmla="*/ 192552 w 11243827"/>
              <a:gd name="connsiteY264" fmla="*/ 5342845 h 5641173"/>
              <a:gd name="connsiteX265" fmla="*/ 178320 w 11243827"/>
              <a:gd name="connsiteY265" fmla="*/ 5343766 h 5641173"/>
              <a:gd name="connsiteX266" fmla="*/ 175596 w 11243827"/>
              <a:gd name="connsiteY266" fmla="*/ 5346411 h 5641173"/>
              <a:gd name="connsiteX267" fmla="*/ 147287 w 11243827"/>
              <a:gd name="connsiteY267" fmla="*/ 5352625 h 5641173"/>
              <a:gd name="connsiteX268" fmla="*/ 114847 w 11243827"/>
              <a:gd name="connsiteY268" fmla="*/ 5355844 h 5641173"/>
              <a:gd name="connsiteX269" fmla="*/ 114306 w 11243827"/>
              <a:gd name="connsiteY269" fmla="*/ 5354983 h 5641173"/>
              <a:gd name="connsiteX270" fmla="*/ 89264 w 11243827"/>
              <a:gd name="connsiteY270" fmla="*/ 5348886 h 5641173"/>
              <a:gd name="connsiteX271" fmla="*/ 49794 w 11243827"/>
              <a:gd name="connsiteY271" fmla="*/ 5329950 h 5641173"/>
              <a:gd name="connsiteX272" fmla="*/ 19924 w 11243827"/>
              <a:gd name="connsiteY272" fmla="*/ 5334282 h 5641173"/>
              <a:gd name="connsiteX273" fmla="*/ 13819 w 11243827"/>
              <a:gd name="connsiteY273" fmla="*/ 5334653 h 5641173"/>
              <a:gd name="connsiteX274" fmla="*/ 13657 w 11243827"/>
              <a:gd name="connsiteY274" fmla="*/ 5334455 h 5641173"/>
              <a:gd name="connsiteX275" fmla="*/ 7139 w 11243827"/>
              <a:gd name="connsiteY275" fmla="*/ 5334438 h 5641173"/>
              <a:gd name="connsiteX276" fmla="*/ 2684 w 11243827"/>
              <a:gd name="connsiteY276" fmla="*/ 5335333 h 5641173"/>
              <a:gd name="connsiteX277" fmla="*/ 0 w 11243827"/>
              <a:gd name="connsiteY277" fmla="*/ 5335496 h 5641173"/>
              <a:gd name="connsiteX278" fmla="*/ 0 w 11243827"/>
              <a:gd name="connsiteY278" fmla="*/ 10592 h 5641173"/>
              <a:gd name="connsiteX279" fmla="*/ 11243827 w 11243827"/>
              <a:gd name="connsiteY279"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32830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58039 w 11243827"/>
              <a:gd name="connsiteY240" fmla="*/ 5343504 h 5641173"/>
              <a:gd name="connsiteX241" fmla="*/ 1055426 w 11243827"/>
              <a:gd name="connsiteY241" fmla="*/ 5339088 h 5641173"/>
              <a:gd name="connsiteX242" fmla="*/ 1044738 w 11243827"/>
              <a:gd name="connsiteY242" fmla="*/ 5333063 h 5641173"/>
              <a:gd name="connsiteX243" fmla="*/ 1033909 w 11243827"/>
              <a:gd name="connsiteY243" fmla="*/ 5335680 h 5641173"/>
              <a:gd name="connsiteX244" fmla="*/ 1012649 w 11243827"/>
              <a:gd name="connsiteY244" fmla="*/ 5334541 h 5641173"/>
              <a:gd name="connsiteX245" fmla="*/ 1007115 w 11243827"/>
              <a:gd name="connsiteY245" fmla="*/ 5332775 h 5641173"/>
              <a:gd name="connsiteX246" fmla="*/ 987447 w 11243827"/>
              <a:gd name="connsiteY246" fmla="*/ 5346462 h 5641173"/>
              <a:gd name="connsiteX247" fmla="*/ 953418 w 11243827"/>
              <a:gd name="connsiteY247" fmla="*/ 5333901 h 5641173"/>
              <a:gd name="connsiteX248" fmla="*/ 916854 w 11243827"/>
              <a:gd name="connsiteY248" fmla="*/ 5329435 h 5641173"/>
              <a:gd name="connsiteX249" fmla="*/ 905651 w 11243827"/>
              <a:gd name="connsiteY249" fmla="*/ 5332114 h 5641173"/>
              <a:gd name="connsiteX250" fmla="*/ 838405 w 11243827"/>
              <a:gd name="connsiteY250" fmla="*/ 5339470 h 5641173"/>
              <a:gd name="connsiteX251" fmla="*/ 817627 w 11243827"/>
              <a:gd name="connsiteY251" fmla="*/ 5330580 h 5641173"/>
              <a:gd name="connsiteX252" fmla="*/ 801817 w 11243827"/>
              <a:gd name="connsiteY252" fmla="*/ 5325937 h 5641173"/>
              <a:gd name="connsiteX253" fmla="*/ 798857 w 11243827"/>
              <a:gd name="connsiteY253" fmla="*/ 5320979 h 5641173"/>
              <a:gd name="connsiteX254" fmla="*/ 788354 w 11243827"/>
              <a:gd name="connsiteY254" fmla="*/ 5320143 h 5641173"/>
              <a:gd name="connsiteX255" fmla="*/ 785726 w 11243827"/>
              <a:gd name="connsiteY255" fmla="*/ 5318989 h 5641173"/>
              <a:gd name="connsiteX256" fmla="*/ 770507 w 11243827"/>
              <a:gd name="connsiteY256" fmla="*/ 5313309 h 5641173"/>
              <a:gd name="connsiteX257" fmla="*/ 733810 w 11243827"/>
              <a:gd name="connsiteY257" fmla="*/ 5324286 h 5641173"/>
              <a:gd name="connsiteX258" fmla="*/ 692117 w 11243827"/>
              <a:gd name="connsiteY258" fmla="*/ 5318786 h 5641173"/>
              <a:gd name="connsiteX259" fmla="*/ 574943 w 11243827"/>
              <a:gd name="connsiteY259" fmla="*/ 5327578 h 5641173"/>
              <a:gd name="connsiteX260" fmla="*/ 441302 w 11243827"/>
              <a:gd name="connsiteY260" fmla="*/ 5307062 h 5641173"/>
              <a:gd name="connsiteX261" fmla="*/ 336819 w 11243827"/>
              <a:gd name="connsiteY261" fmla="*/ 5336690 h 5641173"/>
              <a:gd name="connsiteX262" fmla="*/ 270932 w 11243827"/>
              <a:gd name="connsiteY262" fmla="*/ 5345451 h 5641173"/>
              <a:gd name="connsiteX263" fmla="*/ 194189 w 11243827"/>
              <a:gd name="connsiteY263" fmla="*/ 5343588 h 5641173"/>
              <a:gd name="connsiteX264" fmla="*/ 192552 w 11243827"/>
              <a:gd name="connsiteY264" fmla="*/ 5342845 h 5641173"/>
              <a:gd name="connsiteX265" fmla="*/ 178320 w 11243827"/>
              <a:gd name="connsiteY265" fmla="*/ 5343766 h 5641173"/>
              <a:gd name="connsiteX266" fmla="*/ 175596 w 11243827"/>
              <a:gd name="connsiteY266" fmla="*/ 5346411 h 5641173"/>
              <a:gd name="connsiteX267" fmla="*/ 147287 w 11243827"/>
              <a:gd name="connsiteY267" fmla="*/ 5352625 h 5641173"/>
              <a:gd name="connsiteX268" fmla="*/ 114847 w 11243827"/>
              <a:gd name="connsiteY268" fmla="*/ 5355844 h 5641173"/>
              <a:gd name="connsiteX269" fmla="*/ 114306 w 11243827"/>
              <a:gd name="connsiteY269" fmla="*/ 5354983 h 5641173"/>
              <a:gd name="connsiteX270" fmla="*/ 89264 w 11243827"/>
              <a:gd name="connsiteY270" fmla="*/ 5348886 h 5641173"/>
              <a:gd name="connsiteX271" fmla="*/ 49794 w 11243827"/>
              <a:gd name="connsiteY271" fmla="*/ 5329950 h 5641173"/>
              <a:gd name="connsiteX272" fmla="*/ 19924 w 11243827"/>
              <a:gd name="connsiteY272" fmla="*/ 5334282 h 5641173"/>
              <a:gd name="connsiteX273" fmla="*/ 13819 w 11243827"/>
              <a:gd name="connsiteY273" fmla="*/ 5334653 h 5641173"/>
              <a:gd name="connsiteX274" fmla="*/ 13657 w 11243827"/>
              <a:gd name="connsiteY274" fmla="*/ 5334455 h 5641173"/>
              <a:gd name="connsiteX275" fmla="*/ 7139 w 11243827"/>
              <a:gd name="connsiteY275" fmla="*/ 5334438 h 5641173"/>
              <a:gd name="connsiteX276" fmla="*/ 2684 w 11243827"/>
              <a:gd name="connsiteY276" fmla="*/ 5335333 h 5641173"/>
              <a:gd name="connsiteX277" fmla="*/ 0 w 11243827"/>
              <a:gd name="connsiteY277" fmla="*/ 5335496 h 5641173"/>
              <a:gd name="connsiteX278" fmla="*/ 0 w 11243827"/>
              <a:gd name="connsiteY278" fmla="*/ 10592 h 5641173"/>
              <a:gd name="connsiteX279" fmla="*/ 11243827 w 11243827"/>
              <a:gd name="connsiteY279" fmla="*/ 0 h 5641173"/>
              <a:gd name="connsiteX0" fmla="*/ 11243827 w 11243827"/>
              <a:gd name="connsiteY0" fmla="*/ 0 h 5641173"/>
              <a:gd name="connsiteX1" fmla="*/ 11243827 w 11243827"/>
              <a:gd name="connsiteY1" fmla="*/ 1470035 h 5641173"/>
              <a:gd name="connsiteX2" fmla="*/ 11243827 w 11243827"/>
              <a:gd name="connsiteY2" fmla="*/ 5209610 h 5641173"/>
              <a:gd name="connsiteX3" fmla="*/ 11240675 w 11243827"/>
              <a:gd name="connsiteY3" fmla="*/ 5210442 h 5641173"/>
              <a:gd name="connsiteX4" fmla="*/ 11179959 w 11243827"/>
              <a:gd name="connsiteY4" fmla="*/ 5221199 h 5641173"/>
              <a:gd name="connsiteX5" fmla="*/ 11105493 w 11243827"/>
              <a:gd name="connsiteY5" fmla="*/ 5259905 h 5641173"/>
              <a:gd name="connsiteX6" fmla="*/ 11078640 w 11243827"/>
              <a:gd name="connsiteY6" fmla="*/ 5263531 h 5641173"/>
              <a:gd name="connsiteX7" fmla="*/ 11079616 w 11243827"/>
              <a:gd name="connsiteY7" fmla="*/ 5270380 h 5641173"/>
              <a:gd name="connsiteX8" fmla="*/ 11069641 w 11243827"/>
              <a:gd name="connsiteY8" fmla="*/ 5270884 h 5641173"/>
              <a:gd name="connsiteX9" fmla="*/ 11047377 w 11243827"/>
              <a:gd name="connsiteY9" fmla="*/ 5271051 h 5641173"/>
              <a:gd name="connsiteX10" fmla="*/ 10980705 w 11243827"/>
              <a:gd name="connsiteY10" fmla="*/ 5272951 h 5641173"/>
              <a:gd name="connsiteX11" fmla="*/ 10962514 w 11243827"/>
              <a:gd name="connsiteY11" fmla="*/ 5286084 h 5641173"/>
              <a:gd name="connsiteX12" fmla="*/ 10945307 w 11243827"/>
              <a:gd name="connsiteY12" fmla="*/ 5286290 h 5641173"/>
              <a:gd name="connsiteX13" fmla="*/ 10845516 w 11243827"/>
              <a:gd name="connsiteY13" fmla="*/ 5303894 h 5641173"/>
              <a:gd name="connsiteX14" fmla="*/ 10831795 w 11243827"/>
              <a:gd name="connsiteY14" fmla="*/ 5305210 h 5641173"/>
              <a:gd name="connsiteX15" fmla="*/ 10824365 w 11243827"/>
              <a:gd name="connsiteY15" fmla="*/ 5311111 h 5641173"/>
              <a:gd name="connsiteX16" fmla="*/ 10797756 w 11243827"/>
              <a:gd name="connsiteY16" fmla="*/ 5312285 h 5641173"/>
              <a:gd name="connsiteX17" fmla="*/ 10796525 w 11243827"/>
              <a:gd name="connsiteY17" fmla="*/ 5315645 h 5641173"/>
              <a:gd name="connsiteX18" fmla="*/ 10709063 w 11243827"/>
              <a:gd name="connsiteY18" fmla="*/ 5344492 h 5641173"/>
              <a:gd name="connsiteX19" fmla="*/ 10694078 w 11243827"/>
              <a:gd name="connsiteY19" fmla="*/ 5349258 h 5641173"/>
              <a:gd name="connsiteX20" fmla="*/ 10681131 w 11243827"/>
              <a:gd name="connsiteY20" fmla="*/ 5347812 h 5641173"/>
              <a:gd name="connsiteX21" fmla="*/ 10609448 w 11243827"/>
              <a:gd name="connsiteY21" fmla="*/ 5351931 h 5641173"/>
              <a:gd name="connsiteX22" fmla="*/ 10592397 w 11243827"/>
              <a:gd name="connsiteY22" fmla="*/ 5349402 h 5641173"/>
              <a:gd name="connsiteX23" fmla="*/ 10585227 w 11243827"/>
              <a:gd name="connsiteY23" fmla="*/ 5344063 h 5641173"/>
              <a:gd name="connsiteX24" fmla="*/ 10557472 w 11243827"/>
              <a:gd name="connsiteY24" fmla="*/ 5354151 h 5641173"/>
              <a:gd name="connsiteX25" fmla="*/ 10514646 w 11243827"/>
              <a:gd name="connsiteY25" fmla="*/ 5361064 h 5641173"/>
              <a:gd name="connsiteX26" fmla="*/ 10494292 w 11243827"/>
              <a:gd name="connsiteY26" fmla="*/ 5366054 h 5641173"/>
              <a:gd name="connsiteX27" fmla="*/ 10477869 w 11243827"/>
              <a:gd name="connsiteY27" fmla="*/ 5363025 h 5641173"/>
              <a:gd name="connsiteX28" fmla="*/ 10384411 w 11243827"/>
              <a:gd name="connsiteY28" fmla="*/ 5362257 h 5641173"/>
              <a:gd name="connsiteX29" fmla="*/ 10362921 w 11243827"/>
              <a:gd name="connsiteY29" fmla="*/ 5357444 h 5641173"/>
              <a:gd name="connsiteX30" fmla="*/ 10352736 w 11243827"/>
              <a:gd name="connsiteY30" fmla="*/ 5347851 h 5641173"/>
              <a:gd name="connsiteX31" fmla="*/ 10344754 w 11243827"/>
              <a:gd name="connsiteY31" fmla="*/ 5351272 h 5641173"/>
              <a:gd name="connsiteX32" fmla="*/ 10288226 w 11243827"/>
              <a:gd name="connsiteY32" fmla="*/ 5351613 h 5641173"/>
              <a:gd name="connsiteX33" fmla="*/ 10251350 w 11243827"/>
              <a:gd name="connsiteY33" fmla="*/ 5352711 h 5641173"/>
              <a:gd name="connsiteX34" fmla="*/ 10249108 w 11243827"/>
              <a:gd name="connsiteY34" fmla="*/ 5365881 h 5641173"/>
              <a:gd name="connsiteX35" fmla="*/ 10216272 w 11243827"/>
              <a:gd name="connsiteY35" fmla="*/ 5370573 h 5641173"/>
              <a:gd name="connsiteX36" fmla="*/ 10181278 w 11243827"/>
              <a:gd name="connsiteY36" fmla="*/ 5362119 h 5641173"/>
              <a:gd name="connsiteX37" fmla="*/ 10140033 w 11243827"/>
              <a:gd name="connsiteY37" fmla="*/ 5363304 h 5641173"/>
              <a:gd name="connsiteX38" fmla="*/ 10115353 w 11243827"/>
              <a:gd name="connsiteY38" fmla="*/ 5363869 h 5641173"/>
              <a:gd name="connsiteX39" fmla="*/ 10050578 w 11243827"/>
              <a:gd name="connsiteY39" fmla="*/ 5376153 h 5641173"/>
              <a:gd name="connsiteX40" fmla="*/ 9945478 w 11243827"/>
              <a:gd name="connsiteY40" fmla="*/ 5422859 h 5641173"/>
              <a:gd name="connsiteX41" fmla="*/ 9912481 w 11243827"/>
              <a:gd name="connsiteY41" fmla="*/ 5429477 h 5641173"/>
              <a:gd name="connsiteX42" fmla="*/ 9906713 w 11243827"/>
              <a:gd name="connsiteY42" fmla="*/ 5426784 h 5641173"/>
              <a:gd name="connsiteX43" fmla="*/ 9742436 w 11243827"/>
              <a:gd name="connsiteY43" fmla="*/ 5454834 h 5641173"/>
              <a:gd name="connsiteX44" fmla="*/ 9713044 w 11243827"/>
              <a:gd name="connsiteY44" fmla="*/ 5456476 h 5641173"/>
              <a:gd name="connsiteX45" fmla="*/ 9691033 w 11243827"/>
              <a:gd name="connsiteY45" fmla="*/ 5455451 h 5641173"/>
              <a:gd name="connsiteX46" fmla="*/ 9638355 w 11243827"/>
              <a:gd name="connsiteY46" fmla="*/ 5464794 h 5641173"/>
              <a:gd name="connsiteX47" fmla="*/ 9552434 w 11243827"/>
              <a:gd name="connsiteY47" fmla="*/ 5485280 h 5641173"/>
              <a:gd name="connsiteX48" fmla="*/ 9533883 w 11243827"/>
              <a:gd name="connsiteY48" fmla="*/ 5488516 h 5641173"/>
              <a:gd name="connsiteX49" fmla="*/ 9516916 w 11243827"/>
              <a:gd name="connsiteY49" fmla="*/ 5486828 h 5641173"/>
              <a:gd name="connsiteX50" fmla="*/ 9512093 w 11243827"/>
              <a:gd name="connsiteY50" fmla="*/ 5482541 h 5641173"/>
              <a:gd name="connsiteX51" fmla="*/ 9501725 w 11243827"/>
              <a:gd name="connsiteY51" fmla="*/ 5483603 h 5641173"/>
              <a:gd name="connsiteX52" fmla="*/ 9498754 w 11243827"/>
              <a:gd name="connsiteY52" fmla="*/ 5482951 h 5641173"/>
              <a:gd name="connsiteX53" fmla="*/ 9481932 w 11243827"/>
              <a:gd name="connsiteY53" fmla="*/ 5480151 h 5641173"/>
              <a:gd name="connsiteX54" fmla="*/ 9451321 w 11243827"/>
              <a:gd name="connsiteY54" fmla="*/ 5497375 h 5641173"/>
              <a:gd name="connsiteX55" fmla="*/ 9409298 w 11243827"/>
              <a:gd name="connsiteY55" fmla="*/ 5499478 h 5641173"/>
              <a:gd name="connsiteX56" fmla="*/ 9303056 w 11243827"/>
              <a:gd name="connsiteY56" fmla="*/ 5519093 h 5641173"/>
              <a:gd name="connsiteX57" fmla="*/ 9229078 w 11243827"/>
              <a:gd name="connsiteY57" fmla="*/ 5524154 h 5641173"/>
              <a:gd name="connsiteX58" fmla="*/ 9165105 w 11243827"/>
              <a:gd name="connsiteY58" fmla="*/ 5532892 h 5641173"/>
              <a:gd name="connsiteX59" fmla="*/ 9077301 w 11243827"/>
              <a:gd name="connsiteY59" fmla="*/ 5580356 h 5641173"/>
              <a:gd name="connsiteX60" fmla="*/ 8960065 w 11243827"/>
              <a:gd name="connsiteY60" fmla="*/ 5597982 h 5641173"/>
              <a:gd name="connsiteX61" fmla="*/ 8953536 w 11243827"/>
              <a:gd name="connsiteY61" fmla="*/ 5606638 h 5641173"/>
              <a:gd name="connsiteX62" fmla="*/ 8943907 w 11243827"/>
              <a:gd name="connsiteY62" fmla="*/ 5612541 h 5641173"/>
              <a:gd name="connsiteX63" fmla="*/ 8942046 w 11243827"/>
              <a:gd name="connsiteY63" fmla="*/ 5612112 h 5641173"/>
              <a:gd name="connsiteX64" fmla="*/ 8928824 w 11243827"/>
              <a:gd name="connsiteY64" fmla="*/ 5615549 h 5641173"/>
              <a:gd name="connsiteX65" fmla="*/ 8927294 w 11243827"/>
              <a:gd name="connsiteY65" fmla="*/ 5618607 h 5641173"/>
              <a:gd name="connsiteX66" fmla="*/ 8918651 w 11243827"/>
              <a:gd name="connsiteY66" fmla="*/ 5621688 h 5641173"/>
              <a:gd name="connsiteX67" fmla="*/ 8902772 w 11243827"/>
              <a:gd name="connsiteY67" fmla="*/ 5629703 h 5641173"/>
              <a:gd name="connsiteX68" fmla="*/ 8898724 w 11243827"/>
              <a:gd name="connsiteY68" fmla="*/ 5629379 h 5641173"/>
              <a:gd name="connsiteX69" fmla="*/ 8873099 w 11243827"/>
              <a:gd name="connsiteY69" fmla="*/ 5638628 h 5641173"/>
              <a:gd name="connsiteX70" fmla="*/ 8872234 w 11243827"/>
              <a:gd name="connsiteY70" fmla="*/ 5637889 h 5641173"/>
              <a:gd name="connsiteX71" fmla="*/ 8862777 w 11243827"/>
              <a:gd name="connsiteY71" fmla="*/ 5636711 h 5641173"/>
              <a:gd name="connsiteX72" fmla="*/ 8845869 w 11243827"/>
              <a:gd name="connsiteY72" fmla="*/ 5636436 h 5641173"/>
              <a:gd name="connsiteX73" fmla="*/ 8800548 w 11243827"/>
              <a:gd name="connsiteY73" fmla="*/ 5625084 h 5641173"/>
              <a:gd name="connsiteX74" fmla="*/ 8773774 w 11243827"/>
              <a:gd name="connsiteY74" fmla="*/ 5634630 h 5641173"/>
              <a:gd name="connsiteX75" fmla="*/ 8698255 w 11243827"/>
              <a:gd name="connsiteY75" fmla="*/ 5636083 h 5641173"/>
              <a:gd name="connsiteX76" fmla="*/ 8619167 w 11243827"/>
              <a:gd name="connsiteY76" fmla="*/ 5619130 h 5641173"/>
              <a:gd name="connsiteX77" fmla="*/ 8539822 w 11243827"/>
              <a:gd name="connsiteY77" fmla="*/ 5616905 h 5641173"/>
              <a:gd name="connsiteX78" fmla="*/ 8511094 w 11243827"/>
              <a:gd name="connsiteY78" fmla="*/ 5617360 h 5641173"/>
              <a:gd name="connsiteX79" fmla="*/ 8459886 w 11243827"/>
              <a:gd name="connsiteY79" fmla="*/ 5612612 h 5641173"/>
              <a:gd name="connsiteX80" fmla="*/ 8436432 w 11243827"/>
              <a:gd name="connsiteY80" fmla="*/ 5606990 h 5641173"/>
              <a:gd name="connsiteX81" fmla="*/ 8435403 w 11243827"/>
              <a:gd name="connsiteY81" fmla="*/ 5607336 h 5641173"/>
              <a:gd name="connsiteX82" fmla="*/ 8433307 w 11243827"/>
              <a:gd name="connsiteY82" fmla="*/ 5604917 h 5641173"/>
              <a:gd name="connsiteX83" fmla="*/ 8428968 w 11243827"/>
              <a:gd name="connsiteY83" fmla="*/ 5603796 h 5641173"/>
              <a:gd name="connsiteX84" fmla="*/ 8417124 w 11243827"/>
              <a:gd name="connsiteY84" fmla="*/ 5604518 h 5641173"/>
              <a:gd name="connsiteX85" fmla="*/ 8412669 w 11243827"/>
              <a:gd name="connsiteY85" fmla="*/ 5605413 h 5641173"/>
              <a:gd name="connsiteX86" fmla="*/ 8406152 w 11243827"/>
              <a:gd name="connsiteY86" fmla="*/ 5605396 h 5641173"/>
              <a:gd name="connsiteX87" fmla="*/ 8405989 w 11243827"/>
              <a:gd name="connsiteY87" fmla="*/ 5605197 h 5641173"/>
              <a:gd name="connsiteX88" fmla="*/ 8399884 w 11243827"/>
              <a:gd name="connsiteY88" fmla="*/ 5605568 h 5641173"/>
              <a:gd name="connsiteX89" fmla="*/ 8370014 w 11243827"/>
              <a:gd name="connsiteY89" fmla="*/ 5609900 h 5641173"/>
              <a:gd name="connsiteX90" fmla="*/ 8330544 w 11243827"/>
              <a:gd name="connsiteY90" fmla="*/ 5590964 h 5641173"/>
              <a:gd name="connsiteX91" fmla="*/ 8314221 w 11243827"/>
              <a:gd name="connsiteY91" fmla="*/ 5587682 h 5641173"/>
              <a:gd name="connsiteX92" fmla="*/ 8305502 w 11243827"/>
              <a:gd name="connsiteY92" fmla="*/ 5584868 h 5641173"/>
              <a:gd name="connsiteX93" fmla="*/ 8304962 w 11243827"/>
              <a:gd name="connsiteY93" fmla="*/ 5584007 h 5641173"/>
              <a:gd name="connsiteX94" fmla="*/ 8276324 w 11243827"/>
              <a:gd name="connsiteY94" fmla="*/ 5588260 h 5641173"/>
              <a:gd name="connsiteX95" fmla="*/ 8272522 w 11243827"/>
              <a:gd name="connsiteY95" fmla="*/ 5587226 h 5641173"/>
              <a:gd name="connsiteX96" fmla="*/ 8253857 w 11243827"/>
              <a:gd name="connsiteY96" fmla="*/ 5592043 h 5641173"/>
              <a:gd name="connsiteX97" fmla="*/ 8244212 w 11243827"/>
              <a:gd name="connsiteY97" fmla="*/ 5593439 h 5641173"/>
              <a:gd name="connsiteX98" fmla="*/ 8241488 w 11243827"/>
              <a:gd name="connsiteY98" fmla="*/ 5596085 h 5641173"/>
              <a:gd name="connsiteX99" fmla="*/ 8227256 w 11243827"/>
              <a:gd name="connsiteY99" fmla="*/ 5597005 h 5641173"/>
              <a:gd name="connsiteX100" fmla="*/ 8225619 w 11243827"/>
              <a:gd name="connsiteY100" fmla="*/ 5596262 h 5641173"/>
              <a:gd name="connsiteX101" fmla="*/ 8213882 w 11243827"/>
              <a:gd name="connsiteY101" fmla="*/ 5600179 h 5641173"/>
              <a:gd name="connsiteX102" fmla="*/ 8204045 w 11243827"/>
              <a:gd name="connsiteY102" fmla="*/ 5607275 h 5641173"/>
              <a:gd name="connsiteX103" fmla="*/ 8082989 w 11243827"/>
              <a:gd name="connsiteY103" fmla="*/ 5603160 h 5641173"/>
              <a:gd name="connsiteX104" fmla="*/ 7976942 w 11243827"/>
              <a:gd name="connsiteY104" fmla="*/ 5598455 h 5641173"/>
              <a:gd name="connsiteX105" fmla="*/ 7950121 w 11243827"/>
              <a:gd name="connsiteY105" fmla="*/ 5590893 h 5641173"/>
              <a:gd name="connsiteX106" fmla="*/ 7727691 w 11243827"/>
              <a:gd name="connsiteY106" fmla="*/ 5621064 h 5641173"/>
              <a:gd name="connsiteX107" fmla="*/ 7685998 w 11243827"/>
              <a:gd name="connsiteY107" fmla="*/ 5615564 h 5641173"/>
              <a:gd name="connsiteX108" fmla="*/ 7649302 w 11243827"/>
              <a:gd name="connsiteY108" fmla="*/ 5626541 h 5641173"/>
              <a:gd name="connsiteX109" fmla="*/ 7634083 w 11243827"/>
              <a:gd name="connsiteY109" fmla="*/ 5620862 h 5641173"/>
              <a:gd name="connsiteX110" fmla="*/ 7631455 w 11243827"/>
              <a:gd name="connsiteY110" fmla="*/ 5619708 h 5641173"/>
              <a:gd name="connsiteX111" fmla="*/ 7620952 w 11243827"/>
              <a:gd name="connsiteY111" fmla="*/ 5618872 h 5641173"/>
              <a:gd name="connsiteX112" fmla="*/ 7617992 w 11243827"/>
              <a:gd name="connsiteY112" fmla="*/ 5613914 h 5641173"/>
              <a:gd name="connsiteX113" fmla="*/ 7602182 w 11243827"/>
              <a:gd name="connsiteY113" fmla="*/ 5609271 h 5641173"/>
              <a:gd name="connsiteX114" fmla="*/ 7582847 w 11243827"/>
              <a:gd name="connsiteY114" fmla="*/ 5609047 h 5641173"/>
              <a:gd name="connsiteX115" fmla="*/ 7514158 w 11243827"/>
              <a:gd name="connsiteY115" fmla="*/ 5607737 h 5641173"/>
              <a:gd name="connsiteX116" fmla="*/ 7502955 w 11243827"/>
              <a:gd name="connsiteY116" fmla="*/ 5610415 h 5641173"/>
              <a:gd name="connsiteX117" fmla="*/ 7466391 w 11243827"/>
              <a:gd name="connsiteY117" fmla="*/ 5605949 h 5641173"/>
              <a:gd name="connsiteX118" fmla="*/ 7433806 w 11243827"/>
              <a:gd name="connsiteY118" fmla="*/ 5604945 h 5641173"/>
              <a:gd name="connsiteX119" fmla="*/ 7412693 w 11243827"/>
              <a:gd name="connsiteY119" fmla="*/ 5607075 h 5641173"/>
              <a:gd name="connsiteX120" fmla="*/ 7407159 w 11243827"/>
              <a:gd name="connsiteY120" fmla="*/ 5605310 h 5641173"/>
              <a:gd name="connsiteX121" fmla="*/ 7385900 w 11243827"/>
              <a:gd name="connsiteY121" fmla="*/ 5604171 h 5641173"/>
              <a:gd name="connsiteX122" fmla="*/ 7375071 w 11243827"/>
              <a:gd name="connsiteY122" fmla="*/ 5606788 h 5641173"/>
              <a:gd name="connsiteX123" fmla="*/ 7364382 w 11243827"/>
              <a:gd name="connsiteY123" fmla="*/ 5600762 h 5641173"/>
              <a:gd name="connsiteX124" fmla="*/ 7361770 w 11243827"/>
              <a:gd name="connsiteY124" fmla="*/ 5596347 h 5641173"/>
              <a:gd name="connsiteX125" fmla="*/ 7346641 w 11243827"/>
              <a:gd name="connsiteY125" fmla="*/ 5598329 h 5641173"/>
              <a:gd name="connsiteX126" fmla="*/ 7334238 w 11243827"/>
              <a:gd name="connsiteY126" fmla="*/ 5594014 h 5641173"/>
              <a:gd name="connsiteX127" fmla="*/ 7323426 w 11243827"/>
              <a:gd name="connsiteY127" fmla="*/ 5596835 h 5641173"/>
              <a:gd name="connsiteX128" fmla="*/ 7318938 w 11243827"/>
              <a:gd name="connsiteY128" fmla="*/ 5596200 h 5641173"/>
              <a:gd name="connsiteX129" fmla="*/ 7307784 w 11243827"/>
              <a:gd name="connsiteY129" fmla="*/ 5594065 h 5641173"/>
              <a:gd name="connsiteX130" fmla="*/ 7288540 w 11243827"/>
              <a:gd name="connsiteY130" fmla="*/ 5589320 h 5641173"/>
              <a:gd name="connsiteX131" fmla="*/ 7282537 w 11243827"/>
              <a:gd name="connsiteY131" fmla="*/ 5588660 h 5641173"/>
              <a:gd name="connsiteX132" fmla="*/ 7269466 w 11243827"/>
              <a:gd name="connsiteY132" fmla="*/ 5581404 h 5641173"/>
              <a:gd name="connsiteX133" fmla="*/ 7244165 w 11243827"/>
              <a:gd name="connsiteY133" fmla="*/ 5575200 h 5641173"/>
              <a:gd name="connsiteX134" fmla="*/ 7199619 w 11243827"/>
              <a:gd name="connsiteY134" fmla="*/ 5553550 h 5641173"/>
              <a:gd name="connsiteX135" fmla="*/ 7173434 w 11243827"/>
              <a:gd name="connsiteY135" fmla="*/ 5543219 h 5641173"/>
              <a:gd name="connsiteX136" fmla="*/ 7155718 w 11243827"/>
              <a:gd name="connsiteY136" fmla="*/ 5533697 h 5641173"/>
              <a:gd name="connsiteX137" fmla="*/ 7103430 w 11243827"/>
              <a:gd name="connsiteY137" fmla="*/ 5520249 h 5641173"/>
              <a:gd name="connsiteX138" fmla="*/ 7013746 w 11243827"/>
              <a:gd name="connsiteY138" fmla="*/ 5502470 h 5641173"/>
              <a:gd name="connsiteX139" fmla="*/ 6995379 w 11243827"/>
              <a:gd name="connsiteY139" fmla="*/ 5497693 h 5641173"/>
              <a:gd name="connsiteX140" fmla="*/ 6982475 w 11243827"/>
              <a:gd name="connsiteY140" fmla="*/ 5489641 h 5641173"/>
              <a:gd name="connsiteX141" fmla="*/ 6981994 w 11243827"/>
              <a:gd name="connsiteY141" fmla="*/ 5484335 h 5641173"/>
              <a:gd name="connsiteX142" fmla="*/ 6972355 w 11243827"/>
              <a:gd name="connsiteY142" fmla="*/ 5481074 h 5641173"/>
              <a:gd name="connsiteX143" fmla="*/ 6970394 w 11243827"/>
              <a:gd name="connsiteY143" fmla="*/ 5479383 h 5641173"/>
              <a:gd name="connsiteX144" fmla="*/ 6958543 w 11243827"/>
              <a:gd name="connsiteY144" fmla="*/ 5470507 h 5641173"/>
              <a:gd name="connsiteX145" fmla="*/ 6918276 w 11243827"/>
              <a:gd name="connsiteY145" fmla="*/ 5472034 h 5641173"/>
              <a:gd name="connsiteX146" fmla="*/ 6881046 w 11243827"/>
              <a:gd name="connsiteY146" fmla="*/ 5457070 h 5641173"/>
              <a:gd name="connsiteX147" fmla="*/ 6752164 w 11243827"/>
              <a:gd name="connsiteY147" fmla="*/ 5425021 h 5641173"/>
              <a:gd name="connsiteX148" fmla="*/ 6724964 w 11243827"/>
              <a:gd name="connsiteY148" fmla="*/ 5414071 h 5641173"/>
              <a:gd name="connsiteX149" fmla="*/ 6683286 w 11243827"/>
              <a:gd name="connsiteY149" fmla="*/ 5432830 h 5641173"/>
              <a:gd name="connsiteX150" fmla="*/ 6644277 w 11243827"/>
              <a:gd name="connsiteY150" fmla="*/ 5429684 h 5641173"/>
              <a:gd name="connsiteX151" fmla="*/ 6532914 w 11243827"/>
              <a:gd name="connsiteY151" fmla="*/ 5431205 h 5641173"/>
              <a:gd name="connsiteX152" fmla="*/ 6307459 w 11243827"/>
              <a:gd name="connsiteY152" fmla="*/ 5467087 h 5641173"/>
              <a:gd name="connsiteX153" fmla="*/ 6196243 w 11243827"/>
              <a:gd name="connsiteY153" fmla="*/ 5515042 h 5641173"/>
              <a:gd name="connsiteX154" fmla="*/ 6099124 w 11243827"/>
              <a:gd name="connsiteY154" fmla="*/ 5516848 h 5641173"/>
              <a:gd name="connsiteX155" fmla="*/ 6016077 w 11243827"/>
              <a:gd name="connsiteY155" fmla="*/ 5528642 h 5641173"/>
              <a:gd name="connsiteX156" fmla="*/ 6004389 w 11243827"/>
              <a:gd name="connsiteY156" fmla="*/ 5531206 h 5641173"/>
              <a:gd name="connsiteX157" fmla="*/ 5933945 w 11243827"/>
              <a:gd name="connsiteY157" fmla="*/ 5538840 h 5641173"/>
              <a:gd name="connsiteX158" fmla="*/ 5883936 w 11243827"/>
              <a:gd name="connsiteY158" fmla="*/ 5553807 h 5641173"/>
              <a:gd name="connsiteX159" fmla="*/ 5798331 w 11243827"/>
              <a:gd name="connsiteY159" fmla="*/ 5564248 h 5641173"/>
              <a:gd name="connsiteX160" fmla="*/ 5712738 w 11243827"/>
              <a:gd name="connsiteY160" fmla="*/ 5573120 h 5641173"/>
              <a:gd name="connsiteX161" fmla="*/ 5681342 w 11243827"/>
              <a:gd name="connsiteY161" fmla="*/ 5575621 h 5641173"/>
              <a:gd name="connsiteX162" fmla="*/ 5627167 w 11243827"/>
              <a:gd name="connsiteY162" fmla="*/ 5583215 h 5641173"/>
              <a:gd name="connsiteX163" fmla="*/ 5591414 w 11243827"/>
              <a:gd name="connsiteY163" fmla="*/ 5587695 h 5641173"/>
              <a:gd name="connsiteX164" fmla="*/ 5583028 w 11243827"/>
              <a:gd name="connsiteY164" fmla="*/ 5580877 h 5641173"/>
              <a:gd name="connsiteX165" fmla="*/ 5549426 w 11243827"/>
              <a:gd name="connsiteY165" fmla="*/ 5582858 h 5641173"/>
              <a:gd name="connsiteX166" fmla="*/ 5519999 w 11243827"/>
              <a:gd name="connsiteY166" fmla="*/ 5592246 h 5641173"/>
              <a:gd name="connsiteX167" fmla="*/ 5480028 w 11243827"/>
              <a:gd name="connsiteY167" fmla="*/ 5597282 h 5641173"/>
              <a:gd name="connsiteX168" fmla="*/ 5456175 w 11243827"/>
              <a:gd name="connsiteY168" fmla="*/ 5600371 h 5641173"/>
              <a:gd name="connsiteX169" fmla="*/ 5388463 w 11243827"/>
              <a:gd name="connsiteY169" fmla="*/ 5602638 h 5641173"/>
              <a:gd name="connsiteX170" fmla="*/ 5265898 w 11243827"/>
              <a:gd name="connsiteY170" fmla="*/ 5591830 h 5641173"/>
              <a:gd name="connsiteX171" fmla="*/ 5231231 w 11243827"/>
              <a:gd name="connsiteY171" fmla="*/ 5592790 h 5641173"/>
              <a:gd name="connsiteX172" fmla="*/ 5226996 w 11243827"/>
              <a:gd name="connsiteY172" fmla="*/ 5595040 h 5641173"/>
              <a:gd name="connsiteX173" fmla="*/ 5175988 w 11243827"/>
              <a:gd name="connsiteY173" fmla="*/ 5588131 h 5641173"/>
              <a:gd name="connsiteX174" fmla="*/ 5107470 w 11243827"/>
              <a:gd name="connsiteY174" fmla="*/ 5594771 h 5641173"/>
              <a:gd name="connsiteX175" fmla="*/ 5027868 w 11243827"/>
              <a:gd name="connsiteY175" fmla="*/ 5605624 h 5641173"/>
              <a:gd name="connsiteX176" fmla="*/ 5007324 w 11243827"/>
              <a:gd name="connsiteY176" fmla="*/ 5609209 h 5641173"/>
              <a:gd name="connsiteX177" fmla="*/ 4952559 w 11243827"/>
              <a:gd name="connsiteY177" fmla="*/ 5611402 h 5641173"/>
              <a:gd name="connsiteX178" fmla="*/ 4826081 w 11243827"/>
              <a:gd name="connsiteY178" fmla="*/ 5616191 h 5641173"/>
              <a:gd name="connsiteX179" fmla="*/ 4823501 w 11243827"/>
              <a:gd name="connsiteY179" fmla="*/ 5619174 h 5641173"/>
              <a:gd name="connsiteX180" fmla="*/ 4813093 w 11243827"/>
              <a:gd name="connsiteY180" fmla="*/ 5620026 h 5641173"/>
              <a:gd name="connsiteX181" fmla="*/ 4810563 w 11243827"/>
              <a:gd name="connsiteY181" fmla="*/ 5620787 h 5641173"/>
              <a:gd name="connsiteX182" fmla="*/ 4795818 w 11243827"/>
              <a:gd name="connsiteY182" fmla="*/ 5624618 h 5641173"/>
              <a:gd name="connsiteX183" fmla="*/ 4758404 w 11243827"/>
              <a:gd name="connsiteY183" fmla="*/ 5619510 h 5641173"/>
              <a:gd name="connsiteX184" fmla="*/ 4717254 w 11243827"/>
              <a:gd name="connsiteY184" fmla="*/ 5624155 h 5641173"/>
              <a:gd name="connsiteX185" fmla="*/ 4591958 w 11243827"/>
              <a:gd name="connsiteY185" fmla="*/ 5624710 h 5641173"/>
              <a:gd name="connsiteX186" fmla="*/ 4476215 w 11243827"/>
              <a:gd name="connsiteY186" fmla="*/ 5628210 h 5641173"/>
              <a:gd name="connsiteX187" fmla="*/ 4425193 w 11243827"/>
              <a:gd name="connsiteY187" fmla="*/ 5627414 h 5641173"/>
              <a:gd name="connsiteX188" fmla="*/ 4383866 w 11243827"/>
              <a:gd name="connsiteY188" fmla="*/ 5626546 h 5641173"/>
              <a:gd name="connsiteX189" fmla="*/ 4385596 w 11243827"/>
              <a:gd name="connsiteY189" fmla="*/ 5634646 h 5641173"/>
              <a:gd name="connsiteX190" fmla="*/ 4360864 w 11243827"/>
              <a:gd name="connsiteY190" fmla="*/ 5641173 h 5641173"/>
              <a:gd name="connsiteX191" fmla="*/ 4328321 w 11243827"/>
              <a:gd name="connsiteY191" fmla="*/ 5626332 h 5641173"/>
              <a:gd name="connsiteX192" fmla="*/ 4309842 w 11243827"/>
              <a:gd name="connsiteY192" fmla="*/ 5626471 h 5641173"/>
              <a:gd name="connsiteX193" fmla="*/ 4277424 w 11243827"/>
              <a:gd name="connsiteY193" fmla="*/ 5631598 h 5641173"/>
              <a:gd name="connsiteX194" fmla="*/ 4266627 w 11243827"/>
              <a:gd name="connsiteY194" fmla="*/ 5633969 h 5641173"/>
              <a:gd name="connsiteX195" fmla="*/ 4185525 w 11243827"/>
              <a:gd name="connsiteY195" fmla="*/ 5617508 h 5641173"/>
              <a:gd name="connsiteX196" fmla="*/ 4177617 w 11243827"/>
              <a:gd name="connsiteY196" fmla="*/ 5610903 h 5641173"/>
              <a:gd name="connsiteX197" fmla="*/ 4136948 w 11243827"/>
              <a:gd name="connsiteY197" fmla="*/ 5608031 h 5641173"/>
              <a:gd name="connsiteX198" fmla="*/ 4132323 w 11243827"/>
              <a:gd name="connsiteY198" fmla="*/ 5609784 h 5641173"/>
              <a:gd name="connsiteX199" fmla="*/ 4098620 w 11243827"/>
              <a:gd name="connsiteY199" fmla="*/ 5599672 h 5641173"/>
              <a:gd name="connsiteX200" fmla="*/ 3963475 w 11243827"/>
              <a:gd name="connsiteY200" fmla="*/ 5581841 h 5641173"/>
              <a:gd name="connsiteX201" fmla="*/ 3703613 w 11243827"/>
              <a:gd name="connsiteY201" fmla="*/ 5572482 h 5641173"/>
              <a:gd name="connsiteX202" fmla="*/ 3432987 w 11243827"/>
              <a:gd name="connsiteY202" fmla="*/ 5545768 h 5641173"/>
              <a:gd name="connsiteX203" fmla="*/ 3176381 w 11243827"/>
              <a:gd name="connsiteY203" fmla="*/ 5556110 h 5641173"/>
              <a:gd name="connsiteX204" fmla="*/ 2710156 w 11243827"/>
              <a:gd name="connsiteY204" fmla="*/ 5527517 h 5641173"/>
              <a:gd name="connsiteX205" fmla="*/ 2550206 w 11243827"/>
              <a:gd name="connsiteY205" fmla="*/ 5524958 h 5641173"/>
              <a:gd name="connsiteX206" fmla="*/ 2443041 w 11243827"/>
              <a:gd name="connsiteY206" fmla="*/ 5523990 h 5641173"/>
              <a:gd name="connsiteX207" fmla="*/ 2435613 w 11243827"/>
              <a:gd name="connsiteY207" fmla="*/ 5526704 h 5641173"/>
              <a:gd name="connsiteX208" fmla="*/ 2405682 w 11243827"/>
              <a:gd name="connsiteY208" fmla="*/ 5528307 h 5641173"/>
              <a:gd name="connsiteX209" fmla="*/ 2397487 w 11243827"/>
              <a:gd name="connsiteY209" fmla="*/ 5540337 h 5641173"/>
              <a:gd name="connsiteX210" fmla="*/ 2297454 w 11243827"/>
              <a:gd name="connsiteY210" fmla="*/ 5550765 h 5641173"/>
              <a:gd name="connsiteX211" fmla="*/ 2056700 w 11243827"/>
              <a:gd name="connsiteY211" fmla="*/ 5555489 h 5641173"/>
              <a:gd name="connsiteX212" fmla="*/ 1878530 w 11243827"/>
              <a:gd name="connsiteY212" fmla="*/ 5535330 h 5641173"/>
              <a:gd name="connsiteX213" fmla="*/ 1859292 w 11243827"/>
              <a:gd name="connsiteY213" fmla="*/ 5535461 h 5641173"/>
              <a:gd name="connsiteX214" fmla="*/ 1835626 w 11243827"/>
              <a:gd name="connsiteY214" fmla="*/ 5533793 h 5641173"/>
              <a:gd name="connsiteX215" fmla="*/ 1798939 w 11243827"/>
              <a:gd name="connsiteY215" fmla="*/ 5540285 h 5641173"/>
              <a:gd name="connsiteX216" fmla="*/ 1779046 w 11243827"/>
              <a:gd name="connsiteY216" fmla="*/ 5549949 h 5641173"/>
              <a:gd name="connsiteX217" fmla="*/ 1772421 w 11243827"/>
              <a:gd name="connsiteY217" fmla="*/ 5549018 h 5641173"/>
              <a:gd name="connsiteX218" fmla="*/ 1772052 w 11243827"/>
              <a:gd name="connsiteY218" fmla="*/ 5545689 h 5641173"/>
              <a:gd name="connsiteX219" fmla="*/ 1711543 w 11243827"/>
              <a:gd name="connsiteY219" fmla="*/ 5534558 h 5641173"/>
              <a:gd name="connsiteX220" fmla="*/ 1631462 w 11243827"/>
              <a:gd name="connsiteY220" fmla="*/ 5491807 h 5641173"/>
              <a:gd name="connsiteX221" fmla="*/ 1538763 w 11243827"/>
              <a:gd name="connsiteY221" fmla="*/ 5482781 h 5641173"/>
              <a:gd name="connsiteX222" fmla="*/ 1501533 w 11243827"/>
              <a:gd name="connsiteY222" fmla="*/ 5467817 h 5641173"/>
              <a:gd name="connsiteX223" fmla="*/ 1461266 w 11243827"/>
              <a:gd name="connsiteY223" fmla="*/ 5469343 h 5641173"/>
              <a:gd name="connsiteX224" fmla="*/ 1449415 w 11243827"/>
              <a:gd name="connsiteY224" fmla="*/ 5460467 h 5641173"/>
              <a:gd name="connsiteX225" fmla="*/ 1447454 w 11243827"/>
              <a:gd name="connsiteY225" fmla="*/ 5458776 h 5641173"/>
              <a:gd name="connsiteX226" fmla="*/ 1437814 w 11243827"/>
              <a:gd name="connsiteY226" fmla="*/ 5455515 h 5641173"/>
              <a:gd name="connsiteX227" fmla="*/ 1437334 w 11243827"/>
              <a:gd name="connsiteY227" fmla="*/ 5450209 h 5641173"/>
              <a:gd name="connsiteX228" fmla="*/ 1424429 w 11243827"/>
              <a:gd name="connsiteY228" fmla="*/ 5442157 h 5641173"/>
              <a:gd name="connsiteX229" fmla="*/ 1406063 w 11243827"/>
              <a:gd name="connsiteY229" fmla="*/ 5437380 h 5641173"/>
              <a:gd name="connsiteX230" fmla="*/ 1316379 w 11243827"/>
              <a:gd name="connsiteY230" fmla="*/ 5419601 h 5641173"/>
              <a:gd name="connsiteX231" fmla="*/ 1264090 w 11243827"/>
              <a:gd name="connsiteY231" fmla="*/ 5406153 h 5641173"/>
              <a:gd name="connsiteX232" fmla="*/ 1246374 w 11243827"/>
              <a:gd name="connsiteY232" fmla="*/ 5396631 h 5641173"/>
              <a:gd name="connsiteX233" fmla="*/ 1220190 w 11243827"/>
              <a:gd name="connsiteY233" fmla="*/ 5386301 h 5641173"/>
              <a:gd name="connsiteX234" fmla="*/ 1175643 w 11243827"/>
              <a:gd name="connsiteY234" fmla="*/ 5364651 h 5641173"/>
              <a:gd name="connsiteX235" fmla="*/ 1150342 w 11243827"/>
              <a:gd name="connsiteY235" fmla="*/ 5358447 h 5641173"/>
              <a:gd name="connsiteX236" fmla="*/ 1112024 w 11243827"/>
              <a:gd name="connsiteY236" fmla="*/ 5345786 h 5641173"/>
              <a:gd name="connsiteX237" fmla="*/ 1100870 w 11243827"/>
              <a:gd name="connsiteY237" fmla="*/ 5343651 h 5641173"/>
              <a:gd name="connsiteX238" fmla="*/ 1096383 w 11243827"/>
              <a:gd name="connsiteY238" fmla="*/ 5343015 h 5641173"/>
              <a:gd name="connsiteX239" fmla="*/ 1058039 w 11243827"/>
              <a:gd name="connsiteY239" fmla="*/ 5343504 h 5641173"/>
              <a:gd name="connsiteX240" fmla="*/ 1055426 w 11243827"/>
              <a:gd name="connsiteY240" fmla="*/ 5339088 h 5641173"/>
              <a:gd name="connsiteX241" fmla="*/ 1044738 w 11243827"/>
              <a:gd name="connsiteY241" fmla="*/ 5333063 h 5641173"/>
              <a:gd name="connsiteX242" fmla="*/ 1033909 w 11243827"/>
              <a:gd name="connsiteY242" fmla="*/ 5335680 h 5641173"/>
              <a:gd name="connsiteX243" fmla="*/ 1012649 w 11243827"/>
              <a:gd name="connsiteY243" fmla="*/ 5334541 h 5641173"/>
              <a:gd name="connsiteX244" fmla="*/ 1007115 w 11243827"/>
              <a:gd name="connsiteY244" fmla="*/ 5332775 h 5641173"/>
              <a:gd name="connsiteX245" fmla="*/ 987447 w 11243827"/>
              <a:gd name="connsiteY245" fmla="*/ 5346462 h 5641173"/>
              <a:gd name="connsiteX246" fmla="*/ 953418 w 11243827"/>
              <a:gd name="connsiteY246" fmla="*/ 5333901 h 5641173"/>
              <a:gd name="connsiteX247" fmla="*/ 916854 w 11243827"/>
              <a:gd name="connsiteY247" fmla="*/ 5329435 h 5641173"/>
              <a:gd name="connsiteX248" fmla="*/ 905651 w 11243827"/>
              <a:gd name="connsiteY248" fmla="*/ 5332114 h 5641173"/>
              <a:gd name="connsiteX249" fmla="*/ 838405 w 11243827"/>
              <a:gd name="connsiteY249" fmla="*/ 5339470 h 5641173"/>
              <a:gd name="connsiteX250" fmla="*/ 817627 w 11243827"/>
              <a:gd name="connsiteY250" fmla="*/ 5330580 h 5641173"/>
              <a:gd name="connsiteX251" fmla="*/ 801817 w 11243827"/>
              <a:gd name="connsiteY251" fmla="*/ 5325937 h 5641173"/>
              <a:gd name="connsiteX252" fmla="*/ 798857 w 11243827"/>
              <a:gd name="connsiteY252" fmla="*/ 5320979 h 5641173"/>
              <a:gd name="connsiteX253" fmla="*/ 788354 w 11243827"/>
              <a:gd name="connsiteY253" fmla="*/ 5320143 h 5641173"/>
              <a:gd name="connsiteX254" fmla="*/ 785726 w 11243827"/>
              <a:gd name="connsiteY254" fmla="*/ 5318989 h 5641173"/>
              <a:gd name="connsiteX255" fmla="*/ 770507 w 11243827"/>
              <a:gd name="connsiteY255" fmla="*/ 5313309 h 5641173"/>
              <a:gd name="connsiteX256" fmla="*/ 733810 w 11243827"/>
              <a:gd name="connsiteY256" fmla="*/ 5324286 h 5641173"/>
              <a:gd name="connsiteX257" fmla="*/ 692117 w 11243827"/>
              <a:gd name="connsiteY257" fmla="*/ 5318786 h 5641173"/>
              <a:gd name="connsiteX258" fmla="*/ 574943 w 11243827"/>
              <a:gd name="connsiteY258" fmla="*/ 5327578 h 5641173"/>
              <a:gd name="connsiteX259" fmla="*/ 441302 w 11243827"/>
              <a:gd name="connsiteY259" fmla="*/ 5307062 h 5641173"/>
              <a:gd name="connsiteX260" fmla="*/ 336819 w 11243827"/>
              <a:gd name="connsiteY260" fmla="*/ 5336690 h 5641173"/>
              <a:gd name="connsiteX261" fmla="*/ 270932 w 11243827"/>
              <a:gd name="connsiteY261" fmla="*/ 5345451 h 5641173"/>
              <a:gd name="connsiteX262" fmla="*/ 194189 w 11243827"/>
              <a:gd name="connsiteY262" fmla="*/ 5343588 h 5641173"/>
              <a:gd name="connsiteX263" fmla="*/ 192552 w 11243827"/>
              <a:gd name="connsiteY263" fmla="*/ 5342845 h 5641173"/>
              <a:gd name="connsiteX264" fmla="*/ 178320 w 11243827"/>
              <a:gd name="connsiteY264" fmla="*/ 5343766 h 5641173"/>
              <a:gd name="connsiteX265" fmla="*/ 175596 w 11243827"/>
              <a:gd name="connsiteY265" fmla="*/ 5346411 h 5641173"/>
              <a:gd name="connsiteX266" fmla="*/ 147287 w 11243827"/>
              <a:gd name="connsiteY266" fmla="*/ 5352625 h 5641173"/>
              <a:gd name="connsiteX267" fmla="*/ 114847 w 11243827"/>
              <a:gd name="connsiteY267" fmla="*/ 5355844 h 5641173"/>
              <a:gd name="connsiteX268" fmla="*/ 114306 w 11243827"/>
              <a:gd name="connsiteY268" fmla="*/ 5354983 h 5641173"/>
              <a:gd name="connsiteX269" fmla="*/ 89264 w 11243827"/>
              <a:gd name="connsiteY269" fmla="*/ 5348886 h 5641173"/>
              <a:gd name="connsiteX270" fmla="*/ 49794 w 11243827"/>
              <a:gd name="connsiteY270" fmla="*/ 5329950 h 5641173"/>
              <a:gd name="connsiteX271" fmla="*/ 19924 w 11243827"/>
              <a:gd name="connsiteY271" fmla="*/ 5334282 h 5641173"/>
              <a:gd name="connsiteX272" fmla="*/ 13819 w 11243827"/>
              <a:gd name="connsiteY272" fmla="*/ 5334653 h 5641173"/>
              <a:gd name="connsiteX273" fmla="*/ 13657 w 11243827"/>
              <a:gd name="connsiteY273" fmla="*/ 5334455 h 5641173"/>
              <a:gd name="connsiteX274" fmla="*/ 7139 w 11243827"/>
              <a:gd name="connsiteY274" fmla="*/ 5334438 h 5641173"/>
              <a:gd name="connsiteX275" fmla="*/ 2684 w 11243827"/>
              <a:gd name="connsiteY275" fmla="*/ 5335333 h 5641173"/>
              <a:gd name="connsiteX276" fmla="*/ 0 w 11243827"/>
              <a:gd name="connsiteY276" fmla="*/ 5335496 h 5641173"/>
              <a:gd name="connsiteX277" fmla="*/ 0 w 11243827"/>
              <a:gd name="connsiteY277" fmla="*/ 10592 h 5641173"/>
              <a:gd name="connsiteX278" fmla="*/ 11243827 w 11243827"/>
              <a:gd name="connsiteY278" fmla="*/ 0 h 5641173"/>
              <a:gd name="connsiteX0" fmla="*/ 11243827 w 11243827"/>
              <a:gd name="connsiteY0" fmla="*/ 0 h 5641173"/>
              <a:gd name="connsiteX1" fmla="*/ 11243827 w 11243827"/>
              <a:gd name="connsiteY1" fmla="*/ 5209610 h 5641173"/>
              <a:gd name="connsiteX2" fmla="*/ 11240675 w 11243827"/>
              <a:gd name="connsiteY2" fmla="*/ 5210442 h 5641173"/>
              <a:gd name="connsiteX3" fmla="*/ 11179959 w 11243827"/>
              <a:gd name="connsiteY3" fmla="*/ 5221199 h 5641173"/>
              <a:gd name="connsiteX4" fmla="*/ 11105493 w 11243827"/>
              <a:gd name="connsiteY4" fmla="*/ 5259905 h 5641173"/>
              <a:gd name="connsiteX5" fmla="*/ 11078640 w 11243827"/>
              <a:gd name="connsiteY5" fmla="*/ 5263531 h 5641173"/>
              <a:gd name="connsiteX6" fmla="*/ 11079616 w 11243827"/>
              <a:gd name="connsiteY6" fmla="*/ 5270380 h 5641173"/>
              <a:gd name="connsiteX7" fmla="*/ 11069641 w 11243827"/>
              <a:gd name="connsiteY7" fmla="*/ 5270884 h 5641173"/>
              <a:gd name="connsiteX8" fmla="*/ 11047377 w 11243827"/>
              <a:gd name="connsiteY8" fmla="*/ 5271051 h 5641173"/>
              <a:gd name="connsiteX9" fmla="*/ 10980705 w 11243827"/>
              <a:gd name="connsiteY9" fmla="*/ 5272951 h 5641173"/>
              <a:gd name="connsiteX10" fmla="*/ 10962514 w 11243827"/>
              <a:gd name="connsiteY10" fmla="*/ 5286084 h 5641173"/>
              <a:gd name="connsiteX11" fmla="*/ 10945307 w 11243827"/>
              <a:gd name="connsiteY11" fmla="*/ 5286290 h 5641173"/>
              <a:gd name="connsiteX12" fmla="*/ 10845516 w 11243827"/>
              <a:gd name="connsiteY12" fmla="*/ 5303894 h 5641173"/>
              <a:gd name="connsiteX13" fmla="*/ 10831795 w 11243827"/>
              <a:gd name="connsiteY13" fmla="*/ 5305210 h 5641173"/>
              <a:gd name="connsiteX14" fmla="*/ 10824365 w 11243827"/>
              <a:gd name="connsiteY14" fmla="*/ 5311111 h 5641173"/>
              <a:gd name="connsiteX15" fmla="*/ 10797756 w 11243827"/>
              <a:gd name="connsiteY15" fmla="*/ 5312285 h 5641173"/>
              <a:gd name="connsiteX16" fmla="*/ 10796525 w 11243827"/>
              <a:gd name="connsiteY16" fmla="*/ 5315645 h 5641173"/>
              <a:gd name="connsiteX17" fmla="*/ 10709063 w 11243827"/>
              <a:gd name="connsiteY17" fmla="*/ 5344492 h 5641173"/>
              <a:gd name="connsiteX18" fmla="*/ 10694078 w 11243827"/>
              <a:gd name="connsiteY18" fmla="*/ 5349258 h 5641173"/>
              <a:gd name="connsiteX19" fmla="*/ 10681131 w 11243827"/>
              <a:gd name="connsiteY19" fmla="*/ 5347812 h 5641173"/>
              <a:gd name="connsiteX20" fmla="*/ 10609448 w 11243827"/>
              <a:gd name="connsiteY20" fmla="*/ 5351931 h 5641173"/>
              <a:gd name="connsiteX21" fmla="*/ 10592397 w 11243827"/>
              <a:gd name="connsiteY21" fmla="*/ 5349402 h 5641173"/>
              <a:gd name="connsiteX22" fmla="*/ 10585227 w 11243827"/>
              <a:gd name="connsiteY22" fmla="*/ 5344063 h 5641173"/>
              <a:gd name="connsiteX23" fmla="*/ 10557472 w 11243827"/>
              <a:gd name="connsiteY23" fmla="*/ 5354151 h 5641173"/>
              <a:gd name="connsiteX24" fmla="*/ 10514646 w 11243827"/>
              <a:gd name="connsiteY24" fmla="*/ 5361064 h 5641173"/>
              <a:gd name="connsiteX25" fmla="*/ 10494292 w 11243827"/>
              <a:gd name="connsiteY25" fmla="*/ 5366054 h 5641173"/>
              <a:gd name="connsiteX26" fmla="*/ 10477869 w 11243827"/>
              <a:gd name="connsiteY26" fmla="*/ 5363025 h 5641173"/>
              <a:gd name="connsiteX27" fmla="*/ 10384411 w 11243827"/>
              <a:gd name="connsiteY27" fmla="*/ 5362257 h 5641173"/>
              <a:gd name="connsiteX28" fmla="*/ 10362921 w 11243827"/>
              <a:gd name="connsiteY28" fmla="*/ 5357444 h 5641173"/>
              <a:gd name="connsiteX29" fmla="*/ 10352736 w 11243827"/>
              <a:gd name="connsiteY29" fmla="*/ 5347851 h 5641173"/>
              <a:gd name="connsiteX30" fmla="*/ 10344754 w 11243827"/>
              <a:gd name="connsiteY30" fmla="*/ 5351272 h 5641173"/>
              <a:gd name="connsiteX31" fmla="*/ 10288226 w 11243827"/>
              <a:gd name="connsiteY31" fmla="*/ 5351613 h 5641173"/>
              <a:gd name="connsiteX32" fmla="*/ 10251350 w 11243827"/>
              <a:gd name="connsiteY32" fmla="*/ 5352711 h 5641173"/>
              <a:gd name="connsiteX33" fmla="*/ 10249108 w 11243827"/>
              <a:gd name="connsiteY33" fmla="*/ 5365881 h 5641173"/>
              <a:gd name="connsiteX34" fmla="*/ 10216272 w 11243827"/>
              <a:gd name="connsiteY34" fmla="*/ 5370573 h 5641173"/>
              <a:gd name="connsiteX35" fmla="*/ 10181278 w 11243827"/>
              <a:gd name="connsiteY35" fmla="*/ 5362119 h 5641173"/>
              <a:gd name="connsiteX36" fmla="*/ 10140033 w 11243827"/>
              <a:gd name="connsiteY36" fmla="*/ 5363304 h 5641173"/>
              <a:gd name="connsiteX37" fmla="*/ 10115353 w 11243827"/>
              <a:gd name="connsiteY37" fmla="*/ 5363869 h 5641173"/>
              <a:gd name="connsiteX38" fmla="*/ 10050578 w 11243827"/>
              <a:gd name="connsiteY38" fmla="*/ 5376153 h 5641173"/>
              <a:gd name="connsiteX39" fmla="*/ 9945478 w 11243827"/>
              <a:gd name="connsiteY39" fmla="*/ 5422859 h 5641173"/>
              <a:gd name="connsiteX40" fmla="*/ 9912481 w 11243827"/>
              <a:gd name="connsiteY40" fmla="*/ 5429477 h 5641173"/>
              <a:gd name="connsiteX41" fmla="*/ 9906713 w 11243827"/>
              <a:gd name="connsiteY41" fmla="*/ 5426784 h 5641173"/>
              <a:gd name="connsiteX42" fmla="*/ 9742436 w 11243827"/>
              <a:gd name="connsiteY42" fmla="*/ 5454834 h 5641173"/>
              <a:gd name="connsiteX43" fmla="*/ 9713044 w 11243827"/>
              <a:gd name="connsiteY43" fmla="*/ 5456476 h 5641173"/>
              <a:gd name="connsiteX44" fmla="*/ 9691033 w 11243827"/>
              <a:gd name="connsiteY44" fmla="*/ 5455451 h 5641173"/>
              <a:gd name="connsiteX45" fmla="*/ 9638355 w 11243827"/>
              <a:gd name="connsiteY45" fmla="*/ 5464794 h 5641173"/>
              <a:gd name="connsiteX46" fmla="*/ 9552434 w 11243827"/>
              <a:gd name="connsiteY46" fmla="*/ 5485280 h 5641173"/>
              <a:gd name="connsiteX47" fmla="*/ 9533883 w 11243827"/>
              <a:gd name="connsiteY47" fmla="*/ 5488516 h 5641173"/>
              <a:gd name="connsiteX48" fmla="*/ 9516916 w 11243827"/>
              <a:gd name="connsiteY48" fmla="*/ 5486828 h 5641173"/>
              <a:gd name="connsiteX49" fmla="*/ 9512093 w 11243827"/>
              <a:gd name="connsiteY49" fmla="*/ 5482541 h 5641173"/>
              <a:gd name="connsiteX50" fmla="*/ 9501725 w 11243827"/>
              <a:gd name="connsiteY50" fmla="*/ 5483603 h 5641173"/>
              <a:gd name="connsiteX51" fmla="*/ 9498754 w 11243827"/>
              <a:gd name="connsiteY51" fmla="*/ 5482951 h 5641173"/>
              <a:gd name="connsiteX52" fmla="*/ 9481932 w 11243827"/>
              <a:gd name="connsiteY52" fmla="*/ 5480151 h 5641173"/>
              <a:gd name="connsiteX53" fmla="*/ 9451321 w 11243827"/>
              <a:gd name="connsiteY53" fmla="*/ 5497375 h 5641173"/>
              <a:gd name="connsiteX54" fmla="*/ 9409298 w 11243827"/>
              <a:gd name="connsiteY54" fmla="*/ 5499478 h 5641173"/>
              <a:gd name="connsiteX55" fmla="*/ 9303056 w 11243827"/>
              <a:gd name="connsiteY55" fmla="*/ 5519093 h 5641173"/>
              <a:gd name="connsiteX56" fmla="*/ 9229078 w 11243827"/>
              <a:gd name="connsiteY56" fmla="*/ 5524154 h 5641173"/>
              <a:gd name="connsiteX57" fmla="*/ 9165105 w 11243827"/>
              <a:gd name="connsiteY57" fmla="*/ 5532892 h 5641173"/>
              <a:gd name="connsiteX58" fmla="*/ 9077301 w 11243827"/>
              <a:gd name="connsiteY58" fmla="*/ 5580356 h 5641173"/>
              <a:gd name="connsiteX59" fmla="*/ 8960065 w 11243827"/>
              <a:gd name="connsiteY59" fmla="*/ 5597982 h 5641173"/>
              <a:gd name="connsiteX60" fmla="*/ 8953536 w 11243827"/>
              <a:gd name="connsiteY60" fmla="*/ 5606638 h 5641173"/>
              <a:gd name="connsiteX61" fmla="*/ 8943907 w 11243827"/>
              <a:gd name="connsiteY61" fmla="*/ 5612541 h 5641173"/>
              <a:gd name="connsiteX62" fmla="*/ 8942046 w 11243827"/>
              <a:gd name="connsiteY62" fmla="*/ 5612112 h 5641173"/>
              <a:gd name="connsiteX63" fmla="*/ 8928824 w 11243827"/>
              <a:gd name="connsiteY63" fmla="*/ 5615549 h 5641173"/>
              <a:gd name="connsiteX64" fmla="*/ 8927294 w 11243827"/>
              <a:gd name="connsiteY64" fmla="*/ 5618607 h 5641173"/>
              <a:gd name="connsiteX65" fmla="*/ 8918651 w 11243827"/>
              <a:gd name="connsiteY65" fmla="*/ 5621688 h 5641173"/>
              <a:gd name="connsiteX66" fmla="*/ 8902772 w 11243827"/>
              <a:gd name="connsiteY66" fmla="*/ 5629703 h 5641173"/>
              <a:gd name="connsiteX67" fmla="*/ 8898724 w 11243827"/>
              <a:gd name="connsiteY67" fmla="*/ 5629379 h 5641173"/>
              <a:gd name="connsiteX68" fmla="*/ 8873099 w 11243827"/>
              <a:gd name="connsiteY68" fmla="*/ 5638628 h 5641173"/>
              <a:gd name="connsiteX69" fmla="*/ 8872234 w 11243827"/>
              <a:gd name="connsiteY69" fmla="*/ 5637889 h 5641173"/>
              <a:gd name="connsiteX70" fmla="*/ 8862777 w 11243827"/>
              <a:gd name="connsiteY70" fmla="*/ 5636711 h 5641173"/>
              <a:gd name="connsiteX71" fmla="*/ 8845869 w 11243827"/>
              <a:gd name="connsiteY71" fmla="*/ 5636436 h 5641173"/>
              <a:gd name="connsiteX72" fmla="*/ 8800548 w 11243827"/>
              <a:gd name="connsiteY72" fmla="*/ 5625084 h 5641173"/>
              <a:gd name="connsiteX73" fmla="*/ 8773774 w 11243827"/>
              <a:gd name="connsiteY73" fmla="*/ 5634630 h 5641173"/>
              <a:gd name="connsiteX74" fmla="*/ 8698255 w 11243827"/>
              <a:gd name="connsiteY74" fmla="*/ 5636083 h 5641173"/>
              <a:gd name="connsiteX75" fmla="*/ 8619167 w 11243827"/>
              <a:gd name="connsiteY75" fmla="*/ 5619130 h 5641173"/>
              <a:gd name="connsiteX76" fmla="*/ 8539822 w 11243827"/>
              <a:gd name="connsiteY76" fmla="*/ 5616905 h 5641173"/>
              <a:gd name="connsiteX77" fmla="*/ 8511094 w 11243827"/>
              <a:gd name="connsiteY77" fmla="*/ 5617360 h 5641173"/>
              <a:gd name="connsiteX78" fmla="*/ 8459886 w 11243827"/>
              <a:gd name="connsiteY78" fmla="*/ 5612612 h 5641173"/>
              <a:gd name="connsiteX79" fmla="*/ 8436432 w 11243827"/>
              <a:gd name="connsiteY79" fmla="*/ 5606990 h 5641173"/>
              <a:gd name="connsiteX80" fmla="*/ 8435403 w 11243827"/>
              <a:gd name="connsiteY80" fmla="*/ 5607336 h 5641173"/>
              <a:gd name="connsiteX81" fmla="*/ 8433307 w 11243827"/>
              <a:gd name="connsiteY81" fmla="*/ 5604917 h 5641173"/>
              <a:gd name="connsiteX82" fmla="*/ 8428968 w 11243827"/>
              <a:gd name="connsiteY82" fmla="*/ 5603796 h 5641173"/>
              <a:gd name="connsiteX83" fmla="*/ 8417124 w 11243827"/>
              <a:gd name="connsiteY83" fmla="*/ 5604518 h 5641173"/>
              <a:gd name="connsiteX84" fmla="*/ 8412669 w 11243827"/>
              <a:gd name="connsiteY84" fmla="*/ 5605413 h 5641173"/>
              <a:gd name="connsiteX85" fmla="*/ 8406152 w 11243827"/>
              <a:gd name="connsiteY85" fmla="*/ 5605396 h 5641173"/>
              <a:gd name="connsiteX86" fmla="*/ 8405989 w 11243827"/>
              <a:gd name="connsiteY86" fmla="*/ 5605197 h 5641173"/>
              <a:gd name="connsiteX87" fmla="*/ 8399884 w 11243827"/>
              <a:gd name="connsiteY87" fmla="*/ 5605568 h 5641173"/>
              <a:gd name="connsiteX88" fmla="*/ 8370014 w 11243827"/>
              <a:gd name="connsiteY88" fmla="*/ 5609900 h 5641173"/>
              <a:gd name="connsiteX89" fmla="*/ 8330544 w 11243827"/>
              <a:gd name="connsiteY89" fmla="*/ 5590964 h 5641173"/>
              <a:gd name="connsiteX90" fmla="*/ 8314221 w 11243827"/>
              <a:gd name="connsiteY90" fmla="*/ 5587682 h 5641173"/>
              <a:gd name="connsiteX91" fmla="*/ 8305502 w 11243827"/>
              <a:gd name="connsiteY91" fmla="*/ 5584868 h 5641173"/>
              <a:gd name="connsiteX92" fmla="*/ 8304962 w 11243827"/>
              <a:gd name="connsiteY92" fmla="*/ 5584007 h 5641173"/>
              <a:gd name="connsiteX93" fmla="*/ 8276324 w 11243827"/>
              <a:gd name="connsiteY93" fmla="*/ 5588260 h 5641173"/>
              <a:gd name="connsiteX94" fmla="*/ 8272522 w 11243827"/>
              <a:gd name="connsiteY94" fmla="*/ 5587226 h 5641173"/>
              <a:gd name="connsiteX95" fmla="*/ 8253857 w 11243827"/>
              <a:gd name="connsiteY95" fmla="*/ 5592043 h 5641173"/>
              <a:gd name="connsiteX96" fmla="*/ 8244212 w 11243827"/>
              <a:gd name="connsiteY96" fmla="*/ 5593439 h 5641173"/>
              <a:gd name="connsiteX97" fmla="*/ 8241488 w 11243827"/>
              <a:gd name="connsiteY97" fmla="*/ 5596085 h 5641173"/>
              <a:gd name="connsiteX98" fmla="*/ 8227256 w 11243827"/>
              <a:gd name="connsiteY98" fmla="*/ 5597005 h 5641173"/>
              <a:gd name="connsiteX99" fmla="*/ 8225619 w 11243827"/>
              <a:gd name="connsiteY99" fmla="*/ 5596262 h 5641173"/>
              <a:gd name="connsiteX100" fmla="*/ 8213882 w 11243827"/>
              <a:gd name="connsiteY100" fmla="*/ 5600179 h 5641173"/>
              <a:gd name="connsiteX101" fmla="*/ 8204045 w 11243827"/>
              <a:gd name="connsiteY101" fmla="*/ 5607275 h 5641173"/>
              <a:gd name="connsiteX102" fmla="*/ 8082989 w 11243827"/>
              <a:gd name="connsiteY102" fmla="*/ 5603160 h 5641173"/>
              <a:gd name="connsiteX103" fmla="*/ 7976942 w 11243827"/>
              <a:gd name="connsiteY103" fmla="*/ 5598455 h 5641173"/>
              <a:gd name="connsiteX104" fmla="*/ 7950121 w 11243827"/>
              <a:gd name="connsiteY104" fmla="*/ 5590893 h 5641173"/>
              <a:gd name="connsiteX105" fmla="*/ 7727691 w 11243827"/>
              <a:gd name="connsiteY105" fmla="*/ 5621064 h 5641173"/>
              <a:gd name="connsiteX106" fmla="*/ 7685998 w 11243827"/>
              <a:gd name="connsiteY106" fmla="*/ 5615564 h 5641173"/>
              <a:gd name="connsiteX107" fmla="*/ 7649302 w 11243827"/>
              <a:gd name="connsiteY107" fmla="*/ 5626541 h 5641173"/>
              <a:gd name="connsiteX108" fmla="*/ 7634083 w 11243827"/>
              <a:gd name="connsiteY108" fmla="*/ 5620862 h 5641173"/>
              <a:gd name="connsiteX109" fmla="*/ 7631455 w 11243827"/>
              <a:gd name="connsiteY109" fmla="*/ 5619708 h 5641173"/>
              <a:gd name="connsiteX110" fmla="*/ 7620952 w 11243827"/>
              <a:gd name="connsiteY110" fmla="*/ 5618872 h 5641173"/>
              <a:gd name="connsiteX111" fmla="*/ 7617992 w 11243827"/>
              <a:gd name="connsiteY111" fmla="*/ 5613914 h 5641173"/>
              <a:gd name="connsiteX112" fmla="*/ 7602182 w 11243827"/>
              <a:gd name="connsiteY112" fmla="*/ 5609271 h 5641173"/>
              <a:gd name="connsiteX113" fmla="*/ 7582847 w 11243827"/>
              <a:gd name="connsiteY113" fmla="*/ 5609047 h 5641173"/>
              <a:gd name="connsiteX114" fmla="*/ 7514158 w 11243827"/>
              <a:gd name="connsiteY114" fmla="*/ 5607737 h 5641173"/>
              <a:gd name="connsiteX115" fmla="*/ 7502955 w 11243827"/>
              <a:gd name="connsiteY115" fmla="*/ 5610415 h 5641173"/>
              <a:gd name="connsiteX116" fmla="*/ 7466391 w 11243827"/>
              <a:gd name="connsiteY116" fmla="*/ 5605949 h 5641173"/>
              <a:gd name="connsiteX117" fmla="*/ 7433806 w 11243827"/>
              <a:gd name="connsiteY117" fmla="*/ 5604945 h 5641173"/>
              <a:gd name="connsiteX118" fmla="*/ 7412693 w 11243827"/>
              <a:gd name="connsiteY118" fmla="*/ 5607075 h 5641173"/>
              <a:gd name="connsiteX119" fmla="*/ 7407159 w 11243827"/>
              <a:gd name="connsiteY119" fmla="*/ 5605310 h 5641173"/>
              <a:gd name="connsiteX120" fmla="*/ 7385900 w 11243827"/>
              <a:gd name="connsiteY120" fmla="*/ 5604171 h 5641173"/>
              <a:gd name="connsiteX121" fmla="*/ 7375071 w 11243827"/>
              <a:gd name="connsiteY121" fmla="*/ 5606788 h 5641173"/>
              <a:gd name="connsiteX122" fmla="*/ 7364382 w 11243827"/>
              <a:gd name="connsiteY122" fmla="*/ 5600762 h 5641173"/>
              <a:gd name="connsiteX123" fmla="*/ 7361770 w 11243827"/>
              <a:gd name="connsiteY123" fmla="*/ 5596347 h 5641173"/>
              <a:gd name="connsiteX124" fmla="*/ 7346641 w 11243827"/>
              <a:gd name="connsiteY124" fmla="*/ 5598329 h 5641173"/>
              <a:gd name="connsiteX125" fmla="*/ 7334238 w 11243827"/>
              <a:gd name="connsiteY125" fmla="*/ 5594014 h 5641173"/>
              <a:gd name="connsiteX126" fmla="*/ 7323426 w 11243827"/>
              <a:gd name="connsiteY126" fmla="*/ 5596835 h 5641173"/>
              <a:gd name="connsiteX127" fmla="*/ 7318938 w 11243827"/>
              <a:gd name="connsiteY127" fmla="*/ 5596200 h 5641173"/>
              <a:gd name="connsiteX128" fmla="*/ 7307784 w 11243827"/>
              <a:gd name="connsiteY128" fmla="*/ 5594065 h 5641173"/>
              <a:gd name="connsiteX129" fmla="*/ 7288540 w 11243827"/>
              <a:gd name="connsiteY129" fmla="*/ 5589320 h 5641173"/>
              <a:gd name="connsiteX130" fmla="*/ 7282537 w 11243827"/>
              <a:gd name="connsiteY130" fmla="*/ 5588660 h 5641173"/>
              <a:gd name="connsiteX131" fmla="*/ 7269466 w 11243827"/>
              <a:gd name="connsiteY131" fmla="*/ 5581404 h 5641173"/>
              <a:gd name="connsiteX132" fmla="*/ 7244165 w 11243827"/>
              <a:gd name="connsiteY132" fmla="*/ 5575200 h 5641173"/>
              <a:gd name="connsiteX133" fmla="*/ 7199619 w 11243827"/>
              <a:gd name="connsiteY133" fmla="*/ 5553550 h 5641173"/>
              <a:gd name="connsiteX134" fmla="*/ 7173434 w 11243827"/>
              <a:gd name="connsiteY134" fmla="*/ 5543219 h 5641173"/>
              <a:gd name="connsiteX135" fmla="*/ 7155718 w 11243827"/>
              <a:gd name="connsiteY135" fmla="*/ 5533697 h 5641173"/>
              <a:gd name="connsiteX136" fmla="*/ 7103430 w 11243827"/>
              <a:gd name="connsiteY136" fmla="*/ 5520249 h 5641173"/>
              <a:gd name="connsiteX137" fmla="*/ 7013746 w 11243827"/>
              <a:gd name="connsiteY137" fmla="*/ 5502470 h 5641173"/>
              <a:gd name="connsiteX138" fmla="*/ 6995379 w 11243827"/>
              <a:gd name="connsiteY138" fmla="*/ 5497693 h 5641173"/>
              <a:gd name="connsiteX139" fmla="*/ 6982475 w 11243827"/>
              <a:gd name="connsiteY139" fmla="*/ 5489641 h 5641173"/>
              <a:gd name="connsiteX140" fmla="*/ 6981994 w 11243827"/>
              <a:gd name="connsiteY140" fmla="*/ 5484335 h 5641173"/>
              <a:gd name="connsiteX141" fmla="*/ 6972355 w 11243827"/>
              <a:gd name="connsiteY141" fmla="*/ 5481074 h 5641173"/>
              <a:gd name="connsiteX142" fmla="*/ 6970394 w 11243827"/>
              <a:gd name="connsiteY142" fmla="*/ 5479383 h 5641173"/>
              <a:gd name="connsiteX143" fmla="*/ 6958543 w 11243827"/>
              <a:gd name="connsiteY143" fmla="*/ 5470507 h 5641173"/>
              <a:gd name="connsiteX144" fmla="*/ 6918276 w 11243827"/>
              <a:gd name="connsiteY144" fmla="*/ 5472034 h 5641173"/>
              <a:gd name="connsiteX145" fmla="*/ 6881046 w 11243827"/>
              <a:gd name="connsiteY145" fmla="*/ 5457070 h 5641173"/>
              <a:gd name="connsiteX146" fmla="*/ 6752164 w 11243827"/>
              <a:gd name="connsiteY146" fmla="*/ 5425021 h 5641173"/>
              <a:gd name="connsiteX147" fmla="*/ 6724964 w 11243827"/>
              <a:gd name="connsiteY147" fmla="*/ 5414071 h 5641173"/>
              <a:gd name="connsiteX148" fmla="*/ 6683286 w 11243827"/>
              <a:gd name="connsiteY148" fmla="*/ 5432830 h 5641173"/>
              <a:gd name="connsiteX149" fmla="*/ 6644277 w 11243827"/>
              <a:gd name="connsiteY149" fmla="*/ 5429684 h 5641173"/>
              <a:gd name="connsiteX150" fmla="*/ 6532914 w 11243827"/>
              <a:gd name="connsiteY150" fmla="*/ 5431205 h 5641173"/>
              <a:gd name="connsiteX151" fmla="*/ 6307459 w 11243827"/>
              <a:gd name="connsiteY151" fmla="*/ 5467087 h 5641173"/>
              <a:gd name="connsiteX152" fmla="*/ 6196243 w 11243827"/>
              <a:gd name="connsiteY152" fmla="*/ 5515042 h 5641173"/>
              <a:gd name="connsiteX153" fmla="*/ 6099124 w 11243827"/>
              <a:gd name="connsiteY153" fmla="*/ 5516848 h 5641173"/>
              <a:gd name="connsiteX154" fmla="*/ 6016077 w 11243827"/>
              <a:gd name="connsiteY154" fmla="*/ 5528642 h 5641173"/>
              <a:gd name="connsiteX155" fmla="*/ 6004389 w 11243827"/>
              <a:gd name="connsiteY155" fmla="*/ 5531206 h 5641173"/>
              <a:gd name="connsiteX156" fmla="*/ 5933945 w 11243827"/>
              <a:gd name="connsiteY156" fmla="*/ 5538840 h 5641173"/>
              <a:gd name="connsiteX157" fmla="*/ 5883936 w 11243827"/>
              <a:gd name="connsiteY157" fmla="*/ 5553807 h 5641173"/>
              <a:gd name="connsiteX158" fmla="*/ 5798331 w 11243827"/>
              <a:gd name="connsiteY158" fmla="*/ 5564248 h 5641173"/>
              <a:gd name="connsiteX159" fmla="*/ 5712738 w 11243827"/>
              <a:gd name="connsiteY159" fmla="*/ 5573120 h 5641173"/>
              <a:gd name="connsiteX160" fmla="*/ 5681342 w 11243827"/>
              <a:gd name="connsiteY160" fmla="*/ 5575621 h 5641173"/>
              <a:gd name="connsiteX161" fmla="*/ 5627167 w 11243827"/>
              <a:gd name="connsiteY161" fmla="*/ 5583215 h 5641173"/>
              <a:gd name="connsiteX162" fmla="*/ 5591414 w 11243827"/>
              <a:gd name="connsiteY162" fmla="*/ 5587695 h 5641173"/>
              <a:gd name="connsiteX163" fmla="*/ 5583028 w 11243827"/>
              <a:gd name="connsiteY163" fmla="*/ 5580877 h 5641173"/>
              <a:gd name="connsiteX164" fmla="*/ 5549426 w 11243827"/>
              <a:gd name="connsiteY164" fmla="*/ 5582858 h 5641173"/>
              <a:gd name="connsiteX165" fmla="*/ 5519999 w 11243827"/>
              <a:gd name="connsiteY165" fmla="*/ 5592246 h 5641173"/>
              <a:gd name="connsiteX166" fmla="*/ 5480028 w 11243827"/>
              <a:gd name="connsiteY166" fmla="*/ 5597282 h 5641173"/>
              <a:gd name="connsiteX167" fmla="*/ 5456175 w 11243827"/>
              <a:gd name="connsiteY167" fmla="*/ 5600371 h 5641173"/>
              <a:gd name="connsiteX168" fmla="*/ 5388463 w 11243827"/>
              <a:gd name="connsiteY168" fmla="*/ 5602638 h 5641173"/>
              <a:gd name="connsiteX169" fmla="*/ 5265898 w 11243827"/>
              <a:gd name="connsiteY169" fmla="*/ 5591830 h 5641173"/>
              <a:gd name="connsiteX170" fmla="*/ 5231231 w 11243827"/>
              <a:gd name="connsiteY170" fmla="*/ 5592790 h 5641173"/>
              <a:gd name="connsiteX171" fmla="*/ 5226996 w 11243827"/>
              <a:gd name="connsiteY171" fmla="*/ 5595040 h 5641173"/>
              <a:gd name="connsiteX172" fmla="*/ 5175988 w 11243827"/>
              <a:gd name="connsiteY172" fmla="*/ 5588131 h 5641173"/>
              <a:gd name="connsiteX173" fmla="*/ 5107470 w 11243827"/>
              <a:gd name="connsiteY173" fmla="*/ 5594771 h 5641173"/>
              <a:gd name="connsiteX174" fmla="*/ 5027868 w 11243827"/>
              <a:gd name="connsiteY174" fmla="*/ 5605624 h 5641173"/>
              <a:gd name="connsiteX175" fmla="*/ 5007324 w 11243827"/>
              <a:gd name="connsiteY175" fmla="*/ 5609209 h 5641173"/>
              <a:gd name="connsiteX176" fmla="*/ 4952559 w 11243827"/>
              <a:gd name="connsiteY176" fmla="*/ 5611402 h 5641173"/>
              <a:gd name="connsiteX177" fmla="*/ 4826081 w 11243827"/>
              <a:gd name="connsiteY177" fmla="*/ 5616191 h 5641173"/>
              <a:gd name="connsiteX178" fmla="*/ 4823501 w 11243827"/>
              <a:gd name="connsiteY178" fmla="*/ 5619174 h 5641173"/>
              <a:gd name="connsiteX179" fmla="*/ 4813093 w 11243827"/>
              <a:gd name="connsiteY179" fmla="*/ 5620026 h 5641173"/>
              <a:gd name="connsiteX180" fmla="*/ 4810563 w 11243827"/>
              <a:gd name="connsiteY180" fmla="*/ 5620787 h 5641173"/>
              <a:gd name="connsiteX181" fmla="*/ 4795818 w 11243827"/>
              <a:gd name="connsiteY181" fmla="*/ 5624618 h 5641173"/>
              <a:gd name="connsiteX182" fmla="*/ 4758404 w 11243827"/>
              <a:gd name="connsiteY182" fmla="*/ 5619510 h 5641173"/>
              <a:gd name="connsiteX183" fmla="*/ 4717254 w 11243827"/>
              <a:gd name="connsiteY183" fmla="*/ 5624155 h 5641173"/>
              <a:gd name="connsiteX184" fmla="*/ 4591958 w 11243827"/>
              <a:gd name="connsiteY184" fmla="*/ 5624710 h 5641173"/>
              <a:gd name="connsiteX185" fmla="*/ 4476215 w 11243827"/>
              <a:gd name="connsiteY185" fmla="*/ 5628210 h 5641173"/>
              <a:gd name="connsiteX186" fmla="*/ 4425193 w 11243827"/>
              <a:gd name="connsiteY186" fmla="*/ 5627414 h 5641173"/>
              <a:gd name="connsiteX187" fmla="*/ 4383866 w 11243827"/>
              <a:gd name="connsiteY187" fmla="*/ 5626546 h 5641173"/>
              <a:gd name="connsiteX188" fmla="*/ 4385596 w 11243827"/>
              <a:gd name="connsiteY188" fmla="*/ 5634646 h 5641173"/>
              <a:gd name="connsiteX189" fmla="*/ 4360864 w 11243827"/>
              <a:gd name="connsiteY189" fmla="*/ 5641173 h 5641173"/>
              <a:gd name="connsiteX190" fmla="*/ 4328321 w 11243827"/>
              <a:gd name="connsiteY190" fmla="*/ 5626332 h 5641173"/>
              <a:gd name="connsiteX191" fmla="*/ 4309842 w 11243827"/>
              <a:gd name="connsiteY191" fmla="*/ 5626471 h 5641173"/>
              <a:gd name="connsiteX192" fmla="*/ 4277424 w 11243827"/>
              <a:gd name="connsiteY192" fmla="*/ 5631598 h 5641173"/>
              <a:gd name="connsiteX193" fmla="*/ 4266627 w 11243827"/>
              <a:gd name="connsiteY193" fmla="*/ 5633969 h 5641173"/>
              <a:gd name="connsiteX194" fmla="*/ 4185525 w 11243827"/>
              <a:gd name="connsiteY194" fmla="*/ 5617508 h 5641173"/>
              <a:gd name="connsiteX195" fmla="*/ 4177617 w 11243827"/>
              <a:gd name="connsiteY195" fmla="*/ 5610903 h 5641173"/>
              <a:gd name="connsiteX196" fmla="*/ 4136948 w 11243827"/>
              <a:gd name="connsiteY196" fmla="*/ 5608031 h 5641173"/>
              <a:gd name="connsiteX197" fmla="*/ 4132323 w 11243827"/>
              <a:gd name="connsiteY197" fmla="*/ 5609784 h 5641173"/>
              <a:gd name="connsiteX198" fmla="*/ 4098620 w 11243827"/>
              <a:gd name="connsiteY198" fmla="*/ 5599672 h 5641173"/>
              <a:gd name="connsiteX199" fmla="*/ 3963475 w 11243827"/>
              <a:gd name="connsiteY199" fmla="*/ 5581841 h 5641173"/>
              <a:gd name="connsiteX200" fmla="*/ 3703613 w 11243827"/>
              <a:gd name="connsiteY200" fmla="*/ 5572482 h 5641173"/>
              <a:gd name="connsiteX201" fmla="*/ 3432987 w 11243827"/>
              <a:gd name="connsiteY201" fmla="*/ 5545768 h 5641173"/>
              <a:gd name="connsiteX202" fmla="*/ 3176381 w 11243827"/>
              <a:gd name="connsiteY202" fmla="*/ 5556110 h 5641173"/>
              <a:gd name="connsiteX203" fmla="*/ 2710156 w 11243827"/>
              <a:gd name="connsiteY203" fmla="*/ 5527517 h 5641173"/>
              <a:gd name="connsiteX204" fmla="*/ 2550206 w 11243827"/>
              <a:gd name="connsiteY204" fmla="*/ 5524958 h 5641173"/>
              <a:gd name="connsiteX205" fmla="*/ 2443041 w 11243827"/>
              <a:gd name="connsiteY205" fmla="*/ 5523990 h 5641173"/>
              <a:gd name="connsiteX206" fmla="*/ 2435613 w 11243827"/>
              <a:gd name="connsiteY206" fmla="*/ 5526704 h 5641173"/>
              <a:gd name="connsiteX207" fmla="*/ 2405682 w 11243827"/>
              <a:gd name="connsiteY207" fmla="*/ 5528307 h 5641173"/>
              <a:gd name="connsiteX208" fmla="*/ 2397487 w 11243827"/>
              <a:gd name="connsiteY208" fmla="*/ 5540337 h 5641173"/>
              <a:gd name="connsiteX209" fmla="*/ 2297454 w 11243827"/>
              <a:gd name="connsiteY209" fmla="*/ 5550765 h 5641173"/>
              <a:gd name="connsiteX210" fmla="*/ 2056700 w 11243827"/>
              <a:gd name="connsiteY210" fmla="*/ 5555489 h 5641173"/>
              <a:gd name="connsiteX211" fmla="*/ 1878530 w 11243827"/>
              <a:gd name="connsiteY211" fmla="*/ 5535330 h 5641173"/>
              <a:gd name="connsiteX212" fmla="*/ 1859292 w 11243827"/>
              <a:gd name="connsiteY212" fmla="*/ 5535461 h 5641173"/>
              <a:gd name="connsiteX213" fmla="*/ 1835626 w 11243827"/>
              <a:gd name="connsiteY213" fmla="*/ 5533793 h 5641173"/>
              <a:gd name="connsiteX214" fmla="*/ 1798939 w 11243827"/>
              <a:gd name="connsiteY214" fmla="*/ 5540285 h 5641173"/>
              <a:gd name="connsiteX215" fmla="*/ 1779046 w 11243827"/>
              <a:gd name="connsiteY215" fmla="*/ 5549949 h 5641173"/>
              <a:gd name="connsiteX216" fmla="*/ 1772421 w 11243827"/>
              <a:gd name="connsiteY216" fmla="*/ 5549018 h 5641173"/>
              <a:gd name="connsiteX217" fmla="*/ 1772052 w 11243827"/>
              <a:gd name="connsiteY217" fmla="*/ 5545689 h 5641173"/>
              <a:gd name="connsiteX218" fmla="*/ 1711543 w 11243827"/>
              <a:gd name="connsiteY218" fmla="*/ 5534558 h 5641173"/>
              <a:gd name="connsiteX219" fmla="*/ 1631462 w 11243827"/>
              <a:gd name="connsiteY219" fmla="*/ 5491807 h 5641173"/>
              <a:gd name="connsiteX220" fmla="*/ 1538763 w 11243827"/>
              <a:gd name="connsiteY220" fmla="*/ 5482781 h 5641173"/>
              <a:gd name="connsiteX221" fmla="*/ 1501533 w 11243827"/>
              <a:gd name="connsiteY221" fmla="*/ 5467817 h 5641173"/>
              <a:gd name="connsiteX222" fmla="*/ 1461266 w 11243827"/>
              <a:gd name="connsiteY222" fmla="*/ 5469343 h 5641173"/>
              <a:gd name="connsiteX223" fmla="*/ 1449415 w 11243827"/>
              <a:gd name="connsiteY223" fmla="*/ 5460467 h 5641173"/>
              <a:gd name="connsiteX224" fmla="*/ 1447454 w 11243827"/>
              <a:gd name="connsiteY224" fmla="*/ 5458776 h 5641173"/>
              <a:gd name="connsiteX225" fmla="*/ 1437814 w 11243827"/>
              <a:gd name="connsiteY225" fmla="*/ 5455515 h 5641173"/>
              <a:gd name="connsiteX226" fmla="*/ 1437334 w 11243827"/>
              <a:gd name="connsiteY226" fmla="*/ 5450209 h 5641173"/>
              <a:gd name="connsiteX227" fmla="*/ 1424429 w 11243827"/>
              <a:gd name="connsiteY227" fmla="*/ 5442157 h 5641173"/>
              <a:gd name="connsiteX228" fmla="*/ 1406063 w 11243827"/>
              <a:gd name="connsiteY228" fmla="*/ 5437380 h 5641173"/>
              <a:gd name="connsiteX229" fmla="*/ 1316379 w 11243827"/>
              <a:gd name="connsiteY229" fmla="*/ 5419601 h 5641173"/>
              <a:gd name="connsiteX230" fmla="*/ 1264090 w 11243827"/>
              <a:gd name="connsiteY230" fmla="*/ 5406153 h 5641173"/>
              <a:gd name="connsiteX231" fmla="*/ 1246374 w 11243827"/>
              <a:gd name="connsiteY231" fmla="*/ 5396631 h 5641173"/>
              <a:gd name="connsiteX232" fmla="*/ 1220190 w 11243827"/>
              <a:gd name="connsiteY232" fmla="*/ 5386301 h 5641173"/>
              <a:gd name="connsiteX233" fmla="*/ 1175643 w 11243827"/>
              <a:gd name="connsiteY233" fmla="*/ 5364651 h 5641173"/>
              <a:gd name="connsiteX234" fmla="*/ 1150342 w 11243827"/>
              <a:gd name="connsiteY234" fmla="*/ 5358447 h 5641173"/>
              <a:gd name="connsiteX235" fmla="*/ 1112024 w 11243827"/>
              <a:gd name="connsiteY235" fmla="*/ 5345786 h 5641173"/>
              <a:gd name="connsiteX236" fmla="*/ 1100870 w 11243827"/>
              <a:gd name="connsiteY236" fmla="*/ 5343651 h 5641173"/>
              <a:gd name="connsiteX237" fmla="*/ 1096383 w 11243827"/>
              <a:gd name="connsiteY237" fmla="*/ 5343015 h 5641173"/>
              <a:gd name="connsiteX238" fmla="*/ 1058039 w 11243827"/>
              <a:gd name="connsiteY238" fmla="*/ 5343504 h 5641173"/>
              <a:gd name="connsiteX239" fmla="*/ 1055426 w 11243827"/>
              <a:gd name="connsiteY239" fmla="*/ 5339088 h 5641173"/>
              <a:gd name="connsiteX240" fmla="*/ 1044738 w 11243827"/>
              <a:gd name="connsiteY240" fmla="*/ 5333063 h 5641173"/>
              <a:gd name="connsiteX241" fmla="*/ 1033909 w 11243827"/>
              <a:gd name="connsiteY241" fmla="*/ 5335680 h 5641173"/>
              <a:gd name="connsiteX242" fmla="*/ 1012649 w 11243827"/>
              <a:gd name="connsiteY242" fmla="*/ 5334541 h 5641173"/>
              <a:gd name="connsiteX243" fmla="*/ 1007115 w 11243827"/>
              <a:gd name="connsiteY243" fmla="*/ 5332775 h 5641173"/>
              <a:gd name="connsiteX244" fmla="*/ 987447 w 11243827"/>
              <a:gd name="connsiteY244" fmla="*/ 5346462 h 5641173"/>
              <a:gd name="connsiteX245" fmla="*/ 953418 w 11243827"/>
              <a:gd name="connsiteY245" fmla="*/ 5333901 h 5641173"/>
              <a:gd name="connsiteX246" fmla="*/ 916854 w 11243827"/>
              <a:gd name="connsiteY246" fmla="*/ 5329435 h 5641173"/>
              <a:gd name="connsiteX247" fmla="*/ 905651 w 11243827"/>
              <a:gd name="connsiteY247" fmla="*/ 5332114 h 5641173"/>
              <a:gd name="connsiteX248" fmla="*/ 838405 w 11243827"/>
              <a:gd name="connsiteY248" fmla="*/ 5339470 h 5641173"/>
              <a:gd name="connsiteX249" fmla="*/ 817627 w 11243827"/>
              <a:gd name="connsiteY249" fmla="*/ 5330580 h 5641173"/>
              <a:gd name="connsiteX250" fmla="*/ 801817 w 11243827"/>
              <a:gd name="connsiteY250" fmla="*/ 5325937 h 5641173"/>
              <a:gd name="connsiteX251" fmla="*/ 798857 w 11243827"/>
              <a:gd name="connsiteY251" fmla="*/ 5320979 h 5641173"/>
              <a:gd name="connsiteX252" fmla="*/ 788354 w 11243827"/>
              <a:gd name="connsiteY252" fmla="*/ 5320143 h 5641173"/>
              <a:gd name="connsiteX253" fmla="*/ 785726 w 11243827"/>
              <a:gd name="connsiteY253" fmla="*/ 5318989 h 5641173"/>
              <a:gd name="connsiteX254" fmla="*/ 770507 w 11243827"/>
              <a:gd name="connsiteY254" fmla="*/ 5313309 h 5641173"/>
              <a:gd name="connsiteX255" fmla="*/ 733810 w 11243827"/>
              <a:gd name="connsiteY255" fmla="*/ 5324286 h 5641173"/>
              <a:gd name="connsiteX256" fmla="*/ 692117 w 11243827"/>
              <a:gd name="connsiteY256" fmla="*/ 5318786 h 5641173"/>
              <a:gd name="connsiteX257" fmla="*/ 574943 w 11243827"/>
              <a:gd name="connsiteY257" fmla="*/ 5327578 h 5641173"/>
              <a:gd name="connsiteX258" fmla="*/ 441302 w 11243827"/>
              <a:gd name="connsiteY258" fmla="*/ 5307062 h 5641173"/>
              <a:gd name="connsiteX259" fmla="*/ 336819 w 11243827"/>
              <a:gd name="connsiteY259" fmla="*/ 5336690 h 5641173"/>
              <a:gd name="connsiteX260" fmla="*/ 270932 w 11243827"/>
              <a:gd name="connsiteY260" fmla="*/ 5345451 h 5641173"/>
              <a:gd name="connsiteX261" fmla="*/ 194189 w 11243827"/>
              <a:gd name="connsiteY261" fmla="*/ 5343588 h 5641173"/>
              <a:gd name="connsiteX262" fmla="*/ 192552 w 11243827"/>
              <a:gd name="connsiteY262" fmla="*/ 5342845 h 5641173"/>
              <a:gd name="connsiteX263" fmla="*/ 178320 w 11243827"/>
              <a:gd name="connsiteY263" fmla="*/ 5343766 h 5641173"/>
              <a:gd name="connsiteX264" fmla="*/ 175596 w 11243827"/>
              <a:gd name="connsiteY264" fmla="*/ 5346411 h 5641173"/>
              <a:gd name="connsiteX265" fmla="*/ 147287 w 11243827"/>
              <a:gd name="connsiteY265" fmla="*/ 5352625 h 5641173"/>
              <a:gd name="connsiteX266" fmla="*/ 114847 w 11243827"/>
              <a:gd name="connsiteY266" fmla="*/ 5355844 h 5641173"/>
              <a:gd name="connsiteX267" fmla="*/ 114306 w 11243827"/>
              <a:gd name="connsiteY267" fmla="*/ 5354983 h 5641173"/>
              <a:gd name="connsiteX268" fmla="*/ 89264 w 11243827"/>
              <a:gd name="connsiteY268" fmla="*/ 5348886 h 5641173"/>
              <a:gd name="connsiteX269" fmla="*/ 49794 w 11243827"/>
              <a:gd name="connsiteY269" fmla="*/ 5329950 h 5641173"/>
              <a:gd name="connsiteX270" fmla="*/ 19924 w 11243827"/>
              <a:gd name="connsiteY270" fmla="*/ 5334282 h 5641173"/>
              <a:gd name="connsiteX271" fmla="*/ 13819 w 11243827"/>
              <a:gd name="connsiteY271" fmla="*/ 5334653 h 5641173"/>
              <a:gd name="connsiteX272" fmla="*/ 13657 w 11243827"/>
              <a:gd name="connsiteY272" fmla="*/ 5334455 h 5641173"/>
              <a:gd name="connsiteX273" fmla="*/ 7139 w 11243827"/>
              <a:gd name="connsiteY273" fmla="*/ 5334438 h 5641173"/>
              <a:gd name="connsiteX274" fmla="*/ 2684 w 11243827"/>
              <a:gd name="connsiteY274" fmla="*/ 5335333 h 5641173"/>
              <a:gd name="connsiteX275" fmla="*/ 0 w 11243827"/>
              <a:gd name="connsiteY275" fmla="*/ 5335496 h 5641173"/>
              <a:gd name="connsiteX276" fmla="*/ 0 w 11243827"/>
              <a:gd name="connsiteY276" fmla="*/ 10592 h 5641173"/>
              <a:gd name="connsiteX277" fmla="*/ 11243827 w 11243827"/>
              <a:gd name="connsiteY277" fmla="*/ 0 h 5641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Lst>
            <a:rect l="l" t="t" r="r" b="b"/>
            <a:pathLst>
              <a:path w="11243827" h="5641173">
                <a:moveTo>
                  <a:pt x="11243827" y="0"/>
                </a:moveTo>
                <a:lnTo>
                  <a:pt x="11243827" y="5209610"/>
                </a:lnTo>
                <a:lnTo>
                  <a:pt x="11240675" y="5210442"/>
                </a:lnTo>
                <a:cubicBezTo>
                  <a:pt x="11212687" y="5216721"/>
                  <a:pt x="11197241" y="5217028"/>
                  <a:pt x="11179959" y="5221199"/>
                </a:cubicBezTo>
                <a:cubicBezTo>
                  <a:pt x="11151979" y="5230882"/>
                  <a:pt x="11122378" y="5252850"/>
                  <a:pt x="11105493" y="5259905"/>
                </a:cubicBezTo>
                <a:lnTo>
                  <a:pt x="11078640" y="5263531"/>
                </a:lnTo>
                <a:lnTo>
                  <a:pt x="11079616" y="5270380"/>
                </a:lnTo>
                <a:lnTo>
                  <a:pt x="11069641" y="5270884"/>
                </a:lnTo>
                <a:lnTo>
                  <a:pt x="11047377" y="5271051"/>
                </a:lnTo>
                <a:cubicBezTo>
                  <a:pt x="11033483" y="5272087"/>
                  <a:pt x="10994850" y="5270445"/>
                  <a:pt x="10980705" y="5272951"/>
                </a:cubicBezTo>
                <a:cubicBezTo>
                  <a:pt x="10976625" y="5280257"/>
                  <a:pt x="10970327" y="5284239"/>
                  <a:pt x="10962514" y="5286084"/>
                </a:cubicBezTo>
                <a:lnTo>
                  <a:pt x="10945307" y="5286290"/>
                </a:lnTo>
                <a:lnTo>
                  <a:pt x="10845516" y="5303894"/>
                </a:lnTo>
                <a:lnTo>
                  <a:pt x="10831795" y="5305210"/>
                </a:lnTo>
                <a:lnTo>
                  <a:pt x="10824365" y="5311111"/>
                </a:lnTo>
                <a:cubicBezTo>
                  <a:pt x="10818692" y="5312290"/>
                  <a:pt x="10802397" y="5311529"/>
                  <a:pt x="10797756" y="5312285"/>
                </a:cubicBezTo>
                <a:lnTo>
                  <a:pt x="10796525" y="5315645"/>
                </a:lnTo>
                <a:cubicBezTo>
                  <a:pt x="10781742" y="5321013"/>
                  <a:pt x="10726138" y="5338890"/>
                  <a:pt x="10709063" y="5344492"/>
                </a:cubicBezTo>
                <a:cubicBezTo>
                  <a:pt x="10705652" y="5339328"/>
                  <a:pt x="10698014" y="5347484"/>
                  <a:pt x="10694078" y="5349258"/>
                </a:cubicBezTo>
                <a:cubicBezTo>
                  <a:pt x="10693469" y="5345779"/>
                  <a:pt x="10683941" y="5344718"/>
                  <a:pt x="10681131" y="5347812"/>
                </a:cubicBezTo>
                <a:cubicBezTo>
                  <a:pt x="10614153" y="5364782"/>
                  <a:pt x="10647679" y="5329716"/>
                  <a:pt x="10609448" y="5351931"/>
                </a:cubicBezTo>
                <a:cubicBezTo>
                  <a:pt x="10602685" y="5353403"/>
                  <a:pt x="10597204" y="5352000"/>
                  <a:pt x="10592397" y="5349402"/>
                </a:cubicBezTo>
                <a:lnTo>
                  <a:pt x="10585227" y="5344063"/>
                </a:lnTo>
                <a:lnTo>
                  <a:pt x="10557472" y="5354151"/>
                </a:lnTo>
                <a:cubicBezTo>
                  <a:pt x="10543800" y="5357667"/>
                  <a:pt x="10529411" y="5359999"/>
                  <a:pt x="10514646" y="5361064"/>
                </a:cubicBezTo>
                <a:cubicBezTo>
                  <a:pt x="10511333" y="5353956"/>
                  <a:pt x="10499744" y="5364054"/>
                  <a:pt x="10494292" y="5366054"/>
                </a:cubicBezTo>
                <a:cubicBezTo>
                  <a:pt x="10494236" y="5361412"/>
                  <a:pt x="10482156" y="5359187"/>
                  <a:pt x="10477869" y="5363025"/>
                </a:cubicBezTo>
                <a:cubicBezTo>
                  <a:pt x="10387782" y="5379617"/>
                  <a:pt x="10438473" y="5336257"/>
                  <a:pt x="10384411" y="5362257"/>
                </a:cubicBezTo>
                <a:cubicBezTo>
                  <a:pt x="10375368" y="5363613"/>
                  <a:pt x="10368582" y="5361287"/>
                  <a:pt x="10362921" y="5357444"/>
                </a:cubicBezTo>
                <a:lnTo>
                  <a:pt x="10352736" y="5347851"/>
                </a:lnTo>
                <a:lnTo>
                  <a:pt x="10344754" y="5351272"/>
                </a:lnTo>
                <a:cubicBezTo>
                  <a:pt x="10314632" y="5351540"/>
                  <a:pt x="10305751" y="5341709"/>
                  <a:pt x="10288226" y="5351613"/>
                </a:cubicBezTo>
                <a:cubicBezTo>
                  <a:pt x="10262327" y="5331026"/>
                  <a:pt x="10271048" y="5349560"/>
                  <a:pt x="10251350" y="5352711"/>
                </a:cubicBezTo>
                <a:cubicBezTo>
                  <a:pt x="10235810" y="5356816"/>
                  <a:pt x="10264339" y="5364714"/>
                  <a:pt x="10249108" y="5365881"/>
                </a:cubicBezTo>
                <a:cubicBezTo>
                  <a:pt x="10232632" y="5360566"/>
                  <a:pt x="10233406" y="5377073"/>
                  <a:pt x="10216272" y="5370573"/>
                </a:cubicBezTo>
                <a:cubicBezTo>
                  <a:pt x="10220434" y="5358137"/>
                  <a:pt x="10182459" y="5372984"/>
                  <a:pt x="10181278" y="5362119"/>
                </a:cubicBezTo>
                <a:cubicBezTo>
                  <a:pt x="10166724" y="5377655"/>
                  <a:pt x="10159412" y="5358516"/>
                  <a:pt x="10140033" y="5363304"/>
                </a:cubicBezTo>
                <a:cubicBezTo>
                  <a:pt x="10130907" y="5369181"/>
                  <a:pt x="10124323" y="5370190"/>
                  <a:pt x="10115353" y="5363869"/>
                </a:cubicBezTo>
                <a:cubicBezTo>
                  <a:pt x="10073314" y="5392482"/>
                  <a:pt x="10089920" y="5365150"/>
                  <a:pt x="10050578" y="5376153"/>
                </a:cubicBezTo>
                <a:cubicBezTo>
                  <a:pt x="10016683" y="5387725"/>
                  <a:pt x="9978260" y="5395233"/>
                  <a:pt x="9945478" y="5422859"/>
                </a:cubicBezTo>
                <a:cubicBezTo>
                  <a:pt x="9939461" y="5430686"/>
                  <a:pt x="9924686" y="5433649"/>
                  <a:pt x="9912481" y="5429477"/>
                </a:cubicBezTo>
                <a:cubicBezTo>
                  <a:pt x="9910384" y="5428759"/>
                  <a:pt x="9908438" y="5427851"/>
                  <a:pt x="9906713" y="5426784"/>
                </a:cubicBezTo>
                <a:cubicBezTo>
                  <a:pt x="9878372" y="5431011"/>
                  <a:pt x="9774714" y="5449885"/>
                  <a:pt x="9742436" y="5454834"/>
                </a:cubicBezTo>
                <a:cubicBezTo>
                  <a:pt x="9739822" y="5444779"/>
                  <a:pt x="9723500" y="5462923"/>
                  <a:pt x="9713044" y="5456476"/>
                </a:cubicBezTo>
                <a:cubicBezTo>
                  <a:pt x="9705555" y="5450821"/>
                  <a:pt x="9698855" y="5455006"/>
                  <a:pt x="9691033" y="5455451"/>
                </a:cubicBezTo>
                <a:cubicBezTo>
                  <a:pt x="9680728" y="5451004"/>
                  <a:pt x="9647117" y="5459035"/>
                  <a:pt x="9638355" y="5464794"/>
                </a:cubicBezTo>
                <a:cubicBezTo>
                  <a:pt x="9617415" y="5484808"/>
                  <a:pt x="9569832" y="5469945"/>
                  <a:pt x="9552434" y="5485280"/>
                </a:cubicBezTo>
                <a:cubicBezTo>
                  <a:pt x="9546122" y="5487529"/>
                  <a:pt x="9539945" y="5488440"/>
                  <a:pt x="9533883" y="5488516"/>
                </a:cubicBezTo>
                <a:lnTo>
                  <a:pt x="9516916" y="5486828"/>
                </a:lnTo>
                <a:lnTo>
                  <a:pt x="9512093" y="5482541"/>
                </a:lnTo>
                <a:lnTo>
                  <a:pt x="9501725" y="5483603"/>
                </a:lnTo>
                <a:lnTo>
                  <a:pt x="9498754" y="5482951"/>
                </a:lnTo>
                <a:cubicBezTo>
                  <a:pt x="9493078" y="5481686"/>
                  <a:pt x="9487476" y="5480586"/>
                  <a:pt x="9481932" y="5480151"/>
                </a:cubicBezTo>
                <a:cubicBezTo>
                  <a:pt x="9489223" y="5501646"/>
                  <a:pt x="9435971" y="5479991"/>
                  <a:pt x="9451321" y="5497375"/>
                </a:cubicBezTo>
                <a:cubicBezTo>
                  <a:pt x="9422124" y="5498722"/>
                  <a:pt x="9444395" y="5514914"/>
                  <a:pt x="9409298" y="5499478"/>
                </a:cubicBezTo>
                <a:cubicBezTo>
                  <a:pt x="9363968" y="5517055"/>
                  <a:pt x="9350073" y="5507226"/>
                  <a:pt x="9303056" y="5519093"/>
                </a:cubicBezTo>
                <a:cubicBezTo>
                  <a:pt x="9272929" y="5515489"/>
                  <a:pt x="9242312" y="5519100"/>
                  <a:pt x="9229078" y="5524154"/>
                </a:cubicBezTo>
                <a:cubicBezTo>
                  <a:pt x="9244549" y="5484199"/>
                  <a:pt x="9198133" y="5512463"/>
                  <a:pt x="9165105" y="5532892"/>
                </a:cubicBezTo>
                <a:cubicBezTo>
                  <a:pt x="9128348" y="5546691"/>
                  <a:pt x="9105217" y="5601124"/>
                  <a:pt x="9077301" y="5580356"/>
                </a:cubicBezTo>
                <a:cubicBezTo>
                  <a:pt x="9034770" y="5585424"/>
                  <a:pt x="9004654" y="5606346"/>
                  <a:pt x="8960065" y="5597982"/>
                </a:cubicBezTo>
                <a:cubicBezTo>
                  <a:pt x="8958681" y="5601368"/>
                  <a:pt x="8956414" y="5604204"/>
                  <a:pt x="8953536" y="5606638"/>
                </a:cubicBezTo>
                <a:lnTo>
                  <a:pt x="8943907" y="5612541"/>
                </a:lnTo>
                <a:lnTo>
                  <a:pt x="8942046" y="5612112"/>
                </a:lnTo>
                <a:cubicBezTo>
                  <a:pt x="8934733" y="5612036"/>
                  <a:pt x="8930989" y="5613463"/>
                  <a:pt x="8928824" y="5615549"/>
                </a:cubicBezTo>
                <a:lnTo>
                  <a:pt x="8927294" y="5618607"/>
                </a:lnTo>
                <a:lnTo>
                  <a:pt x="8918651" y="5621688"/>
                </a:lnTo>
                <a:lnTo>
                  <a:pt x="8902772" y="5629703"/>
                </a:lnTo>
                <a:lnTo>
                  <a:pt x="8898724" y="5629379"/>
                </a:lnTo>
                <a:lnTo>
                  <a:pt x="8873099" y="5638628"/>
                </a:lnTo>
                <a:lnTo>
                  <a:pt x="8872234" y="5637889"/>
                </a:lnTo>
                <a:cubicBezTo>
                  <a:pt x="8869712" y="5636443"/>
                  <a:pt x="8866744" y="5635774"/>
                  <a:pt x="8862777" y="5636711"/>
                </a:cubicBezTo>
                <a:cubicBezTo>
                  <a:pt x="8861373" y="5622581"/>
                  <a:pt x="8857449" y="5632426"/>
                  <a:pt x="8845869" y="5636436"/>
                </a:cubicBezTo>
                <a:cubicBezTo>
                  <a:pt x="8841103" y="5615386"/>
                  <a:pt x="8812729" y="5634444"/>
                  <a:pt x="8800548" y="5625084"/>
                </a:cubicBezTo>
                <a:cubicBezTo>
                  <a:pt x="8792146" y="5628504"/>
                  <a:pt x="8783174" y="5631737"/>
                  <a:pt x="8773774" y="5634630"/>
                </a:cubicBezTo>
                <a:lnTo>
                  <a:pt x="8698255" y="5636083"/>
                </a:lnTo>
                <a:lnTo>
                  <a:pt x="8619167" y="5619130"/>
                </a:lnTo>
                <a:cubicBezTo>
                  <a:pt x="8589913" y="5618762"/>
                  <a:pt x="8564581" y="5612466"/>
                  <a:pt x="8539822" y="5616905"/>
                </a:cubicBezTo>
                <a:cubicBezTo>
                  <a:pt x="8529764" y="5612008"/>
                  <a:pt x="8520285" y="5610031"/>
                  <a:pt x="8511094" y="5617360"/>
                </a:cubicBezTo>
                <a:cubicBezTo>
                  <a:pt x="8483794" y="5614914"/>
                  <a:pt x="8477184" y="5604447"/>
                  <a:pt x="8459886" y="5612612"/>
                </a:cubicBezTo>
                <a:cubicBezTo>
                  <a:pt x="8444548" y="5595681"/>
                  <a:pt x="8443640" y="5602142"/>
                  <a:pt x="8436432" y="5606990"/>
                </a:cubicBezTo>
                <a:lnTo>
                  <a:pt x="8435403" y="5607336"/>
                </a:lnTo>
                <a:lnTo>
                  <a:pt x="8433307" y="5604917"/>
                </a:lnTo>
                <a:lnTo>
                  <a:pt x="8428968" y="5603796"/>
                </a:lnTo>
                <a:lnTo>
                  <a:pt x="8417124" y="5604518"/>
                </a:lnTo>
                <a:lnTo>
                  <a:pt x="8412669" y="5605413"/>
                </a:lnTo>
                <a:cubicBezTo>
                  <a:pt x="8409601" y="5605797"/>
                  <a:pt x="8407563" y="5605754"/>
                  <a:pt x="8406152" y="5605396"/>
                </a:cubicBezTo>
                <a:lnTo>
                  <a:pt x="8405989" y="5605197"/>
                </a:lnTo>
                <a:lnTo>
                  <a:pt x="8399884" y="5605568"/>
                </a:lnTo>
                <a:cubicBezTo>
                  <a:pt x="8389582" y="5606652"/>
                  <a:pt x="8379557" y="5608135"/>
                  <a:pt x="8370014" y="5609900"/>
                </a:cubicBezTo>
                <a:cubicBezTo>
                  <a:pt x="8361945" y="5598787"/>
                  <a:pt x="8326685" y="5611914"/>
                  <a:pt x="8330544" y="5590964"/>
                </a:cubicBezTo>
                <a:cubicBezTo>
                  <a:pt x="8317672" y="5592723"/>
                  <a:pt x="8309886" y="5601422"/>
                  <a:pt x="8314221" y="5587682"/>
                </a:cubicBezTo>
                <a:cubicBezTo>
                  <a:pt x="8309983" y="5587866"/>
                  <a:pt x="8307372" y="5586698"/>
                  <a:pt x="8305502" y="5584868"/>
                </a:cubicBezTo>
                <a:lnTo>
                  <a:pt x="8304962" y="5584007"/>
                </a:lnTo>
                <a:lnTo>
                  <a:pt x="8276324" y="5588260"/>
                </a:lnTo>
                <a:lnTo>
                  <a:pt x="8272522" y="5587226"/>
                </a:lnTo>
                <a:lnTo>
                  <a:pt x="8253857" y="5592043"/>
                </a:lnTo>
                <a:lnTo>
                  <a:pt x="8244212" y="5593439"/>
                </a:lnTo>
                <a:lnTo>
                  <a:pt x="8241488" y="5596085"/>
                </a:lnTo>
                <a:cubicBezTo>
                  <a:pt x="8238546" y="5597691"/>
                  <a:pt x="8234330" y="5598384"/>
                  <a:pt x="8227256" y="5597005"/>
                </a:cubicBezTo>
                <a:lnTo>
                  <a:pt x="8225619" y="5596262"/>
                </a:lnTo>
                <a:lnTo>
                  <a:pt x="8213882" y="5600179"/>
                </a:lnTo>
                <a:cubicBezTo>
                  <a:pt x="8210102" y="5601988"/>
                  <a:pt x="8206755" y="5604291"/>
                  <a:pt x="8204045" y="5607275"/>
                </a:cubicBezTo>
                <a:cubicBezTo>
                  <a:pt x="8164079" y="5591326"/>
                  <a:pt x="8126369" y="5605919"/>
                  <a:pt x="8082989" y="5603160"/>
                </a:cubicBezTo>
                <a:cubicBezTo>
                  <a:pt x="8034449" y="5606898"/>
                  <a:pt x="8008954" y="5596936"/>
                  <a:pt x="7976942" y="5598455"/>
                </a:cubicBezTo>
                <a:cubicBezTo>
                  <a:pt x="7962042" y="5600916"/>
                  <a:pt x="7941729" y="5599827"/>
                  <a:pt x="7950121" y="5590893"/>
                </a:cubicBezTo>
                <a:cubicBezTo>
                  <a:pt x="7904855" y="5610014"/>
                  <a:pt x="7778840" y="5612380"/>
                  <a:pt x="7727691" y="5621064"/>
                </a:cubicBezTo>
                <a:cubicBezTo>
                  <a:pt x="7699805" y="5600056"/>
                  <a:pt x="7714922" y="5619495"/>
                  <a:pt x="7685998" y="5615564"/>
                </a:cubicBezTo>
                <a:cubicBezTo>
                  <a:pt x="7693909" y="5634905"/>
                  <a:pt x="7650884" y="5604714"/>
                  <a:pt x="7649302" y="5626541"/>
                </a:cubicBezTo>
                <a:cubicBezTo>
                  <a:pt x="7644089" y="5625134"/>
                  <a:pt x="7639087" y="5623084"/>
                  <a:pt x="7634083" y="5620862"/>
                </a:cubicBezTo>
                <a:lnTo>
                  <a:pt x="7631455" y="5619708"/>
                </a:lnTo>
                <a:lnTo>
                  <a:pt x="7620952" y="5618872"/>
                </a:lnTo>
                <a:lnTo>
                  <a:pt x="7617992" y="5613914"/>
                </a:lnTo>
                <a:lnTo>
                  <a:pt x="7602182" y="5609271"/>
                </a:lnTo>
                <a:cubicBezTo>
                  <a:pt x="7596260" y="5608262"/>
                  <a:pt x="7589888" y="5608028"/>
                  <a:pt x="7582847" y="5609047"/>
                </a:cubicBezTo>
                <a:cubicBezTo>
                  <a:pt x="7565525" y="5617697"/>
                  <a:pt x="7538553" y="5607096"/>
                  <a:pt x="7514158" y="5607737"/>
                </a:cubicBezTo>
                <a:lnTo>
                  <a:pt x="7502955" y="5610415"/>
                </a:lnTo>
                <a:lnTo>
                  <a:pt x="7466391" y="5605949"/>
                </a:lnTo>
                <a:cubicBezTo>
                  <a:pt x="7455982" y="5605083"/>
                  <a:pt x="7445179" y="5604628"/>
                  <a:pt x="7433806" y="5604945"/>
                </a:cubicBezTo>
                <a:lnTo>
                  <a:pt x="7412693" y="5607075"/>
                </a:lnTo>
                <a:lnTo>
                  <a:pt x="7407159" y="5605310"/>
                </a:lnTo>
                <a:cubicBezTo>
                  <a:pt x="7397520" y="5605506"/>
                  <a:pt x="7384763" y="5611721"/>
                  <a:pt x="7385900" y="5604171"/>
                </a:cubicBezTo>
                <a:lnTo>
                  <a:pt x="7375071" y="5606788"/>
                </a:lnTo>
                <a:lnTo>
                  <a:pt x="7364382" y="5600762"/>
                </a:lnTo>
                <a:cubicBezTo>
                  <a:pt x="7363212" y="5599363"/>
                  <a:pt x="7362331" y="5597874"/>
                  <a:pt x="7361770" y="5596347"/>
                </a:cubicBezTo>
                <a:lnTo>
                  <a:pt x="7346641" y="5598329"/>
                </a:lnTo>
                <a:lnTo>
                  <a:pt x="7334238" y="5594014"/>
                </a:lnTo>
                <a:lnTo>
                  <a:pt x="7323426" y="5596835"/>
                </a:lnTo>
                <a:lnTo>
                  <a:pt x="7318938" y="5596200"/>
                </a:lnTo>
                <a:lnTo>
                  <a:pt x="7307784" y="5594065"/>
                </a:lnTo>
                <a:cubicBezTo>
                  <a:pt x="7302066" y="5592568"/>
                  <a:pt x="7295667" y="5590765"/>
                  <a:pt x="7288540" y="5589320"/>
                </a:cubicBezTo>
                <a:lnTo>
                  <a:pt x="7282537" y="5588660"/>
                </a:lnTo>
                <a:lnTo>
                  <a:pt x="7269466" y="5581404"/>
                </a:lnTo>
                <a:cubicBezTo>
                  <a:pt x="7259956" y="5575919"/>
                  <a:pt x="7252471" y="5572223"/>
                  <a:pt x="7244165" y="5575200"/>
                </a:cubicBezTo>
                <a:cubicBezTo>
                  <a:pt x="7230005" y="5568113"/>
                  <a:pt x="7220114" y="5548251"/>
                  <a:pt x="7199619" y="5553550"/>
                </a:cubicBezTo>
                <a:cubicBezTo>
                  <a:pt x="7205839" y="5544552"/>
                  <a:pt x="7176858" y="5552461"/>
                  <a:pt x="7173434" y="5543219"/>
                </a:cubicBezTo>
                <a:cubicBezTo>
                  <a:pt x="7171853" y="5535776"/>
                  <a:pt x="7162694" y="5536440"/>
                  <a:pt x="7155718" y="5533697"/>
                </a:cubicBezTo>
                <a:cubicBezTo>
                  <a:pt x="7150747" y="5526096"/>
                  <a:pt x="7115649" y="5519155"/>
                  <a:pt x="7103430" y="5520249"/>
                </a:cubicBezTo>
                <a:cubicBezTo>
                  <a:pt x="7068988" y="5527813"/>
                  <a:pt x="7041283" y="5497211"/>
                  <a:pt x="7013746" y="5502470"/>
                </a:cubicBezTo>
                <a:cubicBezTo>
                  <a:pt x="7006535" y="5501753"/>
                  <a:pt x="7000557" y="5500031"/>
                  <a:pt x="6995379" y="5497693"/>
                </a:cubicBezTo>
                <a:lnTo>
                  <a:pt x="6982475" y="5489641"/>
                </a:lnTo>
                <a:cubicBezTo>
                  <a:pt x="6982314" y="5487873"/>
                  <a:pt x="6982155" y="5486104"/>
                  <a:pt x="6981994" y="5484335"/>
                </a:cubicBezTo>
                <a:lnTo>
                  <a:pt x="6972355" y="5481074"/>
                </a:lnTo>
                <a:lnTo>
                  <a:pt x="6970394" y="5479383"/>
                </a:lnTo>
                <a:cubicBezTo>
                  <a:pt x="6966663" y="5476135"/>
                  <a:pt x="6962857" y="5473046"/>
                  <a:pt x="6958543" y="5470507"/>
                </a:cubicBezTo>
                <a:cubicBezTo>
                  <a:pt x="6946682" y="5490417"/>
                  <a:pt x="6919886" y="5452192"/>
                  <a:pt x="6918276" y="5472034"/>
                </a:cubicBezTo>
                <a:cubicBezTo>
                  <a:pt x="6892502" y="5461546"/>
                  <a:pt x="6897731" y="5483185"/>
                  <a:pt x="6881046" y="5457070"/>
                </a:cubicBezTo>
                <a:cubicBezTo>
                  <a:pt x="6828055" y="5453051"/>
                  <a:pt x="6839016" y="5431108"/>
                  <a:pt x="6752164" y="5425021"/>
                </a:cubicBezTo>
                <a:cubicBezTo>
                  <a:pt x="6758292" y="5421861"/>
                  <a:pt x="6727733" y="5418470"/>
                  <a:pt x="6724964" y="5414071"/>
                </a:cubicBezTo>
                <a:lnTo>
                  <a:pt x="6683286" y="5432830"/>
                </a:lnTo>
                <a:lnTo>
                  <a:pt x="6644277" y="5429684"/>
                </a:lnTo>
                <a:cubicBezTo>
                  <a:pt x="6602299" y="5429624"/>
                  <a:pt x="6572889" y="5412513"/>
                  <a:pt x="6532914" y="5431205"/>
                </a:cubicBezTo>
                <a:lnTo>
                  <a:pt x="6307459" y="5467087"/>
                </a:lnTo>
                <a:cubicBezTo>
                  <a:pt x="6243940" y="5484756"/>
                  <a:pt x="6232610" y="5506751"/>
                  <a:pt x="6196243" y="5515042"/>
                </a:cubicBezTo>
                <a:cubicBezTo>
                  <a:pt x="6164533" y="5518021"/>
                  <a:pt x="6142666" y="5509345"/>
                  <a:pt x="6099124" y="5516848"/>
                </a:cubicBezTo>
                <a:cubicBezTo>
                  <a:pt x="6076503" y="5515419"/>
                  <a:pt x="6031865" y="5528713"/>
                  <a:pt x="6016077" y="5528642"/>
                </a:cubicBezTo>
                <a:cubicBezTo>
                  <a:pt x="6017142" y="5530608"/>
                  <a:pt x="6008544" y="5532493"/>
                  <a:pt x="6004389" y="5531206"/>
                </a:cubicBezTo>
                <a:cubicBezTo>
                  <a:pt x="5932347" y="5531241"/>
                  <a:pt x="5981006" y="5545600"/>
                  <a:pt x="5933945" y="5538840"/>
                </a:cubicBezTo>
                <a:cubicBezTo>
                  <a:pt x="5905303" y="5539379"/>
                  <a:pt x="5918093" y="5561978"/>
                  <a:pt x="5883936" y="5553807"/>
                </a:cubicBezTo>
                <a:cubicBezTo>
                  <a:pt x="5850054" y="5556990"/>
                  <a:pt x="5832962" y="5567338"/>
                  <a:pt x="5798331" y="5564248"/>
                </a:cubicBezTo>
                <a:cubicBezTo>
                  <a:pt x="5766627" y="5567265"/>
                  <a:pt x="5741097" y="5573248"/>
                  <a:pt x="5712738" y="5573120"/>
                </a:cubicBezTo>
                <a:cubicBezTo>
                  <a:pt x="5703372" y="5576849"/>
                  <a:pt x="5693695" y="5578874"/>
                  <a:pt x="5681342" y="5575621"/>
                </a:cubicBezTo>
                <a:lnTo>
                  <a:pt x="5627167" y="5583215"/>
                </a:lnTo>
                <a:cubicBezTo>
                  <a:pt x="5612183" y="5597917"/>
                  <a:pt x="5611727" y="5586689"/>
                  <a:pt x="5591414" y="5587695"/>
                </a:cubicBezTo>
                <a:cubicBezTo>
                  <a:pt x="5574616" y="5587612"/>
                  <a:pt x="5598133" y="5579413"/>
                  <a:pt x="5583028" y="5580877"/>
                </a:cubicBezTo>
                <a:cubicBezTo>
                  <a:pt x="5569804" y="5586020"/>
                  <a:pt x="5562718" y="5576982"/>
                  <a:pt x="5549426" y="5582858"/>
                </a:cubicBezTo>
                <a:cubicBezTo>
                  <a:pt x="5559299" y="5589013"/>
                  <a:pt x="5515978" y="5586206"/>
                  <a:pt x="5519999" y="5592246"/>
                </a:cubicBezTo>
                <a:cubicBezTo>
                  <a:pt x="5498728" y="5585844"/>
                  <a:pt x="5500813" y="5597206"/>
                  <a:pt x="5480028" y="5597282"/>
                </a:cubicBezTo>
                <a:cubicBezTo>
                  <a:pt x="5468519" y="5595356"/>
                  <a:pt x="5461753" y="5595717"/>
                  <a:pt x="5456175" y="5600371"/>
                </a:cubicBezTo>
                <a:cubicBezTo>
                  <a:pt x="5402444" y="5590675"/>
                  <a:pt x="5431269" y="5603179"/>
                  <a:pt x="5388463" y="5602638"/>
                </a:cubicBezTo>
                <a:cubicBezTo>
                  <a:pt x="5350589" y="5601042"/>
                  <a:pt x="5310318" y="5602266"/>
                  <a:pt x="5265898" y="5591830"/>
                </a:cubicBezTo>
                <a:cubicBezTo>
                  <a:pt x="5256434" y="5588423"/>
                  <a:pt x="5240914" y="5588853"/>
                  <a:pt x="5231231" y="5592790"/>
                </a:cubicBezTo>
                <a:cubicBezTo>
                  <a:pt x="5229565" y="5593467"/>
                  <a:pt x="5228139" y="5594226"/>
                  <a:pt x="5226996" y="5595040"/>
                </a:cubicBezTo>
                <a:cubicBezTo>
                  <a:pt x="5199121" y="5587151"/>
                  <a:pt x="5190547" y="5594087"/>
                  <a:pt x="5175988" y="5588131"/>
                </a:cubicBezTo>
                <a:cubicBezTo>
                  <a:pt x="5141664" y="5589465"/>
                  <a:pt x="5120774" y="5599921"/>
                  <a:pt x="5107470" y="5594771"/>
                </a:cubicBezTo>
                <a:cubicBezTo>
                  <a:pt x="5082783" y="5597686"/>
                  <a:pt x="5044558" y="5603218"/>
                  <a:pt x="5027868" y="5605624"/>
                </a:cubicBezTo>
                <a:cubicBezTo>
                  <a:pt x="5023394" y="5609716"/>
                  <a:pt x="5015008" y="5608373"/>
                  <a:pt x="5007324" y="5609209"/>
                </a:cubicBezTo>
                <a:cubicBezTo>
                  <a:pt x="4999584" y="5613033"/>
                  <a:pt x="4963661" y="5613313"/>
                  <a:pt x="4952559" y="5611402"/>
                </a:cubicBezTo>
                <a:lnTo>
                  <a:pt x="4826081" y="5616191"/>
                </a:lnTo>
                <a:lnTo>
                  <a:pt x="4823501" y="5619174"/>
                </a:lnTo>
                <a:lnTo>
                  <a:pt x="4813093" y="5620026"/>
                </a:lnTo>
                <a:lnTo>
                  <a:pt x="4810563" y="5620787"/>
                </a:lnTo>
                <a:cubicBezTo>
                  <a:pt x="4805739" y="5622253"/>
                  <a:pt x="4800910" y="5623620"/>
                  <a:pt x="4795818" y="5624618"/>
                </a:cubicBezTo>
                <a:cubicBezTo>
                  <a:pt x="4792594" y="5611984"/>
                  <a:pt x="4751975" y="5631029"/>
                  <a:pt x="4758404" y="5619510"/>
                </a:cubicBezTo>
                <a:cubicBezTo>
                  <a:pt x="4729867" y="5622800"/>
                  <a:pt x="4743470" y="5610974"/>
                  <a:pt x="4717254" y="5624155"/>
                </a:cubicBezTo>
                <a:cubicBezTo>
                  <a:pt x="4665606" y="5620882"/>
                  <a:pt x="4638526" y="5634254"/>
                  <a:pt x="4591958" y="5624710"/>
                </a:cubicBezTo>
                <a:cubicBezTo>
                  <a:pt x="4600998" y="5629613"/>
                  <a:pt x="4491255" y="5629123"/>
                  <a:pt x="4476215" y="5628210"/>
                </a:cubicBezTo>
                <a:lnTo>
                  <a:pt x="4425193" y="5627414"/>
                </a:lnTo>
                <a:lnTo>
                  <a:pt x="4383866" y="5626546"/>
                </a:lnTo>
                <a:lnTo>
                  <a:pt x="4385596" y="5634646"/>
                </a:lnTo>
                <a:cubicBezTo>
                  <a:pt x="4373497" y="5634009"/>
                  <a:pt x="4366105" y="5636763"/>
                  <a:pt x="4360864" y="5641173"/>
                </a:cubicBezTo>
                <a:lnTo>
                  <a:pt x="4328321" y="5626332"/>
                </a:lnTo>
                <a:lnTo>
                  <a:pt x="4309842" y="5626471"/>
                </a:lnTo>
                <a:lnTo>
                  <a:pt x="4277424" y="5631598"/>
                </a:lnTo>
                <a:lnTo>
                  <a:pt x="4266627" y="5633969"/>
                </a:lnTo>
                <a:lnTo>
                  <a:pt x="4185525" y="5617508"/>
                </a:lnTo>
                <a:lnTo>
                  <a:pt x="4177617" y="5610903"/>
                </a:lnTo>
                <a:cubicBezTo>
                  <a:pt x="4169135" y="5606836"/>
                  <a:pt x="4157063" y="5604954"/>
                  <a:pt x="4136948" y="5608031"/>
                </a:cubicBezTo>
                <a:lnTo>
                  <a:pt x="4132323" y="5609784"/>
                </a:lnTo>
                <a:lnTo>
                  <a:pt x="4098620" y="5599672"/>
                </a:lnTo>
                <a:cubicBezTo>
                  <a:pt x="4087744" y="5595070"/>
                  <a:pt x="3971360" y="5589278"/>
                  <a:pt x="3963475" y="5581841"/>
                </a:cubicBezTo>
                <a:cubicBezTo>
                  <a:pt x="3836034" y="5600252"/>
                  <a:pt x="3827261" y="5567580"/>
                  <a:pt x="3703613" y="5572482"/>
                </a:cubicBezTo>
                <a:cubicBezTo>
                  <a:pt x="3596526" y="5522697"/>
                  <a:pt x="3528981" y="5553020"/>
                  <a:pt x="3432987" y="5545768"/>
                </a:cubicBezTo>
                <a:cubicBezTo>
                  <a:pt x="3341557" y="5540666"/>
                  <a:pt x="3299222" y="5556776"/>
                  <a:pt x="3176381" y="5556110"/>
                </a:cubicBezTo>
                <a:cubicBezTo>
                  <a:pt x="3046225" y="5545252"/>
                  <a:pt x="2856562" y="5551022"/>
                  <a:pt x="2710156" y="5527517"/>
                </a:cubicBezTo>
                <a:cubicBezTo>
                  <a:pt x="2595124" y="5519951"/>
                  <a:pt x="2594726" y="5525545"/>
                  <a:pt x="2550206" y="5524958"/>
                </a:cubicBezTo>
                <a:cubicBezTo>
                  <a:pt x="2535402" y="5528183"/>
                  <a:pt x="2457214" y="5518753"/>
                  <a:pt x="2443041" y="5523990"/>
                </a:cubicBezTo>
                <a:lnTo>
                  <a:pt x="2435613" y="5526704"/>
                </a:lnTo>
                <a:lnTo>
                  <a:pt x="2405682" y="5528307"/>
                </a:lnTo>
                <a:lnTo>
                  <a:pt x="2397487" y="5540337"/>
                </a:lnTo>
                <a:lnTo>
                  <a:pt x="2297454" y="5550765"/>
                </a:lnTo>
                <a:cubicBezTo>
                  <a:pt x="2230952" y="5521480"/>
                  <a:pt x="2174171" y="5556417"/>
                  <a:pt x="2056700" y="5555489"/>
                </a:cubicBezTo>
                <a:cubicBezTo>
                  <a:pt x="2025568" y="5545373"/>
                  <a:pt x="1901680" y="5520750"/>
                  <a:pt x="1878530" y="5535330"/>
                </a:cubicBezTo>
                <a:lnTo>
                  <a:pt x="1859292" y="5535461"/>
                </a:lnTo>
                <a:lnTo>
                  <a:pt x="1835626" y="5533793"/>
                </a:lnTo>
                <a:cubicBezTo>
                  <a:pt x="1823131" y="5534628"/>
                  <a:pt x="1810151" y="5536942"/>
                  <a:pt x="1798939" y="5540285"/>
                </a:cubicBezTo>
                <a:lnTo>
                  <a:pt x="1779046" y="5549949"/>
                </a:lnTo>
                <a:lnTo>
                  <a:pt x="1772421" y="5549018"/>
                </a:lnTo>
                <a:lnTo>
                  <a:pt x="1772052" y="5545689"/>
                </a:lnTo>
                <a:cubicBezTo>
                  <a:pt x="1758274" y="5534165"/>
                  <a:pt x="1670822" y="5556887"/>
                  <a:pt x="1711543" y="5534558"/>
                </a:cubicBezTo>
                <a:cubicBezTo>
                  <a:pt x="1696140" y="5533324"/>
                  <a:pt x="1670188" y="5488258"/>
                  <a:pt x="1631462" y="5491807"/>
                </a:cubicBezTo>
                <a:cubicBezTo>
                  <a:pt x="1579148" y="5498877"/>
                  <a:pt x="1591754" y="5486800"/>
                  <a:pt x="1538763" y="5482781"/>
                </a:cubicBezTo>
                <a:cubicBezTo>
                  <a:pt x="1522078" y="5456666"/>
                  <a:pt x="1527306" y="5478305"/>
                  <a:pt x="1501533" y="5467817"/>
                </a:cubicBezTo>
                <a:cubicBezTo>
                  <a:pt x="1499922" y="5487659"/>
                  <a:pt x="1473126" y="5449434"/>
                  <a:pt x="1461266" y="5469343"/>
                </a:cubicBezTo>
                <a:cubicBezTo>
                  <a:pt x="1456951" y="5466804"/>
                  <a:pt x="1453146" y="5463716"/>
                  <a:pt x="1449415" y="5460467"/>
                </a:cubicBezTo>
                <a:lnTo>
                  <a:pt x="1447454" y="5458776"/>
                </a:lnTo>
                <a:lnTo>
                  <a:pt x="1437814" y="5455515"/>
                </a:lnTo>
                <a:lnTo>
                  <a:pt x="1437334" y="5450209"/>
                </a:lnTo>
                <a:lnTo>
                  <a:pt x="1424429" y="5442157"/>
                </a:lnTo>
                <a:cubicBezTo>
                  <a:pt x="1419251" y="5439819"/>
                  <a:pt x="1413273" y="5438098"/>
                  <a:pt x="1406063" y="5437380"/>
                </a:cubicBezTo>
                <a:cubicBezTo>
                  <a:pt x="1378526" y="5442640"/>
                  <a:pt x="1350821" y="5412037"/>
                  <a:pt x="1316379" y="5419601"/>
                </a:cubicBezTo>
                <a:cubicBezTo>
                  <a:pt x="1304160" y="5420695"/>
                  <a:pt x="1269061" y="5413755"/>
                  <a:pt x="1264090" y="5406153"/>
                </a:cubicBezTo>
                <a:cubicBezTo>
                  <a:pt x="1257115" y="5403410"/>
                  <a:pt x="1247955" y="5404075"/>
                  <a:pt x="1246374" y="5396631"/>
                </a:cubicBezTo>
                <a:cubicBezTo>
                  <a:pt x="1242951" y="5387390"/>
                  <a:pt x="1213970" y="5395299"/>
                  <a:pt x="1220190" y="5386301"/>
                </a:cubicBezTo>
                <a:cubicBezTo>
                  <a:pt x="1199695" y="5391599"/>
                  <a:pt x="1189803" y="5371737"/>
                  <a:pt x="1175643" y="5364651"/>
                </a:cubicBezTo>
                <a:cubicBezTo>
                  <a:pt x="1167337" y="5367627"/>
                  <a:pt x="1159852" y="5363931"/>
                  <a:pt x="1150342" y="5358447"/>
                </a:cubicBezTo>
                <a:lnTo>
                  <a:pt x="1112024" y="5345786"/>
                </a:lnTo>
                <a:lnTo>
                  <a:pt x="1100870" y="5343651"/>
                </a:lnTo>
                <a:lnTo>
                  <a:pt x="1096383" y="5343015"/>
                </a:lnTo>
                <a:lnTo>
                  <a:pt x="1058039" y="5343504"/>
                </a:lnTo>
                <a:cubicBezTo>
                  <a:pt x="1057478" y="5341976"/>
                  <a:pt x="1056597" y="5340487"/>
                  <a:pt x="1055426" y="5339088"/>
                </a:cubicBezTo>
                <a:lnTo>
                  <a:pt x="1044738" y="5333063"/>
                </a:lnTo>
                <a:lnTo>
                  <a:pt x="1033909" y="5335680"/>
                </a:lnTo>
                <a:cubicBezTo>
                  <a:pt x="1035046" y="5328129"/>
                  <a:pt x="1022289" y="5334344"/>
                  <a:pt x="1012649" y="5334541"/>
                </a:cubicBezTo>
                <a:lnTo>
                  <a:pt x="1007115" y="5332775"/>
                </a:lnTo>
                <a:lnTo>
                  <a:pt x="987447" y="5346462"/>
                </a:lnTo>
                <a:cubicBezTo>
                  <a:pt x="976074" y="5346779"/>
                  <a:pt x="963827" y="5334768"/>
                  <a:pt x="953418" y="5333901"/>
                </a:cubicBezTo>
                <a:lnTo>
                  <a:pt x="916854" y="5329435"/>
                </a:lnTo>
                <a:lnTo>
                  <a:pt x="905651" y="5332114"/>
                </a:lnTo>
                <a:cubicBezTo>
                  <a:pt x="881256" y="5332755"/>
                  <a:pt x="855727" y="5330820"/>
                  <a:pt x="838405" y="5339470"/>
                </a:cubicBezTo>
                <a:cubicBezTo>
                  <a:pt x="831364" y="5340489"/>
                  <a:pt x="823548" y="5331589"/>
                  <a:pt x="817627" y="5330580"/>
                </a:cubicBezTo>
                <a:lnTo>
                  <a:pt x="801817" y="5325937"/>
                </a:lnTo>
                <a:lnTo>
                  <a:pt x="798857" y="5320979"/>
                </a:lnTo>
                <a:lnTo>
                  <a:pt x="788354" y="5320143"/>
                </a:lnTo>
                <a:lnTo>
                  <a:pt x="785726" y="5318989"/>
                </a:lnTo>
                <a:cubicBezTo>
                  <a:pt x="780721" y="5316767"/>
                  <a:pt x="775719" y="5314716"/>
                  <a:pt x="770507" y="5313309"/>
                </a:cubicBezTo>
                <a:cubicBezTo>
                  <a:pt x="768924" y="5335137"/>
                  <a:pt x="725899" y="5304945"/>
                  <a:pt x="733810" y="5324286"/>
                </a:cubicBezTo>
                <a:cubicBezTo>
                  <a:pt x="704886" y="5320356"/>
                  <a:pt x="720003" y="5339795"/>
                  <a:pt x="692117" y="5318786"/>
                </a:cubicBezTo>
                <a:cubicBezTo>
                  <a:pt x="640968" y="5327470"/>
                  <a:pt x="620209" y="5334772"/>
                  <a:pt x="574943" y="5327578"/>
                </a:cubicBezTo>
                <a:cubicBezTo>
                  <a:pt x="533141" y="5325624"/>
                  <a:pt x="480989" y="5305543"/>
                  <a:pt x="441302" y="5307062"/>
                </a:cubicBezTo>
                <a:cubicBezTo>
                  <a:pt x="381194" y="5308098"/>
                  <a:pt x="355572" y="5361507"/>
                  <a:pt x="336819" y="5336690"/>
                </a:cubicBezTo>
                <a:cubicBezTo>
                  <a:pt x="308424" y="5343088"/>
                  <a:pt x="294704" y="5344301"/>
                  <a:pt x="270932" y="5345451"/>
                </a:cubicBezTo>
                <a:lnTo>
                  <a:pt x="194189" y="5343588"/>
                </a:lnTo>
                <a:lnTo>
                  <a:pt x="192552" y="5342845"/>
                </a:lnTo>
                <a:cubicBezTo>
                  <a:pt x="185478" y="5341467"/>
                  <a:pt x="181262" y="5342160"/>
                  <a:pt x="178320" y="5343766"/>
                </a:cubicBezTo>
                <a:lnTo>
                  <a:pt x="175596" y="5346411"/>
                </a:lnTo>
                <a:lnTo>
                  <a:pt x="147287" y="5352625"/>
                </a:lnTo>
                <a:lnTo>
                  <a:pt x="114847" y="5355844"/>
                </a:lnTo>
                <a:lnTo>
                  <a:pt x="114306" y="5354983"/>
                </a:lnTo>
                <a:cubicBezTo>
                  <a:pt x="110042" y="5353823"/>
                  <a:pt x="100016" y="5353058"/>
                  <a:pt x="89264" y="5348886"/>
                </a:cubicBezTo>
                <a:cubicBezTo>
                  <a:pt x="93123" y="5327937"/>
                  <a:pt x="57863" y="5341064"/>
                  <a:pt x="49794" y="5329950"/>
                </a:cubicBezTo>
                <a:cubicBezTo>
                  <a:pt x="40251" y="5331715"/>
                  <a:pt x="30226" y="5333199"/>
                  <a:pt x="19924" y="5334282"/>
                </a:cubicBezTo>
                <a:lnTo>
                  <a:pt x="13819" y="5334653"/>
                </a:lnTo>
                <a:lnTo>
                  <a:pt x="13657" y="5334455"/>
                </a:lnTo>
                <a:cubicBezTo>
                  <a:pt x="12246" y="5334096"/>
                  <a:pt x="10207" y="5334053"/>
                  <a:pt x="7139" y="5334438"/>
                </a:cubicBezTo>
                <a:lnTo>
                  <a:pt x="2684" y="5335333"/>
                </a:lnTo>
                <a:lnTo>
                  <a:pt x="0" y="5335496"/>
                </a:lnTo>
                <a:lnTo>
                  <a:pt x="0" y="10592"/>
                </a:lnTo>
                <a:lnTo>
                  <a:pt x="11243827" y="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Title 10">
            <a:extLst>
              <a:ext uri="{FF2B5EF4-FFF2-40B4-BE49-F238E27FC236}">
                <a16:creationId xmlns:a16="http://schemas.microsoft.com/office/drawing/2014/main" id="{956E878C-8244-6812-CD2A-D79BEA70C320}"/>
              </a:ext>
            </a:extLst>
          </p:cNvPr>
          <p:cNvSpPr>
            <a:spLocks noGrp="1"/>
          </p:cNvSpPr>
          <p:nvPr>
            <p:ph type="title"/>
          </p:nvPr>
        </p:nvSpPr>
        <p:spPr>
          <a:xfrm>
            <a:off x="639414" y="675534"/>
            <a:ext cx="8924392" cy="933486"/>
          </a:xfrm>
        </p:spPr>
        <p:txBody>
          <a:bodyPr>
            <a:normAutofit/>
          </a:bodyPr>
          <a:lstStyle/>
          <a:p>
            <a:r>
              <a:rPr lang="en-IN" sz="2800" b="1" dirty="0">
                <a:latin typeface="Times New Roman" panose="02020603050405020304" pitchFamily="18" charset="0"/>
                <a:cs typeface="Times New Roman" panose="02020603050405020304" pitchFamily="18" charset="0"/>
              </a:rPr>
              <a:t>Model Used:</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MultinomialNB</a:t>
            </a:r>
            <a:r>
              <a:rPr lang="en-US" altLang="en-US" sz="2800" dirty="0">
                <a:latin typeface="Times New Roman" panose="02020603050405020304" pitchFamily="18" charset="0"/>
                <a:cs typeface="Times New Roman" panose="02020603050405020304" pitchFamily="18" charset="0"/>
              </a:rPr>
              <a:t>() </a:t>
            </a:r>
            <a:br>
              <a:rPr lang="en-IN" sz="2800" b="1" dirty="0">
                <a:latin typeface="Times New Roman" panose="02020603050405020304" pitchFamily="18" charset="0"/>
                <a:cs typeface="Times New Roman" panose="02020603050405020304" pitchFamily="18" charset="0"/>
              </a:rPr>
            </a:br>
            <a:endParaRPr lang="en-IN" sz="2800" dirty="0"/>
          </a:p>
        </p:txBody>
      </p:sp>
      <p:sp>
        <p:nvSpPr>
          <p:cNvPr id="20" name="Rectangle 6">
            <a:extLst>
              <a:ext uri="{FF2B5EF4-FFF2-40B4-BE49-F238E27FC236}">
                <a16:creationId xmlns:a16="http://schemas.microsoft.com/office/drawing/2014/main" id="{16A12243-4887-4E89-8347-1146AE5D14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0000">
            <a:off x="5418161" y="351736"/>
            <a:ext cx="1352113" cy="407805"/>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cubicBezTo>
                  <a:pt x="781874" y="4129"/>
                  <a:pt x="1607589" y="24681"/>
                  <a:pt x="2170127" y="33245"/>
                </a:cubicBezTo>
                <a:cubicBezTo>
                  <a:pt x="2169852" y="63908"/>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35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1">
            <a:extLst>
              <a:ext uri="{FF2B5EF4-FFF2-40B4-BE49-F238E27FC236}">
                <a16:creationId xmlns:a16="http://schemas.microsoft.com/office/drawing/2014/main" id="{12E00BB4-9BA0-A052-4FF0-4AC99320B9AC}"/>
              </a:ext>
            </a:extLst>
          </p:cNvPr>
          <p:cNvSpPr>
            <a:spLocks noGrp="1" noChangeArrowheads="1"/>
          </p:cNvSpPr>
          <p:nvPr>
            <p:ph idx="1"/>
          </p:nvPr>
        </p:nvSpPr>
        <p:spPr bwMode="auto">
          <a:xfrm>
            <a:off x="643466" y="1310764"/>
            <a:ext cx="10905066" cy="512269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pPr marL="0" marR="0" lvl="0" indent="0" defTabSz="914400" rtl="0" eaLnBrk="0" fontAlgn="base" latinLnBrk="0" hangingPunct="0">
              <a:spcBef>
                <a:spcPct val="0"/>
              </a:spcBef>
              <a:spcAft>
                <a:spcPts val="600"/>
              </a:spcAft>
              <a:buClrTx/>
              <a:buSzTx/>
              <a:buFontTx/>
              <a:buNone/>
              <a:tabLst/>
            </a:pPr>
            <a:r>
              <a:rPr kumimoji="0" lang="en-US" altLang="en-US" sz="1800" b="0" i="0" u="none" strike="noStrike" cap="none" normalizeH="0" baseline="0">
                <a:ln>
                  <a:noFill/>
                </a:ln>
                <a:effectLst/>
                <a:latin typeface="Times New Roman" panose="02020603050405020304" pitchFamily="18" charset="0"/>
                <a:cs typeface="Times New Roman" panose="02020603050405020304" pitchFamily="18" charset="0"/>
              </a:rPr>
              <a:t>MultinomialNB() is </a:t>
            </a:r>
            <a:r>
              <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rPr>
              <a:t>a classification algorithm from </a:t>
            </a:r>
            <a:r>
              <a:rPr kumimoji="0" lang="en-US" altLang="en-US" sz="1800" b="1" i="0" u="none" strike="noStrike" cap="none" normalizeH="0" baseline="0" dirty="0">
                <a:ln>
                  <a:noFill/>
                </a:ln>
                <a:effectLst/>
                <a:latin typeface="Times New Roman" panose="02020603050405020304" pitchFamily="18" charset="0"/>
                <a:cs typeface="Times New Roman" panose="02020603050405020304" pitchFamily="18" charset="0"/>
              </a:rPr>
              <a:t>scikit- </a:t>
            </a:r>
            <a:r>
              <a:rPr kumimoji="0" lang="en-US" altLang="en-US" sz="1800" b="1" i="0" u="none" strike="noStrike" cap="none" normalizeH="0" baseline="0" dirty="0" err="1">
                <a:ln>
                  <a:noFill/>
                </a:ln>
                <a:effectLst/>
                <a:latin typeface="Times New Roman" panose="02020603050405020304" pitchFamily="18" charset="0"/>
                <a:cs typeface="Times New Roman" panose="02020603050405020304" pitchFamily="18" charset="0"/>
              </a:rPr>
              <a:t>learn's</a:t>
            </a:r>
            <a:r>
              <a:rPr kumimoji="0" lang="en-US" altLang="en-US" sz="1800" b="1" i="0" u="none" strike="noStrike" cap="none" normalizeH="0" baseline="0" dirty="0">
                <a:ln>
                  <a:noFill/>
                </a:ln>
                <a:effectLst/>
                <a:latin typeface="Times New Roman" panose="02020603050405020304" pitchFamily="18" charset="0"/>
                <a:cs typeface="Times New Roman" panose="02020603050405020304" pitchFamily="18" charset="0"/>
              </a:rPr>
              <a:t> sklearn.naive_bayes</a:t>
            </a:r>
            <a:r>
              <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rPr>
              <a:t> module, primarily used for </a:t>
            </a:r>
          </a:p>
          <a:p>
            <a:pPr marL="0" marR="0" lvl="0" indent="0" defTabSz="914400" rtl="0" eaLnBrk="0" fontAlgn="base" latinLnBrk="0" hangingPunct="0">
              <a:spcBef>
                <a:spcPct val="0"/>
              </a:spcBef>
              <a:spcAft>
                <a:spcPts val="600"/>
              </a:spcAft>
              <a:buClrTx/>
              <a:buSzTx/>
              <a:buFontTx/>
              <a:buNone/>
              <a:tabLst/>
            </a:pPr>
            <a:r>
              <a:rPr kumimoji="0" lang="en-US" altLang="en-US" sz="1800" b="1" i="0" u="none" strike="noStrike" cap="none" normalizeH="0" baseline="0" dirty="0">
                <a:ln>
                  <a:noFill/>
                </a:ln>
                <a:effectLst/>
                <a:latin typeface="Times New Roman" panose="02020603050405020304" pitchFamily="18" charset="0"/>
                <a:cs typeface="Times New Roman" panose="02020603050405020304" pitchFamily="18" charset="0"/>
              </a:rPr>
              <a:t>text classification problems</a:t>
            </a:r>
            <a:r>
              <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rPr>
              <a:t>, including </a:t>
            </a:r>
            <a:r>
              <a:rPr kumimoji="0" lang="en-US" altLang="en-US" sz="1800" b="1" i="0" u="none" strike="noStrike" cap="none" normalizeH="0" baseline="0" dirty="0">
                <a:ln>
                  <a:noFill/>
                </a:ln>
                <a:effectLst/>
                <a:latin typeface="Times New Roman" panose="02020603050405020304" pitchFamily="18" charset="0"/>
                <a:cs typeface="Times New Roman" panose="02020603050405020304" pitchFamily="18" charset="0"/>
              </a:rPr>
              <a:t>sentiment analysis, spam filtering, and document categorization</a:t>
            </a:r>
            <a:r>
              <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rPr>
              <a:t>. </a:t>
            </a:r>
          </a:p>
          <a:p>
            <a:pPr marL="0" marR="0" lvl="0" indent="0" defTabSz="914400" rtl="0" eaLnBrk="0" fontAlgn="base" latinLnBrk="0" hangingPunct="0">
              <a:spcBef>
                <a:spcPct val="0"/>
              </a:spcBef>
              <a:spcAft>
                <a:spcPts val="600"/>
              </a:spcAft>
              <a:buClrTx/>
              <a:buSzTx/>
              <a:buFontTx/>
              <a:buNone/>
              <a:tabLst/>
            </a:pPr>
            <a:r>
              <a:rPr kumimoji="0" lang="en-US" altLang="en-US" sz="1800" b="1" i="0" u="none" strike="noStrike" cap="none" normalizeH="0" baseline="0" dirty="0">
                <a:ln>
                  <a:noFill/>
                </a:ln>
                <a:effectLst/>
                <a:latin typeface="Times New Roman" panose="02020603050405020304" pitchFamily="18" charset="0"/>
                <a:cs typeface="Times New Roman" panose="02020603050405020304" pitchFamily="18" charset="0"/>
              </a:rPr>
              <a:t>How MultinomialNB() Works:</a:t>
            </a:r>
          </a:p>
          <a:p>
            <a:pPr eaLnBrk="0" fontAlgn="base" hangingPunct="0">
              <a:spcBef>
                <a:spcPct val="0"/>
              </a:spcBef>
              <a:spcAft>
                <a:spcPts val="600"/>
              </a:spcAft>
            </a:pPr>
            <a:r>
              <a:rPr kumimoji="0" lang="en-US" altLang="en-US" sz="1800" b="1" i="0" u="none" strike="noStrike" cap="none" normalizeH="0" baseline="0" dirty="0">
                <a:ln>
                  <a:noFill/>
                </a:ln>
                <a:effectLst/>
                <a:latin typeface="Times New Roman" panose="02020603050405020304" pitchFamily="18" charset="0"/>
                <a:cs typeface="Times New Roman" panose="02020603050405020304" pitchFamily="18" charset="0"/>
              </a:rPr>
              <a:t>Probabilistic Model</a:t>
            </a:r>
            <a:r>
              <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rPr>
              <a:t> – Uses </a:t>
            </a:r>
            <a:r>
              <a:rPr kumimoji="0" lang="en-US" altLang="en-US" sz="1800" b="1" i="0" u="none" strike="noStrike" cap="none" normalizeH="0" baseline="0" dirty="0">
                <a:ln>
                  <a:noFill/>
                </a:ln>
                <a:effectLst/>
                <a:latin typeface="Times New Roman" panose="02020603050405020304" pitchFamily="18" charset="0"/>
                <a:cs typeface="Times New Roman" panose="02020603050405020304" pitchFamily="18" charset="0"/>
              </a:rPr>
              <a:t>Bayes' Theorem</a:t>
            </a:r>
            <a:r>
              <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rPr>
              <a:t> to calculate the probability of a given text belonging to a category </a:t>
            </a:r>
          </a:p>
          <a:p>
            <a:pPr eaLnBrk="0" fontAlgn="base" hangingPunct="0">
              <a:spcBef>
                <a:spcPct val="0"/>
              </a:spcBef>
              <a:spcAft>
                <a:spcPts val="600"/>
              </a:spcAft>
            </a:pPr>
            <a:r>
              <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rPr>
              <a:t>(e.g., </a:t>
            </a:r>
            <a:r>
              <a:rPr kumimoji="0" lang="en-US" altLang="en-US" sz="1800" b="1" i="0" u="none" strike="noStrike" cap="none" normalizeH="0" baseline="0" dirty="0">
                <a:ln>
                  <a:noFill/>
                </a:ln>
                <a:effectLst/>
                <a:latin typeface="Times New Roman" panose="02020603050405020304" pitchFamily="18" charset="0"/>
                <a:cs typeface="Times New Roman" panose="02020603050405020304" pitchFamily="18" charset="0"/>
              </a:rPr>
              <a:t>positive, negative, neutral</a:t>
            </a:r>
            <a:r>
              <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rPr>
              <a:t> sentiment).</a:t>
            </a:r>
          </a:p>
          <a:p>
            <a:pPr eaLnBrk="0" fontAlgn="base" hangingPunct="0">
              <a:spcBef>
                <a:spcPct val="0"/>
              </a:spcBef>
              <a:spcAft>
                <a:spcPts val="600"/>
              </a:spcAft>
            </a:pPr>
            <a:r>
              <a:rPr kumimoji="0" lang="en-US" altLang="en-US" sz="1800" b="1" i="0" u="none" strike="noStrike" cap="none" normalizeH="0" baseline="0" dirty="0">
                <a:ln>
                  <a:noFill/>
                </a:ln>
                <a:effectLst/>
                <a:latin typeface="Times New Roman" panose="02020603050405020304" pitchFamily="18" charset="0"/>
                <a:cs typeface="Times New Roman" panose="02020603050405020304" pitchFamily="18" charset="0"/>
              </a:rPr>
              <a:t>Multinomial Distribution</a:t>
            </a:r>
            <a:r>
              <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rPr>
              <a:t> – Assumes that word occurrences in a document follow a </a:t>
            </a:r>
            <a:r>
              <a:rPr kumimoji="0" lang="en-US" altLang="en-US" sz="1800" b="1" i="0" u="none" strike="noStrike" cap="none" normalizeH="0" baseline="0" dirty="0">
                <a:ln>
                  <a:noFill/>
                </a:ln>
                <a:effectLst/>
                <a:latin typeface="Times New Roman" panose="02020603050405020304" pitchFamily="18" charset="0"/>
                <a:cs typeface="Times New Roman" panose="02020603050405020304" pitchFamily="18" charset="0"/>
              </a:rPr>
              <a:t>multinomial distribution</a:t>
            </a:r>
            <a:r>
              <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rPr>
              <a:t>, making it suitable for text data where features (words) are represented as </a:t>
            </a:r>
            <a:r>
              <a:rPr kumimoji="0" lang="en-US" altLang="en-US" sz="1800" b="1" i="0" u="none" strike="noStrike" cap="none" normalizeH="0" baseline="0" dirty="0">
                <a:ln>
                  <a:noFill/>
                </a:ln>
                <a:effectLst/>
                <a:latin typeface="Times New Roman" panose="02020603050405020304" pitchFamily="18" charset="0"/>
                <a:cs typeface="Times New Roman" panose="02020603050405020304" pitchFamily="18" charset="0"/>
              </a:rPr>
              <a:t>word frequency counts or TF-IDF scores</a:t>
            </a:r>
            <a:r>
              <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rPr>
              <a:t>.</a:t>
            </a:r>
          </a:p>
          <a:p>
            <a:pPr eaLnBrk="0" fontAlgn="base" hangingPunct="0">
              <a:spcBef>
                <a:spcPct val="0"/>
              </a:spcBef>
              <a:spcAft>
                <a:spcPts val="600"/>
              </a:spcAft>
            </a:pPr>
            <a:r>
              <a:rPr kumimoji="0" lang="en-US" altLang="en-US" sz="1800" b="1" i="0" u="none" strike="noStrike" cap="none" normalizeH="0" baseline="0" dirty="0">
                <a:ln>
                  <a:noFill/>
                </a:ln>
                <a:effectLst/>
                <a:latin typeface="Times New Roman" panose="02020603050405020304" pitchFamily="18" charset="0"/>
                <a:cs typeface="Times New Roman" panose="02020603050405020304" pitchFamily="18" charset="0"/>
              </a:rPr>
              <a:t>Conditional Independence</a:t>
            </a:r>
            <a:r>
              <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rPr>
              <a:t> – Assumes that features (words) are </a:t>
            </a:r>
            <a:r>
              <a:rPr kumimoji="0" lang="en-US" altLang="en-US" sz="1800" b="1" i="0" u="none" strike="noStrike" cap="none" normalizeH="0" baseline="0" dirty="0">
                <a:ln>
                  <a:noFill/>
                </a:ln>
                <a:effectLst/>
                <a:latin typeface="Times New Roman" panose="02020603050405020304" pitchFamily="18" charset="0"/>
                <a:cs typeface="Times New Roman" panose="02020603050405020304" pitchFamily="18" charset="0"/>
              </a:rPr>
              <a:t>independent given the class</a:t>
            </a:r>
            <a:r>
              <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rPr>
              <a:t>, which simplifies computation and makes training </a:t>
            </a:r>
            <a:r>
              <a:rPr kumimoji="0" lang="en-US" altLang="en-US" sz="1800" b="1" i="0" u="none" strike="noStrike" cap="none" normalizeH="0" baseline="0" dirty="0">
                <a:ln>
                  <a:noFill/>
                </a:ln>
                <a:effectLst/>
                <a:latin typeface="Times New Roman" panose="02020603050405020304" pitchFamily="18" charset="0"/>
                <a:cs typeface="Times New Roman" panose="02020603050405020304" pitchFamily="18" charset="0"/>
              </a:rPr>
              <a:t>faster and efficient</a:t>
            </a:r>
            <a:r>
              <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rPr>
              <a:t>.</a:t>
            </a:r>
          </a:p>
          <a:p>
            <a:pPr eaLnBrk="0" fontAlgn="base" hangingPunct="0">
              <a:spcBef>
                <a:spcPct val="0"/>
              </a:spcBef>
              <a:spcAft>
                <a:spcPts val="600"/>
              </a:spcAft>
            </a:pPr>
            <a:r>
              <a:rPr lang="en-US" altLang="en-US" sz="1800" dirty="0">
                <a:latin typeface="Times New Roman" panose="02020603050405020304" pitchFamily="18" charset="0"/>
                <a:cs typeface="Times New Roman" panose="02020603050405020304" pitchFamily="18" charset="0"/>
              </a:rPr>
              <a:t>Formula used in Naïve Bayes: </a:t>
            </a:r>
            <a:r>
              <a:rPr lang="en-IN" altLang="en-US" sz="1800" b="1" i="1" dirty="0">
                <a:latin typeface="Times New Roman" panose="02020603050405020304" pitchFamily="18" charset="0"/>
                <a:cs typeface="Times New Roman" panose="02020603050405020304" pitchFamily="18" charset="0"/>
              </a:rPr>
              <a:t>P</a:t>
            </a:r>
            <a:r>
              <a:rPr lang="en-IN" sz="1800" b="1" dirty="0">
                <a:latin typeface="Times New Roman" panose="02020603050405020304" pitchFamily="18" charset="0"/>
                <a:cs typeface="Times New Roman" panose="02020603050405020304" pitchFamily="18" charset="0"/>
              </a:rPr>
              <a:t>(𝑚|𝑛) = [𝑃(𝑛|𝑚)𝑃(𝑚)]/𝑃(𝑛)</a:t>
            </a:r>
            <a:endParaRPr kumimoji="0" lang="en-US" altLang="en-US" sz="1800" b="1" i="0" u="none" strike="noStrike" cap="none" normalizeH="0" baseline="0" dirty="0">
              <a:ln>
                <a:noFill/>
              </a:ln>
              <a:effectLst/>
              <a:latin typeface="Times New Roman" panose="02020603050405020304" pitchFamily="18" charset="0"/>
              <a:cs typeface="Times New Roman" panose="02020603050405020304" pitchFamily="18" charset="0"/>
            </a:endParaRPr>
          </a:p>
          <a:p>
            <a:pPr eaLnBrk="0" fontAlgn="base" hangingPunct="0">
              <a:spcBef>
                <a:spcPct val="0"/>
              </a:spcBef>
              <a:spcAft>
                <a:spcPts val="600"/>
              </a:spcAft>
            </a:pPr>
            <a:r>
              <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rPr>
              <a:t>For </a:t>
            </a:r>
            <a:r>
              <a:rPr kumimoji="0" lang="en-US" altLang="en-US" sz="1800" b="1" i="0" u="none" strike="noStrike" cap="none" normalizeH="0" baseline="0" dirty="0">
                <a:ln>
                  <a:noFill/>
                </a:ln>
                <a:effectLst/>
                <a:latin typeface="Times New Roman" panose="02020603050405020304" pitchFamily="18" charset="0"/>
                <a:cs typeface="Times New Roman" panose="02020603050405020304" pitchFamily="18" charset="0"/>
              </a:rPr>
              <a:t>Amazon sentiment analysis</a:t>
            </a:r>
            <a:r>
              <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rPr>
              <a:t>, MultinomialNB() is the </a:t>
            </a:r>
            <a:r>
              <a:rPr kumimoji="0" lang="en-US" altLang="en-US" sz="1800" b="1" i="0" u="none" strike="noStrike" cap="none" normalizeH="0" baseline="0" dirty="0">
                <a:ln>
                  <a:noFill/>
                </a:ln>
                <a:effectLst/>
                <a:latin typeface="Times New Roman" panose="02020603050405020304" pitchFamily="18" charset="0"/>
                <a:cs typeface="Times New Roman" panose="02020603050405020304" pitchFamily="18" charset="0"/>
              </a:rPr>
              <a:t>best choice</a:t>
            </a:r>
            <a:r>
              <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rPr>
              <a:t> because:</a:t>
            </a:r>
            <a:br>
              <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a:ln>
                  <a:noFill/>
                </a:ln>
                <a:effectLst/>
                <a:latin typeface="Times New Roman" panose="02020603050405020304" pitchFamily="18" charset="0"/>
                <a:cs typeface="Times New Roman" panose="02020603050405020304" pitchFamily="18" charset="0"/>
              </a:rPr>
              <a:t>Fast, scalable, and requires less data.</a:t>
            </a:r>
            <a:br>
              <a:rPr kumimoji="0" lang="en-US" altLang="en-US" sz="180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800" i="0" u="none" strike="noStrike" cap="none" normalizeH="0" baseline="0" dirty="0">
                <a:ln>
                  <a:noFill/>
                </a:ln>
                <a:effectLst/>
                <a:latin typeface="Times New Roman" panose="02020603050405020304" pitchFamily="18" charset="0"/>
                <a:cs typeface="Times New Roman" panose="02020603050405020304" pitchFamily="18" charset="0"/>
              </a:rPr>
              <a:t>–  Works perfectly with TF-IDF and </a:t>
            </a:r>
            <a:r>
              <a:rPr kumimoji="0" lang="en-US" altLang="en-US" sz="1800" i="0" u="none" strike="noStrike" cap="none" normalizeH="0" baseline="0" dirty="0" err="1">
                <a:ln>
                  <a:noFill/>
                </a:ln>
                <a:effectLst/>
                <a:latin typeface="Times New Roman" panose="02020603050405020304" pitchFamily="18" charset="0"/>
                <a:cs typeface="Times New Roman" panose="02020603050405020304" pitchFamily="18" charset="0"/>
              </a:rPr>
              <a:t>BoW</a:t>
            </a:r>
            <a:r>
              <a:rPr kumimoji="0" lang="en-US" altLang="en-US" sz="1800" i="0" u="none" strike="noStrike" cap="none" normalizeH="0" baseline="0" dirty="0">
                <a:ln>
                  <a:noFill/>
                </a:ln>
                <a:effectLst/>
                <a:latin typeface="Times New Roman" panose="02020603050405020304" pitchFamily="18" charset="0"/>
                <a:cs typeface="Times New Roman" panose="02020603050405020304" pitchFamily="18" charset="0"/>
              </a:rPr>
              <a:t> feature extraction.</a:t>
            </a:r>
            <a:br>
              <a:rPr kumimoji="0" lang="en-US" altLang="en-US" sz="180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800" i="0" u="none" strike="noStrike" cap="none" normalizeH="0" baseline="0" dirty="0">
                <a:ln>
                  <a:noFill/>
                </a:ln>
                <a:effectLst/>
                <a:latin typeface="Times New Roman" panose="02020603050405020304" pitchFamily="18" charset="0"/>
                <a:cs typeface="Times New Roman" panose="02020603050405020304" pitchFamily="18" charset="0"/>
              </a:rPr>
              <a:t>–  Performs well on short, structured text data like product reviews.</a:t>
            </a:r>
            <a:br>
              <a:rPr kumimoji="0" lang="en-US" altLang="en-US" sz="180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800" i="0" u="none" strike="noStrike" cap="none" normalizeH="0" baseline="0" dirty="0">
                <a:ln>
                  <a:noFill/>
                </a:ln>
                <a:effectLst/>
                <a:latin typeface="Times New Roman" panose="02020603050405020304" pitchFamily="18" charset="0"/>
                <a:cs typeface="Times New Roman" panose="02020603050405020304" pitchFamily="18" charset="0"/>
              </a:rPr>
              <a:t>–  Lower computational cost compared to deep learning models like BERT or Bi-LSTM </a:t>
            </a:r>
          </a:p>
          <a:p>
            <a:pPr marL="0" indent="0" eaLnBrk="0" fontAlgn="base" hangingPunct="0">
              <a:spcBef>
                <a:spcPct val="0"/>
              </a:spcBef>
              <a:spcAft>
                <a:spcPts val="600"/>
              </a:spcAft>
              <a:buNone/>
            </a:pPr>
            <a:endPar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spcBef>
                <a:spcPct val="0"/>
              </a:spcBef>
              <a:spcAft>
                <a:spcPts val="600"/>
              </a:spcAft>
              <a:buClrTx/>
              <a:buSzTx/>
              <a:buFontTx/>
              <a:buNone/>
              <a:tabLst/>
            </a:pPr>
            <a:endPar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spcBef>
                <a:spcPct val="0"/>
              </a:spcBef>
              <a:spcAft>
                <a:spcPts val="600"/>
              </a:spcAft>
              <a:buClrTx/>
              <a:buSzTx/>
              <a:buFontTx/>
              <a:buNone/>
              <a:tabLst/>
            </a:pPr>
            <a:endParaRPr lang="en-US" alt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10489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0DCC097-1DB8-4B6D-85D0-6FBA0E1CA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E0B58608-23C8-4441-994D-C6823EEE1D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3282074-BB10-41C4-31FD-145A86A4C916}"/>
              </a:ext>
            </a:extLst>
          </p:cNvPr>
          <p:cNvSpPr>
            <a:spLocks noGrp="1"/>
          </p:cNvSpPr>
          <p:nvPr>
            <p:ph type="title"/>
          </p:nvPr>
        </p:nvSpPr>
        <p:spPr>
          <a:xfrm>
            <a:off x="828675" y="494414"/>
            <a:ext cx="10534650" cy="817403"/>
          </a:xfrm>
        </p:spPr>
        <p:txBody>
          <a:bodyPr vert="horz" lIns="91440" tIns="45720" rIns="91440" bIns="45720" rtlCol="0" anchor="b">
            <a:normAutofit/>
          </a:bodyPr>
          <a:lstStyle/>
          <a:p>
            <a:pPr algn="ctr"/>
            <a:r>
              <a:rPr lang="en-US" sz="3600" b="1" kern="1200">
                <a:solidFill>
                  <a:schemeClr val="tx1"/>
                </a:solidFill>
                <a:latin typeface="+mj-lt"/>
                <a:ea typeface="+mj-ea"/>
                <a:cs typeface="+mj-cs"/>
              </a:rPr>
              <a:t>Why MultinomialNB is preferred over others?</a:t>
            </a:r>
          </a:p>
        </p:txBody>
      </p:sp>
      <p:graphicFrame>
        <p:nvGraphicFramePr>
          <p:cNvPr id="4" name="Content Placeholder 3">
            <a:extLst>
              <a:ext uri="{FF2B5EF4-FFF2-40B4-BE49-F238E27FC236}">
                <a16:creationId xmlns:a16="http://schemas.microsoft.com/office/drawing/2014/main" id="{D5E4E683-EFE3-1770-3138-FA992F72DD01}"/>
              </a:ext>
            </a:extLst>
          </p:cNvPr>
          <p:cNvGraphicFramePr>
            <a:graphicFrameLocks noGrp="1"/>
          </p:cNvGraphicFramePr>
          <p:nvPr>
            <p:ph idx="1"/>
            <p:extLst>
              <p:ext uri="{D42A27DB-BD31-4B8C-83A1-F6EECF244321}">
                <p14:modId xmlns:p14="http://schemas.microsoft.com/office/powerpoint/2010/main" val="2413781492"/>
              </p:ext>
            </p:extLst>
          </p:nvPr>
        </p:nvGraphicFramePr>
        <p:xfrm>
          <a:off x="484414" y="1487373"/>
          <a:ext cx="11223171" cy="5293836"/>
        </p:xfrm>
        <a:graphic>
          <a:graphicData uri="http://schemas.openxmlformats.org/drawingml/2006/table">
            <a:tbl>
              <a:tblPr>
                <a:noFill/>
              </a:tblPr>
              <a:tblGrid>
                <a:gridCol w="2078277">
                  <a:extLst>
                    <a:ext uri="{9D8B030D-6E8A-4147-A177-3AD203B41FA5}">
                      <a16:colId xmlns:a16="http://schemas.microsoft.com/office/drawing/2014/main" val="2807576502"/>
                    </a:ext>
                  </a:extLst>
                </a:gridCol>
                <a:gridCol w="1639747">
                  <a:extLst>
                    <a:ext uri="{9D8B030D-6E8A-4147-A177-3AD203B41FA5}">
                      <a16:colId xmlns:a16="http://schemas.microsoft.com/office/drawing/2014/main" val="2004401401"/>
                    </a:ext>
                  </a:extLst>
                </a:gridCol>
                <a:gridCol w="1657022">
                  <a:extLst>
                    <a:ext uri="{9D8B030D-6E8A-4147-A177-3AD203B41FA5}">
                      <a16:colId xmlns:a16="http://schemas.microsoft.com/office/drawing/2014/main" val="873460453"/>
                    </a:ext>
                  </a:extLst>
                </a:gridCol>
                <a:gridCol w="1958678">
                  <a:extLst>
                    <a:ext uri="{9D8B030D-6E8A-4147-A177-3AD203B41FA5}">
                      <a16:colId xmlns:a16="http://schemas.microsoft.com/office/drawing/2014/main" val="1128240610"/>
                    </a:ext>
                  </a:extLst>
                </a:gridCol>
                <a:gridCol w="1797882">
                  <a:extLst>
                    <a:ext uri="{9D8B030D-6E8A-4147-A177-3AD203B41FA5}">
                      <a16:colId xmlns:a16="http://schemas.microsoft.com/office/drawing/2014/main" val="3112143343"/>
                    </a:ext>
                  </a:extLst>
                </a:gridCol>
                <a:gridCol w="2091565">
                  <a:extLst>
                    <a:ext uri="{9D8B030D-6E8A-4147-A177-3AD203B41FA5}">
                      <a16:colId xmlns:a16="http://schemas.microsoft.com/office/drawing/2014/main" val="604458871"/>
                    </a:ext>
                  </a:extLst>
                </a:gridCol>
              </a:tblGrid>
              <a:tr h="555924">
                <a:tc>
                  <a:txBody>
                    <a:bodyPr/>
                    <a:lstStyle/>
                    <a:p>
                      <a:r>
                        <a:rPr lang="en-IN" sz="2000" b="1">
                          <a:solidFill>
                            <a:schemeClr val="tx1">
                              <a:lumMod val="85000"/>
                              <a:lumOff val="15000"/>
                            </a:schemeClr>
                          </a:solidFill>
                          <a:latin typeface="Times New Roman" panose="02020603050405020304" pitchFamily="18" charset="0"/>
                          <a:cs typeface="Times New Roman" panose="02020603050405020304" pitchFamily="18" charset="0"/>
                        </a:rPr>
                        <a:t>Model</a:t>
                      </a:r>
                      <a:endParaRPr lang="en-IN" sz="2000">
                        <a:solidFill>
                          <a:schemeClr val="tx1">
                            <a:lumMod val="85000"/>
                            <a:lumOff val="15000"/>
                          </a:schemeClr>
                        </a:solidFill>
                        <a:latin typeface="Times New Roman" panose="02020603050405020304" pitchFamily="18" charset="0"/>
                        <a:cs typeface="Times New Roman" panose="02020603050405020304" pitchFamily="18" charset="0"/>
                      </a:endParaRPr>
                    </a:p>
                  </a:txBody>
                  <a:tcPr marL="142588" marR="85553" marT="85553" marB="85553" anchor="ctr">
                    <a:lnL w="12700" cmpd="sng">
                      <a:noFill/>
                      <a:prstDash val="solid"/>
                    </a:lnL>
                    <a:lnR w="38100" cap="flat" cmpd="sng" algn="ctr">
                      <a:solidFill>
                        <a:srgbClr val="FFFFFF"/>
                      </a:solidFill>
                      <a:prstDash val="solid"/>
                    </a:lnR>
                    <a:lnT w="12700" cmpd="sng">
                      <a:noFill/>
                      <a:prstDash val="solid"/>
                    </a:lnT>
                    <a:lnB w="38100" cap="flat" cmpd="sng" algn="ctr">
                      <a:solidFill>
                        <a:srgbClr val="FFFFFF"/>
                      </a:solidFill>
                      <a:prstDash val="solid"/>
                    </a:lnB>
                    <a:solidFill>
                      <a:srgbClr val="878E8B">
                        <a:alpha val="30196"/>
                      </a:srgbClr>
                    </a:solidFill>
                  </a:tcPr>
                </a:tc>
                <a:tc>
                  <a:txBody>
                    <a:bodyPr/>
                    <a:lstStyle/>
                    <a:p>
                      <a:r>
                        <a:rPr lang="en-IN" sz="2000" b="1">
                          <a:solidFill>
                            <a:schemeClr val="tx1">
                              <a:lumMod val="85000"/>
                              <a:lumOff val="15000"/>
                            </a:schemeClr>
                          </a:solidFill>
                          <a:latin typeface="Times New Roman" panose="02020603050405020304" pitchFamily="18" charset="0"/>
                          <a:cs typeface="Times New Roman" panose="02020603050405020304" pitchFamily="18" charset="0"/>
                        </a:rPr>
                        <a:t>Accuracy</a:t>
                      </a:r>
                      <a:endParaRPr lang="en-IN" sz="2000">
                        <a:solidFill>
                          <a:schemeClr val="tx1">
                            <a:lumMod val="85000"/>
                            <a:lumOff val="15000"/>
                          </a:schemeClr>
                        </a:solidFill>
                        <a:latin typeface="Times New Roman" panose="02020603050405020304" pitchFamily="18" charset="0"/>
                        <a:cs typeface="Times New Roman" panose="02020603050405020304" pitchFamily="18" charset="0"/>
                      </a:endParaRPr>
                    </a:p>
                  </a:txBody>
                  <a:tcPr marL="142588" marR="85553" marT="85553" marB="85553" anchor="ctr">
                    <a:lnL w="38100" cap="flat" cmpd="sng" algn="ctr">
                      <a:solidFill>
                        <a:srgbClr val="FFFFFF"/>
                      </a:solidFill>
                      <a:prstDash val="solid"/>
                    </a:lnL>
                    <a:lnR w="38100" cap="flat" cmpd="sng" algn="ctr">
                      <a:solidFill>
                        <a:srgbClr val="FFFFFF"/>
                      </a:solidFill>
                      <a:prstDash val="solid"/>
                    </a:lnR>
                    <a:lnT w="12700" cmpd="sng">
                      <a:noFill/>
                      <a:prstDash val="solid"/>
                    </a:lnT>
                    <a:lnB w="38100" cap="flat" cmpd="sng" algn="ctr">
                      <a:solidFill>
                        <a:srgbClr val="FFFFFF"/>
                      </a:solidFill>
                      <a:prstDash val="solid"/>
                    </a:lnB>
                    <a:solidFill>
                      <a:srgbClr val="878E8B">
                        <a:alpha val="30196"/>
                      </a:srgbClr>
                    </a:solidFill>
                  </a:tcPr>
                </a:tc>
                <a:tc>
                  <a:txBody>
                    <a:bodyPr/>
                    <a:lstStyle/>
                    <a:p>
                      <a:r>
                        <a:rPr lang="en-IN" sz="2000" b="1">
                          <a:solidFill>
                            <a:schemeClr val="tx1">
                              <a:lumMod val="85000"/>
                              <a:lumOff val="15000"/>
                            </a:schemeClr>
                          </a:solidFill>
                          <a:latin typeface="Times New Roman" panose="02020603050405020304" pitchFamily="18" charset="0"/>
                          <a:cs typeface="Times New Roman" panose="02020603050405020304" pitchFamily="18" charset="0"/>
                        </a:rPr>
                        <a:t>Speed</a:t>
                      </a:r>
                      <a:endParaRPr lang="en-IN" sz="2000">
                        <a:solidFill>
                          <a:schemeClr val="tx1">
                            <a:lumMod val="85000"/>
                            <a:lumOff val="15000"/>
                          </a:schemeClr>
                        </a:solidFill>
                        <a:latin typeface="Times New Roman" panose="02020603050405020304" pitchFamily="18" charset="0"/>
                        <a:cs typeface="Times New Roman" panose="02020603050405020304" pitchFamily="18" charset="0"/>
                      </a:endParaRPr>
                    </a:p>
                  </a:txBody>
                  <a:tcPr marL="142588" marR="85553" marT="85553" marB="85553" anchor="ctr">
                    <a:lnL w="38100" cap="flat" cmpd="sng" algn="ctr">
                      <a:solidFill>
                        <a:srgbClr val="FFFFFF"/>
                      </a:solidFill>
                      <a:prstDash val="solid"/>
                    </a:lnL>
                    <a:lnR w="38100" cap="flat" cmpd="sng" algn="ctr">
                      <a:solidFill>
                        <a:srgbClr val="FFFFFF"/>
                      </a:solidFill>
                      <a:prstDash val="solid"/>
                    </a:lnR>
                    <a:lnT w="12700" cmpd="sng">
                      <a:noFill/>
                      <a:prstDash val="solid"/>
                    </a:lnT>
                    <a:lnB w="38100" cap="flat" cmpd="sng" algn="ctr">
                      <a:solidFill>
                        <a:srgbClr val="FFFFFF"/>
                      </a:solidFill>
                      <a:prstDash val="solid"/>
                    </a:lnB>
                    <a:solidFill>
                      <a:srgbClr val="878E8B">
                        <a:alpha val="30196"/>
                      </a:srgbClr>
                    </a:solidFill>
                  </a:tcPr>
                </a:tc>
                <a:tc>
                  <a:txBody>
                    <a:bodyPr/>
                    <a:lstStyle/>
                    <a:p>
                      <a:r>
                        <a:rPr lang="en-IN" sz="2000" b="1">
                          <a:solidFill>
                            <a:schemeClr val="tx1">
                              <a:lumMod val="85000"/>
                              <a:lumOff val="15000"/>
                            </a:schemeClr>
                          </a:solidFill>
                          <a:latin typeface="Times New Roman" panose="02020603050405020304" pitchFamily="18" charset="0"/>
                          <a:cs typeface="Times New Roman" panose="02020603050405020304" pitchFamily="18" charset="0"/>
                        </a:rPr>
                        <a:t>Computational Cost</a:t>
                      </a:r>
                      <a:endParaRPr lang="en-IN" sz="2000">
                        <a:solidFill>
                          <a:schemeClr val="tx1">
                            <a:lumMod val="85000"/>
                            <a:lumOff val="15000"/>
                          </a:schemeClr>
                        </a:solidFill>
                        <a:latin typeface="Times New Roman" panose="02020603050405020304" pitchFamily="18" charset="0"/>
                        <a:cs typeface="Times New Roman" panose="02020603050405020304" pitchFamily="18" charset="0"/>
                      </a:endParaRPr>
                    </a:p>
                  </a:txBody>
                  <a:tcPr marL="142588" marR="85553" marT="85553" marB="85553" anchor="ctr">
                    <a:lnL w="38100" cap="flat" cmpd="sng" algn="ctr">
                      <a:solidFill>
                        <a:srgbClr val="FFFFFF"/>
                      </a:solidFill>
                      <a:prstDash val="solid"/>
                    </a:lnL>
                    <a:lnR w="38100" cap="flat" cmpd="sng" algn="ctr">
                      <a:solidFill>
                        <a:srgbClr val="FFFFFF"/>
                      </a:solidFill>
                      <a:prstDash val="solid"/>
                    </a:lnR>
                    <a:lnT w="12700" cmpd="sng">
                      <a:noFill/>
                      <a:prstDash val="solid"/>
                    </a:lnT>
                    <a:lnB w="38100" cap="flat" cmpd="sng" algn="ctr">
                      <a:solidFill>
                        <a:srgbClr val="FFFFFF"/>
                      </a:solidFill>
                      <a:prstDash val="solid"/>
                    </a:lnB>
                    <a:solidFill>
                      <a:srgbClr val="878E8B">
                        <a:alpha val="30196"/>
                      </a:srgbClr>
                    </a:solidFill>
                  </a:tcPr>
                </a:tc>
                <a:tc>
                  <a:txBody>
                    <a:bodyPr/>
                    <a:lstStyle/>
                    <a:p>
                      <a:r>
                        <a:rPr lang="en-IN" sz="2000" b="1">
                          <a:solidFill>
                            <a:schemeClr val="tx1">
                              <a:lumMod val="85000"/>
                              <a:lumOff val="15000"/>
                            </a:schemeClr>
                          </a:solidFill>
                          <a:latin typeface="Times New Roman" panose="02020603050405020304" pitchFamily="18" charset="0"/>
                          <a:cs typeface="Times New Roman" panose="02020603050405020304" pitchFamily="18" charset="0"/>
                        </a:rPr>
                        <a:t>Interpretability</a:t>
                      </a:r>
                      <a:endParaRPr lang="en-IN" sz="2000">
                        <a:solidFill>
                          <a:schemeClr val="tx1">
                            <a:lumMod val="85000"/>
                            <a:lumOff val="15000"/>
                          </a:schemeClr>
                        </a:solidFill>
                        <a:latin typeface="Times New Roman" panose="02020603050405020304" pitchFamily="18" charset="0"/>
                        <a:cs typeface="Times New Roman" panose="02020603050405020304" pitchFamily="18" charset="0"/>
                      </a:endParaRPr>
                    </a:p>
                  </a:txBody>
                  <a:tcPr marL="142588" marR="85553" marT="85553" marB="85553" anchor="ctr">
                    <a:lnL w="38100" cap="flat" cmpd="sng" algn="ctr">
                      <a:solidFill>
                        <a:srgbClr val="FFFFFF"/>
                      </a:solidFill>
                      <a:prstDash val="solid"/>
                    </a:lnL>
                    <a:lnR w="38100" cap="flat" cmpd="sng" algn="ctr">
                      <a:solidFill>
                        <a:srgbClr val="FFFFFF"/>
                      </a:solidFill>
                      <a:prstDash val="solid"/>
                    </a:lnR>
                    <a:lnT w="12700" cmpd="sng">
                      <a:noFill/>
                      <a:prstDash val="solid"/>
                    </a:lnT>
                    <a:lnB w="38100" cap="flat" cmpd="sng" algn="ctr">
                      <a:solidFill>
                        <a:srgbClr val="FFFFFF"/>
                      </a:solidFill>
                      <a:prstDash val="solid"/>
                    </a:lnB>
                    <a:solidFill>
                      <a:srgbClr val="878E8B">
                        <a:alpha val="30196"/>
                      </a:srgbClr>
                    </a:solidFill>
                  </a:tcPr>
                </a:tc>
                <a:tc>
                  <a:txBody>
                    <a:bodyPr/>
                    <a:lstStyle/>
                    <a:p>
                      <a:r>
                        <a:rPr lang="en-IN" sz="2000" b="1" dirty="0">
                          <a:solidFill>
                            <a:schemeClr val="tx1">
                              <a:lumMod val="85000"/>
                              <a:lumOff val="15000"/>
                            </a:schemeClr>
                          </a:solidFill>
                          <a:latin typeface="Times New Roman" panose="02020603050405020304" pitchFamily="18" charset="0"/>
                          <a:cs typeface="Times New Roman" panose="02020603050405020304" pitchFamily="18" charset="0"/>
                        </a:rPr>
                        <a:t>Handling Large Data</a:t>
                      </a:r>
                      <a:endParaRPr lang="en-IN" sz="2000" dirty="0">
                        <a:solidFill>
                          <a:schemeClr val="tx1">
                            <a:lumMod val="85000"/>
                            <a:lumOff val="15000"/>
                          </a:schemeClr>
                        </a:solidFill>
                        <a:latin typeface="Times New Roman" panose="02020603050405020304" pitchFamily="18" charset="0"/>
                        <a:cs typeface="Times New Roman" panose="02020603050405020304" pitchFamily="18" charset="0"/>
                      </a:endParaRPr>
                    </a:p>
                  </a:txBody>
                  <a:tcPr marL="142588" marR="85553" marT="85553" marB="85553" anchor="ctr">
                    <a:lnL w="38100" cap="flat" cmpd="sng" algn="ctr">
                      <a:solidFill>
                        <a:srgbClr val="FFFFFF"/>
                      </a:solidFill>
                      <a:prstDash val="solid"/>
                    </a:lnL>
                    <a:lnR w="12700" cmpd="sng">
                      <a:noFill/>
                      <a:prstDash val="solid"/>
                    </a:lnR>
                    <a:lnT w="12700" cmpd="sng">
                      <a:no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2592141226"/>
                  </a:ext>
                </a:extLst>
              </a:tr>
              <a:tr h="800286">
                <a:tc>
                  <a:txBody>
                    <a:bodyPr/>
                    <a:lstStyle/>
                    <a:p>
                      <a:r>
                        <a:rPr lang="en-IN" sz="1600" b="1" dirty="0" err="1">
                          <a:solidFill>
                            <a:schemeClr val="tx1">
                              <a:lumMod val="85000"/>
                              <a:lumOff val="15000"/>
                            </a:schemeClr>
                          </a:solidFill>
                          <a:latin typeface="Times New Roman" panose="02020603050405020304" pitchFamily="18" charset="0"/>
                          <a:cs typeface="Times New Roman" panose="02020603050405020304" pitchFamily="18" charset="0"/>
                        </a:rPr>
                        <a:t>MultinomialNB</a:t>
                      </a:r>
                      <a:endParaRPr lang="en-IN" sz="1600" dirty="0">
                        <a:solidFill>
                          <a:schemeClr val="tx1">
                            <a:lumMod val="85000"/>
                            <a:lumOff val="15000"/>
                          </a:schemeClr>
                        </a:solidFill>
                        <a:latin typeface="Times New Roman" panose="02020603050405020304" pitchFamily="18" charset="0"/>
                        <a:cs typeface="Times New Roman" panose="02020603050405020304" pitchFamily="18" charset="0"/>
                      </a:endParaRPr>
                    </a:p>
                  </a:txBody>
                  <a:tcPr marL="142588" marR="85553" marT="85553" marB="85553" anchor="ctr">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r>
                        <a:rPr lang="en-IN" sz="1600">
                          <a:solidFill>
                            <a:schemeClr val="tx1">
                              <a:lumMod val="85000"/>
                              <a:lumOff val="15000"/>
                            </a:schemeClr>
                          </a:solidFill>
                          <a:latin typeface="Times New Roman" panose="02020603050405020304" pitchFamily="18" charset="0"/>
                          <a:cs typeface="Times New Roman" panose="02020603050405020304" pitchFamily="18" charset="0"/>
                        </a:rPr>
                        <a:t>✅ </a:t>
                      </a:r>
                      <a:r>
                        <a:rPr lang="en-IN" sz="1600" b="1">
                          <a:solidFill>
                            <a:schemeClr val="tx1">
                              <a:lumMod val="85000"/>
                              <a:lumOff val="15000"/>
                            </a:schemeClr>
                          </a:solidFill>
                          <a:latin typeface="Times New Roman" panose="02020603050405020304" pitchFamily="18" charset="0"/>
                          <a:cs typeface="Times New Roman" panose="02020603050405020304" pitchFamily="18" charset="0"/>
                        </a:rPr>
                        <a:t>High (80-90%)</a:t>
                      </a:r>
                      <a:endParaRPr lang="en-IN" sz="1600">
                        <a:solidFill>
                          <a:schemeClr val="tx1">
                            <a:lumMod val="85000"/>
                            <a:lumOff val="15000"/>
                          </a:schemeClr>
                        </a:solidFill>
                        <a:latin typeface="Times New Roman" panose="02020603050405020304" pitchFamily="18" charset="0"/>
                        <a:cs typeface="Times New Roman" panose="02020603050405020304" pitchFamily="18" charset="0"/>
                      </a:endParaRPr>
                    </a:p>
                  </a:txBody>
                  <a:tcPr marL="142588" marR="85553" marT="85553" marB="85553"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r>
                        <a:rPr lang="en-IN" sz="1600">
                          <a:solidFill>
                            <a:schemeClr val="tx1">
                              <a:lumMod val="85000"/>
                              <a:lumOff val="15000"/>
                            </a:schemeClr>
                          </a:solidFill>
                          <a:latin typeface="Times New Roman" panose="02020603050405020304" pitchFamily="18" charset="0"/>
                          <a:cs typeface="Times New Roman" panose="02020603050405020304" pitchFamily="18" charset="0"/>
                        </a:rPr>
                        <a:t>✅ </a:t>
                      </a:r>
                      <a:r>
                        <a:rPr lang="en-IN" sz="1600" b="1">
                          <a:solidFill>
                            <a:schemeClr val="tx1">
                              <a:lumMod val="85000"/>
                              <a:lumOff val="15000"/>
                            </a:schemeClr>
                          </a:solidFill>
                          <a:latin typeface="Times New Roman" panose="02020603050405020304" pitchFamily="18" charset="0"/>
                          <a:cs typeface="Times New Roman" panose="02020603050405020304" pitchFamily="18" charset="0"/>
                        </a:rPr>
                        <a:t>Very Fast</a:t>
                      </a:r>
                      <a:endParaRPr lang="en-IN" sz="1600">
                        <a:solidFill>
                          <a:schemeClr val="tx1">
                            <a:lumMod val="85000"/>
                            <a:lumOff val="15000"/>
                          </a:schemeClr>
                        </a:solidFill>
                        <a:latin typeface="Times New Roman" panose="02020603050405020304" pitchFamily="18" charset="0"/>
                        <a:cs typeface="Times New Roman" panose="02020603050405020304" pitchFamily="18" charset="0"/>
                      </a:endParaRPr>
                    </a:p>
                  </a:txBody>
                  <a:tcPr marL="142588" marR="85553" marT="85553" marB="85553"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r>
                        <a:rPr lang="en-IN" sz="1600">
                          <a:solidFill>
                            <a:schemeClr val="tx1">
                              <a:lumMod val="85000"/>
                              <a:lumOff val="15000"/>
                            </a:schemeClr>
                          </a:solidFill>
                          <a:latin typeface="Times New Roman" panose="02020603050405020304" pitchFamily="18" charset="0"/>
                          <a:cs typeface="Times New Roman" panose="02020603050405020304" pitchFamily="18" charset="0"/>
                        </a:rPr>
                        <a:t>✅ </a:t>
                      </a:r>
                      <a:r>
                        <a:rPr lang="en-IN" sz="1600" b="1">
                          <a:solidFill>
                            <a:schemeClr val="tx1">
                              <a:lumMod val="85000"/>
                              <a:lumOff val="15000"/>
                            </a:schemeClr>
                          </a:solidFill>
                          <a:latin typeface="Times New Roman" panose="02020603050405020304" pitchFamily="18" charset="0"/>
                          <a:cs typeface="Times New Roman" panose="02020603050405020304" pitchFamily="18" charset="0"/>
                        </a:rPr>
                        <a:t>Low</a:t>
                      </a:r>
                      <a:endParaRPr lang="en-IN" sz="1600">
                        <a:solidFill>
                          <a:schemeClr val="tx1">
                            <a:lumMod val="85000"/>
                            <a:lumOff val="15000"/>
                          </a:schemeClr>
                        </a:solidFill>
                        <a:latin typeface="Times New Roman" panose="02020603050405020304" pitchFamily="18" charset="0"/>
                        <a:cs typeface="Times New Roman" panose="02020603050405020304" pitchFamily="18" charset="0"/>
                      </a:endParaRPr>
                    </a:p>
                  </a:txBody>
                  <a:tcPr marL="142588" marR="85553" marT="85553" marB="85553"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r>
                        <a:rPr lang="en-IN" sz="1600">
                          <a:solidFill>
                            <a:schemeClr val="tx1">
                              <a:lumMod val="85000"/>
                              <a:lumOff val="15000"/>
                            </a:schemeClr>
                          </a:solidFill>
                          <a:latin typeface="Times New Roman" panose="02020603050405020304" pitchFamily="18" charset="0"/>
                          <a:cs typeface="Times New Roman" panose="02020603050405020304" pitchFamily="18" charset="0"/>
                        </a:rPr>
                        <a:t>✅ </a:t>
                      </a:r>
                      <a:r>
                        <a:rPr lang="en-IN" sz="1600" b="1">
                          <a:solidFill>
                            <a:schemeClr val="tx1">
                              <a:lumMod val="85000"/>
                              <a:lumOff val="15000"/>
                            </a:schemeClr>
                          </a:solidFill>
                          <a:latin typeface="Times New Roman" panose="02020603050405020304" pitchFamily="18" charset="0"/>
                          <a:cs typeface="Times New Roman" panose="02020603050405020304" pitchFamily="18" charset="0"/>
                        </a:rPr>
                        <a:t>Easy to Interpret</a:t>
                      </a:r>
                      <a:endParaRPr lang="en-IN" sz="1600">
                        <a:solidFill>
                          <a:schemeClr val="tx1">
                            <a:lumMod val="85000"/>
                            <a:lumOff val="15000"/>
                          </a:schemeClr>
                        </a:solidFill>
                        <a:latin typeface="Times New Roman" panose="02020603050405020304" pitchFamily="18" charset="0"/>
                        <a:cs typeface="Times New Roman" panose="02020603050405020304" pitchFamily="18" charset="0"/>
                      </a:endParaRPr>
                    </a:p>
                  </a:txBody>
                  <a:tcPr marL="142588" marR="85553" marT="85553" marB="85553"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r>
                        <a:rPr lang="en-US" sz="1600" dirty="0">
                          <a:solidFill>
                            <a:schemeClr val="tx1">
                              <a:lumMod val="85000"/>
                              <a:lumOff val="15000"/>
                            </a:schemeClr>
                          </a:solidFill>
                          <a:latin typeface="Times New Roman" panose="02020603050405020304" pitchFamily="18" charset="0"/>
                          <a:cs typeface="Times New Roman" panose="02020603050405020304" pitchFamily="18" charset="0"/>
                        </a:rPr>
                        <a:t>⚠️ </a:t>
                      </a:r>
                      <a:r>
                        <a:rPr lang="en-US" sz="1600" b="1" dirty="0">
                          <a:solidFill>
                            <a:schemeClr val="tx1">
                              <a:lumMod val="85000"/>
                              <a:lumOff val="15000"/>
                            </a:schemeClr>
                          </a:solidFill>
                          <a:latin typeface="Times New Roman" panose="02020603050405020304" pitchFamily="18" charset="0"/>
                          <a:cs typeface="Times New Roman" panose="02020603050405020304" pitchFamily="18" charset="0"/>
                        </a:rPr>
                        <a:t>Not ideal for deep text understanding</a:t>
                      </a:r>
                      <a:endParaRPr lang="en-US" sz="1600" dirty="0">
                        <a:solidFill>
                          <a:schemeClr val="tx1">
                            <a:lumMod val="85000"/>
                            <a:lumOff val="15000"/>
                          </a:schemeClr>
                        </a:solidFill>
                        <a:latin typeface="Times New Roman" panose="02020603050405020304" pitchFamily="18" charset="0"/>
                        <a:cs typeface="Times New Roman" panose="02020603050405020304" pitchFamily="18" charset="0"/>
                      </a:endParaRPr>
                    </a:p>
                  </a:txBody>
                  <a:tcPr marL="142588" marR="85553" marT="85553" marB="85553" anchor="ctr">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1221543026"/>
                  </a:ext>
                </a:extLst>
              </a:tr>
              <a:tr h="800286">
                <a:tc>
                  <a:txBody>
                    <a:bodyPr/>
                    <a:lstStyle/>
                    <a:p>
                      <a:r>
                        <a:rPr lang="en-IN" sz="1600" b="1">
                          <a:solidFill>
                            <a:schemeClr val="tx1">
                              <a:lumMod val="85000"/>
                              <a:lumOff val="15000"/>
                            </a:schemeClr>
                          </a:solidFill>
                          <a:latin typeface="Times New Roman" panose="02020603050405020304" pitchFamily="18" charset="0"/>
                          <a:cs typeface="Times New Roman" panose="02020603050405020304" pitchFamily="18" charset="0"/>
                        </a:rPr>
                        <a:t>Logistic Regression</a:t>
                      </a:r>
                      <a:endParaRPr lang="en-IN" sz="1600">
                        <a:solidFill>
                          <a:schemeClr val="tx1">
                            <a:lumMod val="85000"/>
                            <a:lumOff val="15000"/>
                          </a:schemeClr>
                        </a:solidFill>
                        <a:latin typeface="Times New Roman" panose="02020603050405020304" pitchFamily="18" charset="0"/>
                        <a:cs typeface="Times New Roman" panose="02020603050405020304" pitchFamily="18" charset="0"/>
                      </a:endParaRPr>
                    </a:p>
                  </a:txBody>
                  <a:tcPr marL="142588" marR="85553" marT="85553" marB="85553" anchor="ctr">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r>
                        <a:rPr lang="en-IN" sz="1600" dirty="0">
                          <a:solidFill>
                            <a:schemeClr val="tx1">
                              <a:lumMod val="85000"/>
                              <a:lumOff val="15000"/>
                            </a:schemeClr>
                          </a:solidFill>
                          <a:latin typeface="Times New Roman" panose="02020603050405020304" pitchFamily="18" charset="0"/>
                          <a:cs typeface="Times New Roman" panose="02020603050405020304" pitchFamily="18" charset="0"/>
                        </a:rPr>
                        <a:t>✅ </a:t>
                      </a:r>
                      <a:r>
                        <a:rPr lang="en-IN" sz="1600" b="1" dirty="0">
                          <a:solidFill>
                            <a:schemeClr val="tx1">
                              <a:lumMod val="85000"/>
                              <a:lumOff val="15000"/>
                            </a:schemeClr>
                          </a:solidFill>
                          <a:latin typeface="Times New Roman" panose="02020603050405020304" pitchFamily="18" charset="0"/>
                          <a:cs typeface="Times New Roman" panose="02020603050405020304" pitchFamily="18" charset="0"/>
                        </a:rPr>
                        <a:t>Moderate (80-85%)</a:t>
                      </a:r>
                      <a:endParaRPr lang="en-IN" sz="1600" dirty="0">
                        <a:solidFill>
                          <a:schemeClr val="tx1">
                            <a:lumMod val="85000"/>
                            <a:lumOff val="15000"/>
                          </a:schemeClr>
                        </a:solidFill>
                        <a:latin typeface="Times New Roman" panose="02020603050405020304" pitchFamily="18" charset="0"/>
                        <a:cs typeface="Times New Roman" panose="02020603050405020304" pitchFamily="18" charset="0"/>
                      </a:endParaRPr>
                    </a:p>
                  </a:txBody>
                  <a:tcPr marL="142588" marR="85553" marT="85553" marB="85553"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r>
                        <a:rPr lang="en-IN" sz="1600">
                          <a:solidFill>
                            <a:schemeClr val="tx1">
                              <a:lumMod val="85000"/>
                              <a:lumOff val="15000"/>
                            </a:schemeClr>
                          </a:solidFill>
                          <a:latin typeface="Times New Roman" panose="02020603050405020304" pitchFamily="18" charset="0"/>
                          <a:cs typeface="Times New Roman" panose="02020603050405020304" pitchFamily="18" charset="0"/>
                        </a:rPr>
                        <a:t>✅ </a:t>
                      </a:r>
                      <a:r>
                        <a:rPr lang="en-IN" sz="1600" b="1">
                          <a:solidFill>
                            <a:schemeClr val="tx1">
                              <a:lumMod val="85000"/>
                              <a:lumOff val="15000"/>
                            </a:schemeClr>
                          </a:solidFill>
                          <a:latin typeface="Times New Roman" panose="02020603050405020304" pitchFamily="18" charset="0"/>
                          <a:cs typeface="Times New Roman" panose="02020603050405020304" pitchFamily="18" charset="0"/>
                        </a:rPr>
                        <a:t>Fast</a:t>
                      </a:r>
                      <a:endParaRPr lang="en-IN" sz="1600">
                        <a:solidFill>
                          <a:schemeClr val="tx1">
                            <a:lumMod val="85000"/>
                            <a:lumOff val="15000"/>
                          </a:schemeClr>
                        </a:solidFill>
                        <a:latin typeface="Times New Roman" panose="02020603050405020304" pitchFamily="18" charset="0"/>
                        <a:cs typeface="Times New Roman" panose="02020603050405020304" pitchFamily="18" charset="0"/>
                      </a:endParaRPr>
                    </a:p>
                  </a:txBody>
                  <a:tcPr marL="142588" marR="85553" marT="85553" marB="85553"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r>
                        <a:rPr lang="en-IN" sz="1600" dirty="0">
                          <a:solidFill>
                            <a:schemeClr val="tx1">
                              <a:lumMod val="85000"/>
                              <a:lumOff val="15000"/>
                            </a:schemeClr>
                          </a:solidFill>
                          <a:latin typeface="Times New Roman" panose="02020603050405020304" pitchFamily="18" charset="0"/>
                          <a:cs typeface="Times New Roman" panose="02020603050405020304" pitchFamily="18" charset="0"/>
                        </a:rPr>
                        <a:t>✅ </a:t>
                      </a:r>
                      <a:r>
                        <a:rPr lang="en-IN" sz="1600" b="1" dirty="0">
                          <a:solidFill>
                            <a:schemeClr val="tx1">
                              <a:lumMod val="85000"/>
                              <a:lumOff val="15000"/>
                            </a:schemeClr>
                          </a:solidFill>
                          <a:latin typeface="Times New Roman" panose="02020603050405020304" pitchFamily="18" charset="0"/>
                          <a:cs typeface="Times New Roman" panose="02020603050405020304" pitchFamily="18" charset="0"/>
                        </a:rPr>
                        <a:t>Low</a:t>
                      </a:r>
                      <a:endParaRPr lang="en-IN" sz="1600" dirty="0">
                        <a:solidFill>
                          <a:schemeClr val="tx1">
                            <a:lumMod val="85000"/>
                            <a:lumOff val="15000"/>
                          </a:schemeClr>
                        </a:solidFill>
                        <a:latin typeface="Times New Roman" panose="02020603050405020304" pitchFamily="18" charset="0"/>
                        <a:cs typeface="Times New Roman" panose="02020603050405020304" pitchFamily="18" charset="0"/>
                      </a:endParaRPr>
                    </a:p>
                  </a:txBody>
                  <a:tcPr marL="142588" marR="85553" marT="85553" marB="85553"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r>
                        <a:rPr lang="en-IN" sz="1600">
                          <a:solidFill>
                            <a:schemeClr val="tx1">
                              <a:lumMod val="85000"/>
                              <a:lumOff val="15000"/>
                            </a:schemeClr>
                          </a:solidFill>
                          <a:latin typeface="Times New Roman" panose="02020603050405020304" pitchFamily="18" charset="0"/>
                          <a:cs typeface="Times New Roman" panose="02020603050405020304" pitchFamily="18" charset="0"/>
                        </a:rPr>
                        <a:t>✅ </a:t>
                      </a:r>
                      <a:r>
                        <a:rPr lang="en-IN" sz="1600" b="1">
                          <a:solidFill>
                            <a:schemeClr val="tx1">
                              <a:lumMod val="85000"/>
                              <a:lumOff val="15000"/>
                            </a:schemeClr>
                          </a:solidFill>
                          <a:latin typeface="Times New Roman" panose="02020603050405020304" pitchFamily="18" charset="0"/>
                          <a:cs typeface="Times New Roman" panose="02020603050405020304" pitchFamily="18" charset="0"/>
                        </a:rPr>
                        <a:t>Good Interpretability</a:t>
                      </a:r>
                      <a:endParaRPr lang="en-IN" sz="1600">
                        <a:solidFill>
                          <a:schemeClr val="tx1">
                            <a:lumMod val="85000"/>
                            <a:lumOff val="15000"/>
                          </a:schemeClr>
                        </a:solidFill>
                        <a:latin typeface="Times New Roman" panose="02020603050405020304" pitchFamily="18" charset="0"/>
                        <a:cs typeface="Times New Roman" panose="02020603050405020304" pitchFamily="18" charset="0"/>
                      </a:endParaRPr>
                    </a:p>
                  </a:txBody>
                  <a:tcPr marL="142588" marR="85553" marT="85553" marB="85553"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r>
                        <a:rPr lang="en-US" sz="1600" dirty="0">
                          <a:solidFill>
                            <a:schemeClr val="tx1">
                              <a:lumMod val="85000"/>
                              <a:lumOff val="15000"/>
                            </a:schemeClr>
                          </a:solidFill>
                          <a:latin typeface="Times New Roman" panose="02020603050405020304" pitchFamily="18" charset="0"/>
                          <a:cs typeface="Times New Roman" panose="02020603050405020304" pitchFamily="18" charset="0"/>
                        </a:rPr>
                        <a:t>⚠️ </a:t>
                      </a:r>
                      <a:r>
                        <a:rPr lang="en-US" sz="1600" b="1" dirty="0">
                          <a:solidFill>
                            <a:schemeClr val="tx1">
                              <a:lumMod val="85000"/>
                              <a:lumOff val="15000"/>
                            </a:schemeClr>
                          </a:solidFill>
                          <a:latin typeface="Times New Roman" panose="02020603050405020304" pitchFamily="18" charset="0"/>
                          <a:cs typeface="Times New Roman" panose="02020603050405020304" pitchFamily="18" charset="0"/>
                        </a:rPr>
                        <a:t>Struggles with complex text relationships</a:t>
                      </a:r>
                      <a:endParaRPr lang="en-US" sz="1600" dirty="0">
                        <a:solidFill>
                          <a:schemeClr val="tx1">
                            <a:lumMod val="85000"/>
                            <a:lumOff val="15000"/>
                          </a:schemeClr>
                        </a:solidFill>
                        <a:latin typeface="Times New Roman" panose="02020603050405020304" pitchFamily="18" charset="0"/>
                        <a:cs typeface="Times New Roman" panose="02020603050405020304" pitchFamily="18" charset="0"/>
                      </a:endParaRPr>
                    </a:p>
                  </a:txBody>
                  <a:tcPr marL="142588" marR="85553" marT="85553" marB="85553" anchor="ctr">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158036044"/>
                  </a:ext>
                </a:extLst>
              </a:tr>
              <a:tr h="800286">
                <a:tc>
                  <a:txBody>
                    <a:bodyPr/>
                    <a:lstStyle/>
                    <a:p>
                      <a:r>
                        <a:rPr lang="en-IN" sz="1600" b="1">
                          <a:solidFill>
                            <a:schemeClr val="tx1">
                              <a:lumMod val="85000"/>
                              <a:lumOff val="15000"/>
                            </a:schemeClr>
                          </a:solidFill>
                          <a:latin typeface="Times New Roman" panose="02020603050405020304" pitchFamily="18" charset="0"/>
                          <a:cs typeface="Times New Roman" panose="02020603050405020304" pitchFamily="18" charset="0"/>
                        </a:rPr>
                        <a:t>Random Forest</a:t>
                      </a:r>
                      <a:endParaRPr lang="en-IN" sz="1600">
                        <a:solidFill>
                          <a:schemeClr val="tx1">
                            <a:lumMod val="85000"/>
                            <a:lumOff val="15000"/>
                          </a:schemeClr>
                        </a:solidFill>
                        <a:latin typeface="Times New Roman" panose="02020603050405020304" pitchFamily="18" charset="0"/>
                        <a:cs typeface="Times New Roman" panose="02020603050405020304" pitchFamily="18" charset="0"/>
                      </a:endParaRPr>
                    </a:p>
                  </a:txBody>
                  <a:tcPr marL="142588" marR="85553" marT="85553" marB="85553" anchor="ctr">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r>
                        <a:rPr lang="en-IN" sz="1600" dirty="0">
                          <a:solidFill>
                            <a:schemeClr val="tx1">
                              <a:lumMod val="85000"/>
                              <a:lumOff val="15000"/>
                            </a:schemeClr>
                          </a:solidFill>
                          <a:latin typeface="Times New Roman" panose="02020603050405020304" pitchFamily="18" charset="0"/>
                          <a:cs typeface="Times New Roman" panose="02020603050405020304" pitchFamily="18" charset="0"/>
                        </a:rPr>
                        <a:t>✅ </a:t>
                      </a:r>
                      <a:r>
                        <a:rPr lang="en-IN" sz="1600" b="1" dirty="0">
                          <a:solidFill>
                            <a:schemeClr val="tx1">
                              <a:lumMod val="85000"/>
                              <a:lumOff val="15000"/>
                            </a:schemeClr>
                          </a:solidFill>
                          <a:latin typeface="Times New Roman" panose="02020603050405020304" pitchFamily="18" charset="0"/>
                          <a:cs typeface="Times New Roman" panose="02020603050405020304" pitchFamily="18" charset="0"/>
                        </a:rPr>
                        <a:t>Moderate (85-90%)</a:t>
                      </a:r>
                      <a:endParaRPr lang="en-IN" sz="1600" dirty="0">
                        <a:solidFill>
                          <a:schemeClr val="tx1">
                            <a:lumMod val="85000"/>
                            <a:lumOff val="15000"/>
                          </a:schemeClr>
                        </a:solidFill>
                        <a:latin typeface="Times New Roman" panose="02020603050405020304" pitchFamily="18" charset="0"/>
                        <a:cs typeface="Times New Roman" panose="02020603050405020304" pitchFamily="18" charset="0"/>
                      </a:endParaRPr>
                    </a:p>
                  </a:txBody>
                  <a:tcPr marL="142588" marR="85553" marT="85553" marB="85553"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r>
                        <a:rPr lang="en-IN" sz="1600">
                          <a:solidFill>
                            <a:schemeClr val="tx1">
                              <a:lumMod val="85000"/>
                              <a:lumOff val="15000"/>
                            </a:schemeClr>
                          </a:solidFill>
                          <a:latin typeface="Times New Roman" panose="02020603050405020304" pitchFamily="18" charset="0"/>
                          <a:cs typeface="Times New Roman" panose="02020603050405020304" pitchFamily="18" charset="0"/>
                        </a:rPr>
                        <a:t>⚠️ </a:t>
                      </a:r>
                      <a:r>
                        <a:rPr lang="en-IN" sz="1600" b="1">
                          <a:solidFill>
                            <a:schemeClr val="tx1">
                              <a:lumMod val="85000"/>
                              <a:lumOff val="15000"/>
                            </a:schemeClr>
                          </a:solidFill>
                          <a:latin typeface="Times New Roman" panose="02020603050405020304" pitchFamily="18" charset="0"/>
                          <a:cs typeface="Times New Roman" panose="02020603050405020304" pitchFamily="18" charset="0"/>
                        </a:rPr>
                        <a:t>Slow</a:t>
                      </a:r>
                      <a:endParaRPr lang="en-IN" sz="1600">
                        <a:solidFill>
                          <a:schemeClr val="tx1">
                            <a:lumMod val="85000"/>
                            <a:lumOff val="15000"/>
                          </a:schemeClr>
                        </a:solidFill>
                        <a:latin typeface="Times New Roman" panose="02020603050405020304" pitchFamily="18" charset="0"/>
                        <a:cs typeface="Times New Roman" panose="02020603050405020304" pitchFamily="18" charset="0"/>
                      </a:endParaRPr>
                    </a:p>
                  </a:txBody>
                  <a:tcPr marL="142588" marR="85553" marT="85553" marB="85553"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r>
                        <a:rPr lang="en-IN" sz="1600" dirty="0">
                          <a:solidFill>
                            <a:schemeClr val="tx1">
                              <a:lumMod val="85000"/>
                              <a:lumOff val="15000"/>
                            </a:schemeClr>
                          </a:solidFill>
                          <a:latin typeface="Times New Roman" panose="02020603050405020304" pitchFamily="18" charset="0"/>
                          <a:cs typeface="Times New Roman" panose="02020603050405020304" pitchFamily="18" charset="0"/>
                        </a:rPr>
                        <a:t>❌ </a:t>
                      </a:r>
                      <a:r>
                        <a:rPr lang="en-IN" sz="1600" b="1" dirty="0">
                          <a:solidFill>
                            <a:schemeClr val="tx1">
                              <a:lumMod val="85000"/>
                              <a:lumOff val="15000"/>
                            </a:schemeClr>
                          </a:solidFill>
                          <a:latin typeface="Times New Roman" panose="02020603050405020304" pitchFamily="18" charset="0"/>
                          <a:cs typeface="Times New Roman" panose="02020603050405020304" pitchFamily="18" charset="0"/>
                        </a:rPr>
                        <a:t>High (computationally expensive)</a:t>
                      </a:r>
                      <a:endParaRPr lang="en-IN" sz="1600" dirty="0">
                        <a:solidFill>
                          <a:schemeClr val="tx1">
                            <a:lumMod val="85000"/>
                            <a:lumOff val="15000"/>
                          </a:schemeClr>
                        </a:solidFill>
                        <a:latin typeface="Times New Roman" panose="02020603050405020304" pitchFamily="18" charset="0"/>
                        <a:cs typeface="Times New Roman" panose="02020603050405020304" pitchFamily="18" charset="0"/>
                      </a:endParaRPr>
                    </a:p>
                  </a:txBody>
                  <a:tcPr marL="142588" marR="85553" marT="85553" marB="85553"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r>
                        <a:rPr lang="en-IN" sz="1600">
                          <a:solidFill>
                            <a:schemeClr val="tx1">
                              <a:lumMod val="85000"/>
                              <a:lumOff val="15000"/>
                            </a:schemeClr>
                          </a:solidFill>
                          <a:latin typeface="Times New Roman" panose="02020603050405020304" pitchFamily="18" charset="0"/>
                          <a:cs typeface="Times New Roman" panose="02020603050405020304" pitchFamily="18" charset="0"/>
                        </a:rPr>
                        <a:t>⚠️ </a:t>
                      </a:r>
                      <a:r>
                        <a:rPr lang="en-IN" sz="1600" b="1">
                          <a:solidFill>
                            <a:schemeClr val="tx1">
                              <a:lumMod val="85000"/>
                              <a:lumOff val="15000"/>
                            </a:schemeClr>
                          </a:solidFill>
                          <a:latin typeface="Times New Roman" panose="02020603050405020304" pitchFamily="18" charset="0"/>
                          <a:cs typeface="Times New Roman" panose="02020603050405020304" pitchFamily="18" charset="0"/>
                        </a:rPr>
                        <a:t>Hard to Interpret</a:t>
                      </a:r>
                      <a:endParaRPr lang="en-IN" sz="1600">
                        <a:solidFill>
                          <a:schemeClr val="tx1">
                            <a:lumMod val="85000"/>
                            <a:lumOff val="15000"/>
                          </a:schemeClr>
                        </a:solidFill>
                        <a:latin typeface="Times New Roman" panose="02020603050405020304" pitchFamily="18" charset="0"/>
                        <a:cs typeface="Times New Roman" panose="02020603050405020304" pitchFamily="18" charset="0"/>
                      </a:endParaRPr>
                    </a:p>
                  </a:txBody>
                  <a:tcPr marL="142588" marR="85553" marT="85553" marB="85553"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r>
                        <a:rPr lang="en-US" sz="1600" dirty="0">
                          <a:solidFill>
                            <a:schemeClr val="tx1">
                              <a:lumMod val="85000"/>
                              <a:lumOff val="15000"/>
                            </a:schemeClr>
                          </a:solidFill>
                          <a:latin typeface="Times New Roman" panose="02020603050405020304" pitchFamily="18" charset="0"/>
                          <a:cs typeface="Times New Roman" panose="02020603050405020304" pitchFamily="18" charset="0"/>
                        </a:rPr>
                        <a:t>✅ </a:t>
                      </a:r>
                      <a:r>
                        <a:rPr lang="en-US" sz="1600" b="1" dirty="0">
                          <a:solidFill>
                            <a:schemeClr val="tx1">
                              <a:lumMod val="85000"/>
                              <a:lumOff val="15000"/>
                            </a:schemeClr>
                          </a:solidFill>
                          <a:latin typeface="Times New Roman" panose="02020603050405020304" pitchFamily="18" charset="0"/>
                          <a:cs typeface="Times New Roman" panose="02020603050405020304" pitchFamily="18" charset="0"/>
                        </a:rPr>
                        <a:t>Handles large datasets better than Naïve Bayes</a:t>
                      </a:r>
                      <a:endParaRPr lang="en-US" sz="1600" dirty="0">
                        <a:solidFill>
                          <a:schemeClr val="tx1">
                            <a:lumMod val="85000"/>
                            <a:lumOff val="15000"/>
                          </a:schemeClr>
                        </a:solidFill>
                        <a:latin typeface="Times New Roman" panose="02020603050405020304" pitchFamily="18" charset="0"/>
                        <a:cs typeface="Times New Roman" panose="02020603050405020304" pitchFamily="18" charset="0"/>
                      </a:endParaRPr>
                    </a:p>
                  </a:txBody>
                  <a:tcPr marL="142588" marR="85553" marT="85553" marB="85553" anchor="ctr">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949062373"/>
                  </a:ext>
                </a:extLst>
              </a:tr>
              <a:tr h="800286">
                <a:tc>
                  <a:txBody>
                    <a:bodyPr/>
                    <a:lstStyle/>
                    <a:p>
                      <a:r>
                        <a:rPr lang="en-IN" sz="1600" b="1">
                          <a:solidFill>
                            <a:schemeClr val="tx1">
                              <a:lumMod val="85000"/>
                              <a:lumOff val="15000"/>
                            </a:schemeClr>
                          </a:solidFill>
                          <a:latin typeface="Times New Roman" panose="02020603050405020304" pitchFamily="18" charset="0"/>
                          <a:cs typeface="Times New Roman" panose="02020603050405020304" pitchFamily="18" charset="0"/>
                        </a:rPr>
                        <a:t>Bi-LSTM (Deep Learning)</a:t>
                      </a:r>
                      <a:endParaRPr lang="en-IN" sz="1600">
                        <a:solidFill>
                          <a:schemeClr val="tx1">
                            <a:lumMod val="85000"/>
                            <a:lumOff val="15000"/>
                          </a:schemeClr>
                        </a:solidFill>
                        <a:latin typeface="Times New Roman" panose="02020603050405020304" pitchFamily="18" charset="0"/>
                        <a:cs typeface="Times New Roman" panose="02020603050405020304" pitchFamily="18" charset="0"/>
                      </a:endParaRPr>
                    </a:p>
                  </a:txBody>
                  <a:tcPr marL="142588" marR="85553" marT="85553" marB="85553" anchor="ctr">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r>
                        <a:rPr lang="en-IN" sz="1600">
                          <a:solidFill>
                            <a:schemeClr val="tx1">
                              <a:lumMod val="85000"/>
                              <a:lumOff val="15000"/>
                            </a:schemeClr>
                          </a:solidFill>
                          <a:latin typeface="Times New Roman" panose="02020603050405020304" pitchFamily="18" charset="0"/>
                          <a:cs typeface="Times New Roman" panose="02020603050405020304" pitchFamily="18" charset="0"/>
                        </a:rPr>
                        <a:t>✅ </a:t>
                      </a:r>
                      <a:r>
                        <a:rPr lang="en-IN" sz="1600" b="1">
                          <a:solidFill>
                            <a:schemeClr val="tx1">
                              <a:lumMod val="85000"/>
                              <a:lumOff val="15000"/>
                            </a:schemeClr>
                          </a:solidFill>
                          <a:latin typeface="Times New Roman" panose="02020603050405020304" pitchFamily="18" charset="0"/>
                          <a:cs typeface="Times New Roman" panose="02020603050405020304" pitchFamily="18" charset="0"/>
                        </a:rPr>
                        <a:t>Very High (90-95%)</a:t>
                      </a:r>
                      <a:endParaRPr lang="en-IN" sz="1600">
                        <a:solidFill>
                          <a:schemeClr val="tx1">
                            <a:lumMod val="85000"/>
                            <a:lumOff val="15000"/>
                          </a:schemeClr>
                        </a:solidFill>
                        <a:latin typeface="Times New Roman" panose="02020603050405020304" pitchFamily="18" charset="0"/>
                        <a:cs typeface="Times New Roman" panose="02020603050405020304" pitchFamily="18" charset="0"/>
                      </a:endParaRPr>
                    </a:p>
                  </a:txBody>
                  <a:tcPr marL="142588" marR="85553" marT="85553" marB="85553"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r>
                        <a:rPr lang="en-IN" sz="1600">
                          <a:solidFill>
                            <a:schemeClr val="tx1">
                              <a:lumMod val="85000"/>
                              <a:lumOff val="15000"/>
                            </a:schemeClr>
                          </a:solidFill>
                          <a:latin typeface="Times New Roman" panose="02020603050405020304" pitchFamily="18" charset="0"/>
                          <a:cs typeface="Times New Roman" panose="02020603050405020304" pitchFamily="18" charset="0"/>
                        </a:rPr>
                        <a:t>❌ </a:t>
                      </a:r>
                      <a:r>
                        <a:rPr lang="en-IN" sz="1600" b="1">
                          <a:solidFill>
                            <a:schemeClr val="tx1">
                              <a:lumMod val="85000"/>
                              <a:lumOff val="15000"/>
                            </a:schemeClr>
                          </a:solidFill>
                          <a:latin typeface="Times New Roman" panose="02020603050405020304" pitchFamily="18" charset="0"/>
                          <a:cs typeface="Times New Roman" panose="02020603050405020304" pitchFamily="18" charset="0"/>
                        </a:rPr>
                        <a:t>Very Slow</a:t>
                      </a:r>
                      <a:endParaRPr lang="en-IN" sz="1600">
                        <a:solidFill>
                          <a:schemeClr val="tx1">
                            <a:lumMod val="85000"/>
                            <a:lumOff val="15000"/>
                          </a:schemeClr>
                        </a:solidFill>
                        <a:latin typeface="Times New Roman" panose="02020603050405020304" pitchFamily="18" charset="0"/>
                        <a:cs typeface="Times New Roman" panose="02020603050405020304" pitchFamily="18" charset="0"/>
                      </a:endParaRPr>
                    </a:p>
                  </a:txBody>
                  <a:tcPr marL="142588" marR="85553" marT="85553" marB="85553"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r>
                        <a:rPr lang="en-IN" sz="1600" dirty="0">
                          <a:solidFill>
                            <a:schemeClr val="tx1">
                              <a:lumMod val="85000"/>
                              <a:lumOff val="15000"/>
                            </a:schemeClr>
                          </a:solidFill>
                          <a:latin typeface="Times New Roman" panose="02020603050405020304" pitchFamily="18" charset="0"/>
                          <a:cs typeface="Times New Roman" panose="02020603050405020304" pitchFamily="18" charset="0"/>
                        </a:rPr>
                        <a:t>❌ </a:t>
                      </a:r>
                      <a:r>
                        <a:rPr lang="en-IN" sz="1600" b="1" dirty="0">
                          <a:solidFill>
                            <a:schemeClr val="tx1">
                              <a:lumMod val="85000"/>
                              <a:lumOff val="15000"/>
                            </a:schemeClr>
                          </a:solidFill>
                          <a:latin typeface="Times New Roman" panose="02020603050405020304" pitchFamily="18" charset="0"/>
                          <a:cs typeface="Times New Roman" panose="02020603050405020304" pitchFamily="18" charset="0"/>
                        </a:rPr>
                        <a:t>Very High (GPU Required)</a:t>
                      </a:r>
                      <a:endParaRPr lang="en-IN" sz="1600" dirty="0">
                        <a:solidFill>
                          <a:schemeClr val="tx1">
                            <a:lumMod val="85000"/>
                            <a:lumOff val="15000"/>
                          </a:schemeClr>
                        </a:solidFill>
                        <a:latin typeface="Times New Roman" panose="02020603050405020304" pitchFamily="18" charset="0"/>
                        <a:cs typeface="Times New Roman" panose="02020603050405020304" pitchFamily="18" charset="0"/>
                      </a:endParaRPr>
                    </a:p>
                  </a:txBody>
                  <a:tcPr marL="142588" marR="85553" marT="85553" marB="85553"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r>
                        <a:rPr lang="en-IN" sz="1600">
                          <a:solidFill>
                            <a:schemeClr val="tx1">
                              <a:lumMod val="85000"/>
                              <a:lumOff val="15000"/>
                            </a:schemeClr>
                          </a:solidFill>
                          <a:latin typeface="Times New Roman" panose="02020603050405020304" pitchFamily="18" charset="0"/>
                          <a:cs typeface="Times New Roman" panose="02020603050405020304" pitchFamily="18" charset="0"/>
                        </a:rPr>
                        <a:t>❌ </a:t>
                      </a:r>
                      <a:r>
                        <a:rPr lang="en-IN" sz="1600" b="1">
                          <a:solidFill>
                            <a:schemeClr val="tx1">
                              <a:lumMod val="85000"/>
                              <a:lumOff val="15000"/>
                            </a:schemeClr>
                          </a:solidFill>
                          <a:latin typeface="Times New Roman" panose="02020603050405020304" pitchFamily="18" charset="0"/>
                          <a:cs typeface="Times New Roman" panose="02020603050405020304" pitchFamily="18" charset="0"/>
                        </a:rPr>
                        <a:t>Hard to Interpret</a:t>
                      </a:r>
                      <a:endParaRPr lang="en-IN" sz="1600">
                        <a:solidFill>
                          <a:schemeClr val="tx1">
                            <a:lumMod val="85000"/>
                            <a:lumOff val="15000"/>
                          </a:schemeClr>
                        </a:solidFill>
                        <a:latin typeface="Times New Roman" panose="02020603050405020304" pitchFamily="18" charset="0"/>
                        <a:cs typeface="Times New Roman" panose="02020603050405020304" pitchFamily="18" charset="0"/>
                      </a:endParaRPr>
                    </a:p>
                  </a:txBody>
                  <a:tcPr marL="142588" marR="85553" marT="85553" marB="85553"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r>
                        <a:rPr lang="en-IN" sz="1600" dirty="0">
                          <a:solidFill>
                            <a:schemeClr val="tx1">
                              <a:lumMod val="85000"/>
                              <a:lumOff val="15000"/>
                            </a:schemeClr>
                          </a:solidFill>
                          <a:latin typeface="Times New Roman" panose="02020603050405020304" pitchFamily="18" charset="0"/>
                          <a:cs typeface="Times New Roman" panose="02020603050405020304" pitchFamily="18" charset="0"/>
                        </a:rPr>
                        <a:t>✅ </a:t>
                      </a:r>
                      <a:r>
                        <a:rPr lang="en-IN" sz="1600" b="1" dirty="0">
                          <a:solidFill>
                            <a:schemeClr val="tx1">
                              <a:lumMod val="85000"/>
                              <a:lumOff val="15000"/>
                            </a:schemeClr>
                          </a:solidFill>
                          <a:latin typeface="Times New Roman" panose="02020603050405020304" pitchFamily="18" charset="0"/>
                          <a:cs typeface="Times New Roman" panose="02020603050405020304" pitchFamily="18" charset="0"/>
                        </a:rPr>
                        <a:t>Handles sequential dependencies well</a:t>
                      </a:r>
                      <a:endParaRPr lang="en-IN" sz="1600" dirty="0">
                        <a:solidFill>
                          <a:schemeClr val="tx1">
                            <a:lumMod val="85000"/>
                            <a:lumOff val="15000"/>
                          </a:schemeClr>
                        </a:solidFill>
                        <a:latin typeface="Times New Roman" panose="02020603050405020304" pitchFamily="18" charset="0"/>
                        <a:cs typeface="Times New Roman" panose="02020603050405020304" pitchFamily="18" charset="0"/>
                      </a:endParaRPr>
                    </a:p>
                  </a:txBody>
                  <a:tcPr marL="142588" marR="85553" marT="85553" marB="85553" anchor="ctr">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2985416219"/>
                  </a:ext>
                </a:extLst>
              </a:tr>
              <a:tr h="800286">
                <a:tc>
                  <a:txBody>
                    <a:bodyPr/>
                    <a:lstStyle/>
                    <a:p>
                      <a:r>
                        <a:rPr lang="en-IN" sz="1600" b="1">
                          <a:solidFill>
                            <a:schemeClr val="tx1">
                              <a:lumMod val="85000"/>
                              <a:lumOff val="15000"/>
                            </a:schemeClr>
                          </a:solidFill>
                          <a:latin typeface="Times New Roman" panose="02020603050405020304" pitchFamily="18" charset="0"/>
                          <a:cs typeface="Times New Roman" panose="02020603050405020304" pitchFamily="18" charset="0"/>
                        </a:rPr>
                        <a:t>BERT (Transformer-based)</a:t>
                      </a:r>
                      <a:endParaRPr lang="en-IN" sz="1600">
                        <a:solidFill>
                          <a:schemeClr val="tx1">
                            <a:lumMod val="85000"/>
                            <a:lumOff val="15000"/>
                          </a:schemeClr>
                        </a:solidFill>
                        <a:latin typeface="Times New Roman" panose="02020603050405020304" pitchFamily="18" charset="0"/>
                        <a:cs typeface="Times New Roman" panose="02020603050405020304" pitchFamily="18" charset="0"/>
                      </a:endParaRPr>
                    </a:p>
                  </a:txBody>
                  <a:tcPr marL="142588" marR="85553" marT="85553" marB="85553" anchor="ctr">
                    <a:lnL w="12700" cmpd="sng">
                      <a:noFill/>
                      <a:prstDash val="solid"/>
                    </a:lnL>
                    <a:lnR w="38100" cap="flat" cmpd="sng" algn="ctr">
                      <a:solidFill>
                        <a:srgbClr val="FFFFFF"/>
                      </a:solidFill>
                      <a:prstDash val="solid"/>
                    </a:lnR>
                    <a:lnT w="38100" cap="flat" cmpd="sng" algn="ctr">
                      <a:solidFill>
                        <a:srgbClr val="FFFFFF"/>
                      </a:solidFill>
                      <a:prstDash val="solid"/>
                    </a:lnT>
                    <a:lnB w="12700" cmpd="sng">
                      <a:noFill/>
                      <a:prstDash val="solid"/>
                    </a:lnB>
                    <a:solidFill>
                      <a:srgbClr val="878E8B">
                        <a:alpha val="30196"/>
                      </a:srgbClr>
                    </a:solidFill>
                  </a:tcPr>
                </a:tc>
                <a:tc>
                  <a:txBody>
                    <a:bodyPr/>
                    <a:lstStyle/>
                    <a:p>
                      <a:r>
                        <a:rPr lang="en-IN" sz="1600">
                          <a:solidFill>
                            <a:schemeClr val="tx1">
                              <a:lumMod val="85000"/>
                              <a:lumOff val="15000"/>
                            </a:schemeClr>
                          </a:solidFill>
                          <a:latin typeface="Times New Roman" panose="02020603050405020304" pitchFamily="18" charset="0"/>
                          <a:cs typeface="Times New Roman" panose="02020603050405020304" pitchFamily="18" charset="0"/>
                        </a:rPr>
                        <a:t>🔥 </a:t>
                      </a:r>
                      <a:r>
                        <a:rPr lang="en-IN" sz="1600" b="1">
                          <a:solidFill>
                            <a:schemeClr val="tx1">
                              <a:lumMod val="85000"/>
                              <a:lumOff val="15000"/>
                            </a:schemeClr>
                          </a:solidFill>
                          <a:latin typeface="Times New Roman" panose="02020603050405020304" pitchFamily="18" charset="0"/>
                          <a:cs typeface="Times New Roman" panose="02020603050405020304" pitchFamily="18" charset="0"/>
                        </a:rPr>
                        <a:t>State-of-the-art (95-98%)</a:t>
                      </a:r>
                      <a:endParaRPr lang="en-IN" sz="1600">
                        <a:solidFill>
                          <a:schemeClr val="tx1">
                            <a:lumMod val="85000"/>
                            <a:lumOff val="15000"/>
                          </a:schemeClr>
                        </a:solidFill>
                        <a:latin typeface="Times New Roman" panose="02020603050405020304" pitchFamily="18" charset="0"/>
                        <a:cs typeface="Times New Roman" panose="02020603050405020304" pitchFamily="18" charset="0"/>
                      </a:endParaRPr>
                    </a:p>
                  </a:txBody>
                  <a:tcPr marL="142588" marR="85553" marT="85553" marB="85553"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12700" cmpd="sng">
                      <a:noFill/>
                      <a:prstDash val="solid"/>
                    </a:lnB>
                    <a:solidFill>
                      <a:srgbClr val="878E8B">
                        <a:alpha val="30196"/>
                      </a:srgbClr>
                    </a:solidFill>
                  </a:tcPr>
                </a:tc>
                <a:tc>
                  <a:txBody>
                    <a:bodyPr/>
                    <a:lstStyle/>
                    <a:p>
                      <a:r>
                        <a:rPr lang="en-IN" sz="1600">
                          <a:solidFill>
                            <a:schemeClr val="tx1">
                              <a:lumMod val="85000"/>
                              <a:lumOff val="15000"/>
                            </a:schemeClr>
                          </a:solidFill>
                          <a:latin typeface="Times New Roman" panose="02020603050405020304" pitchFamily="18" charset="0"/>
                          <a:cs typeface="Times New Roman" panose="02020603050405020304" pitchFamily="18" charset="0"/>
                        </a:rPr>
                        <a:t>❌ </a:t>
                      </a:r>
                      <a:r>
                        <a:rPr lang="en-IN" sz="1600" b="1">
                          <a:solidFill>
                            <a:schemeClr val="tx1">
                              <a:lumMod val="85000"/>
                              <a:lumOff val="15000"/>
                            </a:schemeClr>
                          </a:solidFill>
                          <a:latin typeface="Times New Roman" panose="02020603050405020304" pitchFamily="18" charset="0"/>
                          <a:cs typeface="Times New Roman" panose="02020603050405020304" pitchFamily="18" charset="0"/>
                        </a:rPr>
                        <a:t>Very Slow</a:t>
                      </a:r>
                      <a:endParaRPr lang="en-IN" sz="1600">
                        <a:solidFill>
                          <a:schemeClr val="tx1">
                            <a:lumMod val="85000"/>
                            <a:lumOff val="15000"/>
                          </a:schemeClr>
                        </a:solidFill>
                        <a:latin typeface="Times New Roman" panose="02020603050405020304" pitchFamily="18" charset="0"/>
                        <a:cs typeface="Times New Roman" panose="02020603050405020304" pitchFamily="18" charset="0"/>
                      </a:endParaRPr>
                    </a:p>
                  </a:txBody>
                  <a:tcPr marL="142588" marR="85553" marT="85553" marB="85553"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12700" cmpd="sng">
                      <a:noFill/>
                      <a:prstDash val="solid"/>
                    </a:lnB>
                    <a:solidFill>
                      <a:srgbClr val="878E8B">
                        <a:alpha val="30196"/>
                      </a:srgbClr>
                    </a:solidFill>
                  </a:tcPr>
                </a:tc>
                <a:tc>
                  <a:txBody>
                    <a:bodyPr/>
                    <a:lstStyle/>
                    <a:p>
                      <a:r>
                        <a:rPr lang="en-IN" sz="1600">
                          <a:solidFill>
                            <a:schemeClr val="tx1">
                              <a:lumMod val="85000"/>
                              <a:lumOff val="15000"/>
                            </a:schemeClr>
                          </a:solidFill>
                          <a:latin typeface="Times New Roman" panose="02020603050405020304" pitchFamily="18" charset="0"/>
                          <a:cs typeface="Times New Roman" panose="02020603050405020304" pitchFamily="18" charset="0"/>
                        </a:rPr>
                        <a:t>❌ </a:t>
                      </a:r>
                      <a:r>
                        <a:rPr lang="en-IN" sz="1600" b="1">
                          <a:solidFill>
                            <a:schemeClr val="tx1">
                              <a:lumMod val="85000"/>
                              <a:lumOff val="15000"/>
                            </a:schemeClr>
                          </a:solidFill>
                          <a:latin typeface="Times New Roman" panose="02020603050405020304" pitchFamily="18" charset="0"/>
                          <a:cs typeface="Times New Roman" panose="02020603050405020304" pitchFamily="18" charset="0"/>
                        </a:rPr>
                        <a:t>Extremely High (GPU Required)</a:t>
                      </a:r>
                      <a:endParaRPr lang="en-IN" sz="1600">
                        <a:solidFill>
                          <a:schemeClr val="tx1">
                            <a:lumMod val="85000"/>
                            <a:lumOff val="15000"/>
                          </a:schemeClr>
                        </a:solidFill>
                        <a:latin typeface="Times New Roman" panose="02020603050405020304" pitchFamily="18" charset="0"/>
                        <a:cs typeface="Times New Roman" panose="02020603050405020304" pitchFamily="18" charset="0"/>
                      </a:endParaRPr>
                    </a:p>
                  </a:txBody>
                  <a:tcPr marL="142588" marR="85553" marT="85553" marB="85553"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12700" cmpd="sng">
                      <a:noFill/>
                      <a:prstDash val="solid"/>
                    </a:lnB>
                    <a:solidFill>
                      <a:srgbClr val="878E8B">
                        <a:alpha val="30196"/>
                      </a:srgbClr>
                    </a:solidFill>
                  </a:tcPr>
                </a:tc>
                <a:tc>
                  <a:txBody>
                    <a:bodyPr/>
                    <a:lstStyle/>
                    <a:p>
                      <a:r>
                        <a:rPr lang="en-IN" sz="1600">
                          <a:solidFill>
                            <a:schemeClr val="tx1">
                              <a:lumMod val="85000"/>
                              <a:lumOff val="15000"/>
                            </a:schemeClr>
                          </a:solidFill>
                          <a:latin typeface="Times New Roman" panose="02020603050405020304" pitchFamily="18" charset="0"/>
                          <a:cs typeface="Times New Roman" panose="02020603050405020304" pitchFamily="18" charset="0"/>
                        </a:rPr>
                        <a:t>❌ </a:t>
                      </a:r>
                      <a:r>
                        <a:rPr lang="en-IN" sz="1600" b="1">
                          <a:solidFill>
                            <a:schemeClr val="tx1">
                              <a:lumMod val="85000"/>
                              <a:lumOff val="15000"/>
                            </a:schemeClr>
                          </a:solidFill>
                          <a:latin typeface="Times New Roman" panose="02020603050405020304" pitchFamily="18" charset="0"/>
                          <a:cs typeface="Times New Roman" panose="02020603050405020304" pitchFamily="18" charset="0"/>
                        </a:rPr>
                        <a:t>Complex to Interpret</a:t>
                      </a:r>
                      <a:endParaRPr lang="en-IN" sz="1600">
                        <a:solidFill>
                          <a:schemeClr val="tx1">
                            <a:lumMod val="85000"/>
                            <a:lumOff val="15000"/>
                          </a:schemeClr>
                        </a:solidFill>
                        <a:latin typeface="Times New Roman" panose="02020603050405020304" pitchFamily="18" charset="0"/>
                        <a:cs typeface="Times New Roman" panose="02020603050405020304" pitchFamily="18" charset="0"/>
                      </a:endParaRPr>
                    </a:p>
                  </a:txBody>
                  <a:tcPr marL="142588" marR="85553" marT="85553" marB="85553"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12700" cmpd="sng">
                      <a:noFill/>
                      <a:prstDash val="solid"/>
                    </a:lnB>
                    <a:solidFill>
                      <a:srgbClr val="878E8B">
                        <a:alpha val="30196"/>
                      </a:srgbClr>
                    </a:solidFill>
                  </a:tcPr>
                </a:tc>
                <a:tc>
                  <a:txBody>
                    <a:bodyPr/>
                    <a:lstStyle/>
                    <a:p>
                      <a:r>
                        <a:rPr lang="en-IN" sz="1600" dirty="0">
                          <a:solidFill>
                            <a:schemeClr val="tx1">
                              <a:lumMod val="85000"/>
                              <a:lumOff val="15000"/>
                            </a:schemeClr>
                          </a:solidFill>
                          <a:latin typeface="Times New Roman" panose="02020603050405020304" pitchFamily="18" charset="0"/>
                          <a:cs typeface="Times New Roman" panose="02020603050405020304" pitchFamily="18" charset="0"/>
                        </a:rPr>
                        <a:t>✅ </a:t>
                      </a:r>
                      <a:r>
                        <a:rPr lang="en-IN" sz="1600" b="1" dirty="0">
                          <a:solidFill>
                            <a:schemeClr val="tx1">
                              <a:lumMod val="85000"/>
                              <a:lumOff val="15000"/>
                            </a:schemeClr>
                          </a:solidFill>
                          <a:latin typeface="Times New Roman" panose="02020603050405020304" pitchFamily="18" charset="0"/>
                          <a:cs typeface="Times New Roman" panose="02020603050405020304" pitchFamily="18" charset="0"/>
                        </a:rPr>
                        <a:t>Handles deep contextual meaning</a:t>
                      </a:r>
                      <a:endParaRPr lang="en-IN" sz="1600" dirty="0">
                        <a:solidFill>
                          <a:schemeClr val="tx1">
                            <a:lumMod val="85000"/>
                            <a:lumOff val="15000"/>
                          </a:schemeClr>
                        </a:solidFill>
                        <a:latin typeface="Times New Roman" panose="02020603050405020304" pitchFamily="18" charset="0"/>
                        <a:cs typeface="Times New Roman" panose="02020603050405020304" pitchFamily="18" charset="0"/>
                      </a:endParaRPr>
                    </a:p>
                  </a:txBody>
                  <a:tcPr marL="142588" marR="85553" marT="85553" marB="85553" anchor="ctr">
                    <a:lnL w="38100" cap="flat" cmpd="sng" algn="ctr">
                      <a:solidFill>
                        <a:srgbClr val="FFFFFF"/>
                      </a:solidFill>
                      <a:prstDash val="solid"/>
                    </a:lnL>
                    <a:lnR w="12700" cmpd="sng">
                      <a:noFill/>
                      <a:prstDash val="solid"/>
                    </a:lnR>
                    <a:lnT w="38100" cap="flat" cmpd="sng" algn="ctr">
                      <a:solidFill>
                        <a:srgbClr val="FFFFFF"/>
                      </a:solidFill>
                      <a:prstDash val="solid"/>
                    </a:lnT>
                    <a:lnB w="12700" cmpd="sng">
                      <a:noFill/>
                      <a:prstDash val="solid"/>
                    </a:lnB>
                    <a:solidFill>
                      <a:srgbClr val="878E8B">
                        <a:alpha val="30196"/>
                      </a:srgbClr>
                    </a:solidFill>
                  </a:tcPr>
                </a:tc>
                <a:extLst>
                  <a:ext uri="{0D108BD9-81ED-4DB2-BD59-A6C34878D82A}">
                    <a16:rowId xmlns:a16="http://schemas.microsoft.com/office/drawing/2014/main" val="807933178"/>
                  </a:ext>
                </a:extLst>
              </a:tr>
            </a:tbl>
          </a:graphicData>
        </a:graphic>
      </p:graphicFrame>
    </p:spTree>
    <p:extLst>
      <p:ext uri="{BB962C8B-B14F-4D97-AF65-F5344CB8AC3E}">
        <p14:creationId xmlns:p14="http://schemas.microsoft.com/office/powerpoint/2010/main" val="22709966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0FC13-C737-4201-30D8-302B3BC7AE9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CC3FF8D-0AEB-5AB2-CACE-F9014236185F}"/>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6016479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0DCC097-1DB8-4B6D-85D0-6FBA0E1CA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E0B58608-23C8-4441-994D-C6823EEE1D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1AD972A-07D3-4732-5FEB-BC7599313667}"/>
              </a:ext>
            </a:extLst>
          </p:cNvPr>
          <p:cNvSpPr>
            <a:spLocks noGrp="1"/>
          </p:cNvSpPr>
          <p:nvPr>
            <p:ph type="title"/>
          </p:nvPr>
        </p:nvSpPr>
        <p:spPr>
          <a:xfrm>
            <a:off x="828675" y="494414"/>
            <a:ext cx="10534650" cy="817403"/>
          </a:xfrm>
        </p:spPr>
        <p:txBody>
          <a:bodyPr vert="horz" lIns="91440" tIns="45720" rIns="91440" bIns="45720" rtlCol="0" anchor="b">
            <a:normAutofit/>
          </a:bodyPr>
          <a:lstStyle/>
          <a:p>
            <a:pPr algn="ctr"/>
            <a:r>
              <a:rPr lang="en-US" sz="3600" kern="1200">
                <a:solidFill>
                  <a:schemeClr val="tx1"/>
                </a:solidFill>
                <a:latin typeface="+mj-lt"/>
                <a:ea typeface="+mj-ea"/>
                <a:cs typeface="+mj-cs"/>
              </a:rPr>
              <a:t>Results</a:t>
            </a:r>
          </a:p>
        </p:txBody>
      </p:sp>
      <p:pic>
        <p:nvPicPr>
          <p:cNvPr id="9" name="Content Placeholder 8">
            <a:extLst>
              <a:ext uri="{FF2B5EF4-FFF2-40B4-BE49-F238E27FC236}">
                <a16:creationId xmlns:a16="http://schemas.microsoft.com/office/drawing/2014/main" id="{9D319635-77B9-B28D-00A9-E07E06ABCE43}"/>
              </a:ext>
            </a:extLst>
          </p:cNvPr>
          <p:cNvPicPr>
            <a:picLocks noGrp="1" noChangeAspect="1"/>
          </p:cNvPicPr>
          <p:nvPr>
            <p:ph idx="1"/>
          </p:nvPr>
        </p:nvPicPr>
        <p:blipFill>
          <a:blip r:embed="rId2"/>
          <a:stretch>
            <a:fillRect/>
          </a:stretch>
        </p:blipFill>
        <p:spPr>
          <a:xfrm>
            <a:off x="794655" y="2367833"/>
            <a:ext cx="10515600" cy="3266921"/>
          </a:xfrm>
        </p:spPr>
      </p:pic>
    </p:spTree>
    <p:extLst>
      <p:ext uri="{BB962C8B-B14F-4D97-AF65-F5344CB8AC3E}">
        <p14:creationId xmlns:p14="http://schemas.microsoft.com/office/powerpoint/2010/main" val="19103720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5C72D0B-BEBB-E817-796A-CEED6EC7E01D}"/>
              </a:ext>
            </a:extLst>
          </p:cNvPr>
          <p:cNvPicPr>
            <a:picLocks noGrp="1" noChangeAspect="1"/>
          </p:cNvPicPr>
          <p:nvPr>
            <p:ph idx="1"/>
          </p:nvPr>
        </p:nvPicPr>
        <p:blipFill>
          <a:blip r:embed="rId2"/>
          <a:stretch>
            <a:fillRect/>
          </a:stretch>
        </p:blipFill>
        <p:spPr>
          <a:xfrm>
            <a:off x="320666" y="803161"/>
            <a:ext cx="11364285" cy="5251677"/>
          </a:xfrm>
          <a:prstGeom prst="rect">
            <a:avLst/>
          </a:prstGeom>
        </p:spPr>
      </p:pic>
    </p:spTree>
    <p:extLst>
      <p:ext uri="{BB962C8B-B14F-4D97-AF65-F5344CB8AC3E}">
        <p14:creationId xmlns:p14="http://schemas.microsoft.com/office/powerpoint/2010/main" val="41782985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1F24E3B-0B08-3BCA-A170-35E279CC5F61}"/>
              </a:ext>
            </a:extLst>
          </p:cNvPr>
          <p:cNvPicPr>
            <a:picLocks noGrp="1" noChangeAspect="1"/>
          </p:cNvPicPr>
          <p:nvPr>
            <p:ph idx="1"/>
          </p:nvPr>
        </p:nvPicPr>
        <p:blipFill>
          <a:blip r:embed="rId2"/>
          <a:stretch>
            <a:fillRect/>
          </a:stretch>
        </p:blipFill>
        <p:spPr>
          <a:xfrm>
            <a:off x="1551925" y="815975"/>
            <a:ext cx="9088150" cy="5360988"/>
          </a:xfrm>
        </p:spPr>
      </p:pic>
      <p:sp>
        <p:nvSpPr>
          <p:cNvPr id="6" name="TextBox 5">
            <a:extLst>
              <a:ext uri="{FF2B5EF4-FFF2-40B4-BE49-F238E27FC236}">
                <a16:creationId xmlns:a16="http://schemas.microsoft.com/office/drawing/2014/main" id="{DA3115EB-C519-152B-CC15-B094EF127E4A}"/>
              </a:ext>
            </a:extLst>
          </p:cNvPr>
          <p:cNvSpPr txBox="1"/>
          <p:nvPr/>
        </p:nvSpPr>
        <p:spPr>
          <a:xfrm>
            <a:off x="2911218" y="6357257"/>
            <a:ext cx="7728857" cy="369332"/>
          </a:xfrm>
          <a:prstGeom prst="rect">
            <a:avLst/>
          </a:prstGeom>
          <a:noFill/>
        </p:spPr>
        <p:txBody>
          <a:bodyPr wrap="square" rtlCol="0">
            <a:spAutoFit/>
          </a:bodyPr>
          <a:lstStyle/>
          <a:p>
            <a:r>
              <a:rPr lang="en-US" dirty="0"/>
              <a:t>Power BI Dashboard for one plus phone purchase reviews</a:t>
            </a:r>
            <a:endParaRPr lang="en-IN" dirty="0"/>
          </a:p>
        </p:txBody>
      </p:sp>
    </p:spTree>
    <p:extLst>
      <p:ext uri="{BB962C8B-B14F-4D97-AF65-F5344CB8AC3E}">
        <p14:creationId xmlns:p14="http://schemas.microsoft.com/office/powerpoint/2010/main" val="2778532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79E05C9C-877E-CD74-7585-60ECBE3CB578}"/>
              </a:ext>
            </a:extLst>
          </p:cNvPr>
          <p:cNvGraphicFramePr>
            <a:graphicFrameLocks noGrp="1"/>
          </p:cNvGraphicFramePr>
          <p:nvPr>
            <p:ph idx="1"/>
            <p:extLst>
              <p:ext uri="{D42A27DB-BD31-4B8C-83A1-F6EECF244321}">
                <p14:modId xmlns:p14="http://schemas.microsoft.com/office/powerpoint/2010/main" val="2161441638"/>
              </p:ext>
            </p:extLst>
          </p:nvPr>
        </p:nvGraphicFramePr>
        <p:xfrm>
          <a:off x="4637312" y="250372"/>
          <a:ext cx="6248403" cy="2002971"/>
        </p:xfrm>
        <a:graphic>
          <a:graphicData uri="http://schemas.openxmlformats.org/drawingml/2006/table">
            <a:tbl>
              <a:tblPr firstRow="1" firstCol="1">
                <a:tableStyleId>{5C22544A-7EE6-4342-B048-85BDC9FD1C3A}</a:tableStyleId>
              </a:tblPr>
              <a:tblGrid>
                <a:gridCol w="1628871">
                  <a:extLst>
                    <a:ext uri="{9D8B030D-6E8A-4147-A177-3AD203B41FA5}">
                      <a16:colId xmlns:a16="http://schemas.microsoft.com/office/drawing/2014/main" val="2916684833"/>
                    </a:ext>
                  </a:extLst>
                </a:gridCol>
                <a:gridCol w="1050407">
                  <a:extLst>
                    <a:ext uri="{9D8B030D-6E8A-4147-A177-3AD203B41FA5}">
                      <a16:colId xmlns:a16="http://schemas.microsoft.com/office/drawing/2014/main" val="1405386498"/>
                    </a:ext>
                  </a:extLst>
                </a:gridCol>
                <a:gridCol w="1131161">
                  <a:extLst>
                    <a:ext uri="{9D8B030D-6E8A-4147-A177-3AD203B41FA5}">
                      <a16:colId xmlns:a16="http://schemas.microsoft.com/office/drawing/2014/main" val="4125117445"/>
                    </a:ext>
                  </a:extLst>
                </a:gridCol>
                <a:gridCol w="1050407">
                  <a:extLst>
                    <a:ext uri="{9D8B030D-6E8A-4147-A177-3AD203B41FA5}">
                      <a16:colId xmlns:a16="http://schemas.microsoft.com/office/drawing/2014/main" val="641385065"/>
                    </a:ext>
                  </a:extLst>
                </a:gridCol>
                <a:gridCol w="1387557">
                  <a:extLst>
                    <a:ext uri="{9D8B030D-6E8A-4147-A177-3AD203B41FA5}">
                      <a16:colId xmlns:a16="http://schemas.microsoft.com/office/drawing/2014/main" val="1956466655"/>
                    </a:ext>
                  </a:extLst>
                </a:gridCol>
              </a:tblGrid>
              <a:tr h="858416">
                <a:tc>
                  <a:txBody>
                    <a:bodyPr/>
                    <a:lstStyle/>
                    <a:p>
                      <a:pPr algn="ctr">
                        <a:buNone/>
                      </a:pPr>
                      <a:r>
                        <a:rPr lang="en-US" sz="2000">
                          <a:effectLst/>
                          <a:latin typeface="Times New Roman" panose="02020603050405020304" pitchFamily="18" charset="0"/>
                          <a:cs typeface="Times New Roman" panose="02020603050405020304" pitchFamily="18" charset="0"/>
                        </a:rPr>
                        <a:t>Model Name</a:t>
                      </a:r>
                      <a:endParaRPr lang="en-IN"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p>
                      <a:pPr algn="just">
                        <a:buNone/>
                      </a:pPr>
                      <a:r>
                        <a:rPr lang="en-US" sz="2000" dirty="0">
                          <a:effectLst/>
                          <a:latin typeface="Times New Roman" panose="02020603050405020304" pitchFamily="18" charset="0"/>
                          <a:cs typeface="Times New Roman" panose="02020603050405020304" pitchFamily="18" charset="0"/>
                        </a:rPr>
                        <a:t>Accuracy</a:t>
                      </a:r>
                      <a:endParaRPr lang="en-IN" sz="20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p>
                      <a:pPr algn="just">
                        <a:buNone/>
                      </a:pPr>
                      <a:r>
                        <a:rPr lang="en-US" sz="2000">
                          <a:effectLst/>
                          <a:latin typeface="Times New Roman" panose="02020603050405020304" pitchFamily="18" charset="0"/>
                          <a:cs typeface="Times New Roman" panose="02020603050405020304" pitchFamily="18" charset="0"/>
                        </a:rPr>
                        <a:t>Precision</a:t>
                      </a:r>
                      <a:endParaRPr lang="en-IN"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p>
                      <a:pPr algn="just">
                        <a:buNone/>
                      </a:pPr>
                      <a:r>
                        <a:rPr lang="en-US" sz="2000" dirty="0">
                          <a:effectLst/>
                          <a:latin typeface="Times New Roman" panose="02020603050405020304" pitchFamily="18" charset="0"/>
                          <a:cs typeface="Times New Roman" panose="02020603050405020304" pitchFamily="18" charset="0"/>
                        </a:rPr>
                        <a:t>Recall</a:t>
                      </a:r>
                      <a:endParaRPr lang="en-IN" sz="20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p>
                      <a:pPr algn="just">
                        <a:buNone/>
                      </a:pPr>
                      <a:r>
                        <a:rPr lang="en-US" sz="2000" dirty="0">
                          <a:effectLst/>
                          <a:latin typeface="Times New Roman" panose="02020603050405020304" pitchFamily="18" charset="0"/>
                          <a:cs typeface="Times New Roman" panose="02020603050405020304" pitchFamily="18" charset="0"/>
                        </a:rPr>
                        <a:t>F1-measure</a:t>
                      </a:r>
                      <a:endParaRPr lang="en-IN" sz="20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776538556"/>
                  </a:ext>
                </a:extLst>
              </a:tr>
              <a:tr h="1144555">
                <a:tc>
                  <a:txBody>
                    <a:bodyPr/>
                    <a:lstStyle/>
                    <a:p>
                      <a:pPr algn="just">
                        <a:buNone/>
                      </a:pPr>
                      <a:r>
                        <a:rPr lang="en-US" sz="2000" dirty="0">
                          <a:effectLst/>
                          <a:latin typeface="Times New Roman" panose="02020603050405020304" pitchFamily="18" charset="0"/>
                          <a:cs typeface="Times New Roman" panose="02020603050405020304" pitchFamily="18" charset="0"/>
                        </a:rPr>
                        <a:t>Naive Bayes Classifier</a:t>
                      </a:r>
                      <a:endParaRPr lang="en-IN" sz="20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p>
                      <a:pPr algn="just">
                        <a:buNone/>
                      </a:pPr>
                      <a:r>
                        <a:rPr lang="en-US" sz="2000">
                          <a:effectLst/>
                          <a:latin typeface="Times New Roman" panose="02020603050405020304" pitchFamily="18" charset="0"/>
                          <a:cs typeface="Times New Roman" panose="02020603050405020304" pitchFamily="18" charset="0"/>
                        </a:rPr>
                        <a:t>87%</a:t>
                      </a:r>
                      <a:endParaRPr lang="en-IN"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p>
                      <a:pPr algn="just">
                        <a:buNone/>
                      </a:pPr>
                      <a:r>
                        <a:rPr lang="en-US" sz="2000" dirty="0">
                          <a:effectLst/>
                          <a:latin typeface="Times New Roman" panose="02020603050405020304" pitchFamily="18" charset="0"/>
                          <a:cs typeface="Times New Roman" panose="02020603050405020304" pitchFamily="18" charset="0"/>
                        </a:rPr>
                        <a:t>85%</a:t>
                      </a:r>
                      <a:endParaRPr lang="en-IN" sz="20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p>
                      <a:pPr algn="just">
                        <a:buNone/>
                      </a:pPr>
                      <a:r>
                        <a:rPr lang="en-US" sz="2000" dirty="0">
                          <a:effectLst/>
                          <a:latin typeface="Times New Roman" panose="02020603050405020304" pitchFamily="18" charset="0"/>
                          <a:cs typeface="Times New Roman" panose="02020603050405020304" pitchFamily="18" charset="0"/>
                        </a:rPr>
                        <a:t>87%</a:t>
                      </a:r>
                      <a:endParaRPr lang="en-IN" sz="20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p>
                      <a:pPr algn="just">
                        <a:buNone/>
                      </a:pPr>
                      <a:r>
                        <a:rPr lang="en-US" sz="2000" dirty="0">
                          <a:effectLst/>
                          <a:latin typeface="Times New Roman" panose="02020603050405020304" pitchFamily="18" charset="0"/>
                          <a:cs typeface="Times New Roman" panose="02020603050405020304" pitchFamily="18" charset="0"/>
                        </a:rPr>
                        <a:t>87%</a:t>
                      </a:r>
                      <a:endParaRPr lang="en-IN" sz="20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673482188"/>
                  </a:ext>
                </a:extLst>
              </a:tr>
            </a:tbl>
          </a:graphicData>
        </a:graphic>
      </p:graphicFrame>
      <p:sp>
        <p:nvSpPr>
          <p:cNvPr id="5" name="Rectangle 1">
            <a:extLst>
              <a:ext uri="{FF2B5EF4-FFF2-40B4-BE49-F238E27FC236}">
                <a16:creationId xmlns:a16="http://schemas.microsoft.com/office/drawing/2014/main" id="{D23CEFBA-E8AE-AD57-7436-66DB5CD48A6E}"/>
              </a:ext>
            </a:extLst>
          </p:cNvPr>
          <p:cNvSpPr>
            <a:spLocks noChangeArrowheads="1"/>
          </p:cNvSpPr>
          <p:nvPr/>
        </p:nvSpPr>
        <p:spPr bwMode="auto">
          <a:xfrm>
            <a:off x="478971" y="1012802"/>
            <a:ext cx="390797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Performance of Naïve bayes Classifier</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7" name="Picture 6">
            <a:extLst>
              <a:ext uri="{FF2B5EF4-FFF2-40B4-BE49-F238E27FC236}">
                <a16:creationId xmlns:a16="http://schemas.microsoft.com/office/drawing/2014/main" id="{F16F6A28-10C4-C344-9896-543AAA448C4E}"/>
              </a:ext>
            </a:extLst>
          </p:cNvPr>
          <p:cNvPicPr>
            <a:picLocks noChangeAspect="1"/>
          </p:cNvPicPr>
          <p:nvPr/>
        </p:nvPicPr>
        <p:blipFill>
          <a:blip r:embed="rId2"/>
          <a:stretch>
            <a:fillRect/>
          </a:stretch>
        </p:blipFill>
        <p:spPr>
          <a:xfrm>
            <a:off x="4637312" y="2558143"/>
            <a:ext cx="7325747" cy="3715268"/>
          </a:xfrm>
          <a:prstGeom prst="rect">
            <a:avLst/>
          </a:prstGeom>
        </p:spPr>
      </p:pic>
      <p:sp>
        <p:nvSpPr>
          <p:cNvPr id="8" name="TextBox 7">
            <a:extLst>
              <a:ext uri="{FF2B5EF4-FFF2-40B4-BE49-F238E27FC236}">
                <a16:creationId xmlns:a16="http://schemas.microsoft.com/office/drawing/2014/main" id="{2426989C-5594-C03F-FAD9-9593B96BBB50}"/>
              </a:ext>
            </a:extLst>
          </p:cNvPr>
          <p:cNvSpPr txBox="1"/>
          <p:nvPr/>
        </p:nvSpPr>
        <p:spPr>
          <a:xfrm>
            <a:off x="729341" y="3875315"/>
            <a:ext cx="3907971" cy="369332"/>
          </a:xfrm>
          <a:prstGeom prst="rect">
            <a:avLst/>
          </a:prstGeom>
          <a:noFill/>
        </p:spPr>
        <p:txBody>
          <a:bodyPr wrap="square" rtlCol="0">
            <a:spAutoFit/>
          </a:bodyPr>
          <a:lstStyle/>
          <a:p>
            <a:r>
              <a:rPr lang="en-US" dirty="0"/>
              <a:t>Word Cloud Visualization</a:t>
            </a:r>
            <a:endParaRPr lang="en-IN" dirty="0"/>
          </a:p>
        </p:txBody>
      </p:sp>
    </p:spTree>
    <p:extLst>
      <p:ext uri="{BB962C8B-B14F-4D97-AF65-F5344CB8AC3E}">
        <p14:creationId xmlns:p14="http://schemas.microsoft.com/office/powerpoint/2010/main" val="33855636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AA5CF486-D9E5-4A66-898A-F3D62B81B1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 y="-5"/>
            <a:ext cx="12193149" cy="2200064"/>
          </a:xfrm>
          <a:custGeom>
            <a:avLst/>
            <a:gdLst>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57107 w 12192001"/>
              <a:gd name="connsiteY22" fmla="*/ 792050 h 2344739"/>
              <a:gd name="connsiteX23" fmla="*/ 11810326 w 12192001"/>
              <a:gd name="connsiteY23" fmla="*/ 799074 h 2344739"/>
              <a:gd name="connsiteX24" fmla="*/ 11550277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57107 w 12192001"/>
              <a:gd name="connsiteY22" fmla="*/ 792050 h 2344739"/>
              <a:gd name="connsiteX23" fmla="*/ 11810326 w 12192001"/>
              <a:gd name="connsiteY23" fmla="*/ 799074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236" fmla="*/ 0 w 12192001"/>
              <a:gd name="connsiteY23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57107 w 12192001"/>
              <a:gd name="connsiteY22" fmla="*/ 792050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236" fmla="*/ 0 w 12192001"/>
              <a:gd name="connsiteY23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236" fmla="*/ 0 w 12192001"/>
              <a:gd name="connsiteY23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415912 w 12192001"/>
              <a:gd name="connsiteY26" fmla="*/ 1173869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415912 w 12192001"/>
              <a:gd name="connsiteY26" fmla="*/ 1173869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415912 w 12192001"/>
              <a:gd name="connsiteY26" fmla="*/ 1173869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522499 w 12192001"/>
              <a:gd name="connsiteY26" fmla="*/ 1207528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1207528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1207528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1207528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999965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37318 w 12192001"/>
              <a:gd name="connsiteY70" fmla="*/ 1920435 h 2344739"/>
              <a:gd name="connsiteX71" fmla="*/ 9113812 w 12192001"/>
              <a:gd name="connsiteY71" fmla="*/ 1919069 h 2344739"/>
              <a:gd name="connsiteX72" fmla="*/ 9053453 w 12192001"/>
              <a:gd name="connsiteY72" fmla="*/ 1910755 h 2344739"/>
              <a:gd name="connsiteX73" fmla="*/ 9005486 w 12192001"/>
              <a:gd name="connsiteY73" fmla="*/ 1914040 h 2344739"/>
              <a:gd name="connsiteX74" fmla="*/ 9005201 w 12192001"/>
              <a:gd name="connsiteY74" fmla="*/ 1913800 h 2344739"/>
              <a:gd name="connsiteX75" fmla="*/ 8996232 w 12192001"/>
              <a:gd name="connsiteY75" fmla="*/ 1915011 h 2344739"/>
              <a:gd name="connsiteX76" fmla="*/ 8990394 w 12192001"/>
              <a:gd name="connsiteY76" fmla="*/ 1917072 h 2344739"/>
              <a:gd name="connsiteX77" fmla="*/ 8974337 w 12192001"/>
              <a:gd name="connsiteY77" fmla="*/ 1920298 h 2344739"/>
              <a:gd name="connsiteX78" fmla="*/ 8968011 w 12192001"/>
              <a:gd name="connsiteY78" fmla="*/ 1919598 h 2344739"/>
              <a:gd name="connsiteX79" fmla="*/ 8963048 w 12192001"/>
              <a:gd name="connsiteY79" fmla="*/ 1917373 h 2344739"/>
              <a:gd name="connsiteX80" fmla="*/ 8928988 w 12192001"/>
              <a:gd name="connsiteY80" fmla="*/ 1914185 h 2344739"/>
              <a:gd name="connsiteX81" fmla="*/ 8752444 w 12192001"/>
              <a:gd name="connsiteY81" fmla="*/ 1933417 h 2344739"/>
              <a:gd name="connsiteX82" fmla="*/ 8707847 w 12192001"/>
              <a:gd name="connsiteY82" fmla="*/ 1935518 h 2344739"/>
              <a:gd name="connsiteX83" fmla="*/ 8596071 w 12192001"/>
              <a:gd name="connsiteY83" fmla="*/ 1944090 h 2344739"/>
              <a:gd name="connsiteX84" fmla="*/ 8525230 w 12192001"/>
              <a:gd name="connsiteY84" fmla="*/ 1929248 h 2344739"/>
              <a:gd name="connsiteX85" fmla="*/ 8510983 w 12192001"/>
              <a:gd name="connsiteY85" fmla="*/ 1935163 h 2344739"/>
              <a:gd name="connsiteX86" fmla="*/ 8506167 w 12192001"/>
              <a:gd name="connsiteY86" fmla="*/ 1938164 h 2344739"/>
              <a:gd name="connsiteX87" fmla="*/ 8497968 w 12192001"/>
              <a:gd name="connsiteY87" fmla="*/ 1940902 h 2344739"/>
              <a:gd name="connsiteX88" fmla="*/ 8497594 w 12192001"/>
              <a:gd name="connsiteY88" fmla="*/ 1940723 h 2344739"/>
              <a:gd name="connsiteX89" fmla="*/ 8490249 w 12192001"/>
              <a:gd name="connsiteY89" fmla="*/ 1943773 h 2344739"/>
              <a:gd name="connsiteX90" fmla="*/ 8367182 w 12192001"/>
              <a:gd name="connsiteY90" fmla="*/ 1957815 h 2344739"/>
              <a:gd name="connsiteX91" fmla="*/ 8353799 w 12192001"/>
              <a:gd name="connsiteY91" fmla="*/ 1958009 h 2344739"/>
              <a:gd name="connsiteX92" fmla="*/ 8352373 w 12192001"/>
              <a:gd name="connsiteY92" fmla="*/ 1957169 h 2344739"/>
              <a:gd name="connsiteX93" fmla="*/ 8320104 w 12192001"/>
              <a:gd name="connsiteY93" fmla="*/ 1974587 h 2344739"/>
              <a:gd name="connsiteX94" fmla="*/ 8314433 w 12192001"/>
              <a:gd name="connsiteY94" fmla="*/ 1974913 h 2344739"/>
              <a:gd name="connsiteX95" fmla="*/ 8295174 w 12192001"/>
              <a:gd name="connsiteY95" fmla="*/ 1988808 h 2344739"/>
              <a:gd name="connsiteX96" fmla="*/ 8284276 w 12192001"/>
              <a:gd name="connsiteY96" fmla="*/ 1994631 h 2344739"/>
              <a:gd name="connsiteX97" fmla="*/ 8283150 w 12192001"/>
              <a:gd name="connsiteY97" fmla="*/ 1999074 h 2344739"/>
              <a:gd name="connsiteX98" fmla="*/ 8266076 w 12192001"/>
              <a:gd name="connsiteY98" fmla="*/ 2006249 h 2344739"/>
              <a:gd name="connsiteX99" fmla="*/ 8263377 w 12192001"/>
              <a:gd name="connsiteY99" fmla="*/ 2006019 h 2344739"/>
              <a:gd name="connsiteX100" fmla="*/ 8252033 w 12192001"/>
              <a:gd name="connsiteY100" fmla="*/ 2015862 h 2344739"/>
              <a:gd name="connsiteX101" fmla="*/ 8245834 w 12192001"/>
              <a:gd name="connsiteY101" fmla="*/ 2028854 h 2344739"/>
              <a:gd name="connsiteX102" fmla="*/ 8090272 w 12192001"/>
              <a:gd name="connsiteY102" fmla="*/ 2075015 h 2344739"/>
              <a:gd name="connsiteX103" fmla="*/ 7905407 w 12192001"/>
              <a:gd name="connsiteY103" fmla="*/ 2116988 h 2344739"/>
              <a:gd name="connsiteX104" fmla="*/ 7718745 w 12192001"/>
              <a:gd name="connsiteY104" fmla="*/ 2142703 h 2344739"/>
              <a:gd name="connsiteX105" fmla="*/ 7614347 w 12192001"/>
              <a:gd name="connsiteY105" fmla="*/ 2139232 h 2344739"/>
              <a:gd name="connsiteX106" fmla="*/ 7527543 w 12192001"/>
              <a:gd name="connsiteY106" fmla="*/ 2145060 h 2344739"/>
              <a:gd name="connsiteX107" fmla="*/ 7519571 w 12192001"/>
              <a:gd name="connsiteY107" fmla="*/ 2147613 h 2344739"/>
              <a:gd name="connsiteX108" fmla="*/ 7507411 w 12192001"/>
              <a:gd name="connsiteY108" fmla="*/ 2148948 h 2344739"/>
              <a:gd name="connsiteX109" fmla="*/ 7507040 w 12192001"/>
              <a:gd name="connsiteY109" fmla="*/ 2148621 h 2344739"/>
              <a:gd name="connsiteX110" fmla="*/ 7495795 w 12192001"/>
              <a:gd name="connsiteY110" fmla="*/ 2150573 h 2344739"/>
              <a:gd name="connsiteX111" fmla="*/ 7405391 w 12192001"/>
              <a:gd name="connsiteY111" fmla="*/ 2142468 h 2344739"/>
              <a:gd name="connsiteX112" fmla="*/ 7312180 w 12192001"/>
              <a:gd name="connsiteY112" fmla="*/ 2132873 h 2344739"/>
              <a:gd name="connsiteX113" fmla="*/ 7310853 w 12192001"/>
              <a:gd name="connsiteY113" fmla="*/ 2131431 h 2344739"/>
              <a:gd name="connsiteX114" fmla="*/ 7218559 w 12192001"/>
              <a:gd name="connsiteY114" fmla="*/ 2156680 h 2344739"/>
              <a:gd name="connsiteX115" fmla="*/ 7201101 w 12192001"/>
              <a:gd name="connsiteY115" fmla="*/ 2161230 h 2344739"/>
              <a:gd name="connsiteX116" fmla="*/ 7197004 w 12192001"/>
              <a:gd name="connsiteY116" fmla="*/ 2166588 h 2344739"/>
              <a:gd name="connsiteX117" fmla="*/ 7170808 w 12192001"/>
              <a:gd name="connsiteY117" fmla="*/ 2171236 h 2344739"/>
              <a:gd name="connsiteX118" fmla="*/ 7096988 w 12192001"/>
              <a:gd name="connsiteY118" fmla="*/ 2183464 h 2344739"/>
              <a:gd name="connsiteX119" fmla="*/ 7018496 w 12192001"/>
              <a:gd name="connsiteY119" fmla="*/ 2183090 h 2344739"/>
              <a:gd name="connsiteX120" fmla="*/ 6904146 w 12192001"/>
              <a:gd name="connsiteY120" fmla="*/ 2212596 h 2344739"/>
              <a:gd name="connsiteX121" fmla="*/ 6708222 w 12192001"/>
              <a:gd name="connsiteY121" fmla="*/ 2240551 h 2344739"/>
              <a:gd name="connsiteX122" fmla="*/ 6549454 w 12192001"/>
              <a:gd name="connsiteY122" fmla="*/ 2269327 h 2344739"/>
              <a:gd name="connsiteX123" fmla="*/ 6317560 w 12192001"/>
              <a:gd name="connsiteY123" fmla="*/ 2316127 h 2344739"/>
              <a:gd name="connsiteX124" fmla="*/ 6168674 w 12192001"/>
              <a:gd name="connsiteY124" fmla="*/ 2318214 h 2344739"/>
              <a:gd name="connsiteX125" fmla="*/ 6073848 w 12192001"/>
              <a:gd name="connsiteY125" fmla="*/ 2338676 h 2344739"/>
              <a:gd name="connsiteX126" fmla="*/ 6068529 w 12192001"/>
              <a:gd name="connsiteY126" fmla="*/ 2337139 h 2344739"/>
              <a:gd name="connsiteX127" fmla="*/ 6048638 w 12192001"/>
              <a:gd name="connsiteY127" fmla="*/ 2337822 h 2344739"/>
              <a:gd name="connsiteX128" fmla="*/ 6041285 w 12192001"/>
              <a:gd name="connsiteY128" fmla="*/ 2329473 h 2344739"/>
              <a:gd name="connsiteX129" fmla="*/ 6010090 w 12192001"/>
              <a:gd name="connsiteY129" fmla="*/ 2324380 h 2344739"/>
              <a:gd name="connsiteX130" fmla="*/ 5957375 w 12192001"/>
              <a:gd name="connsiteY130" fmla="*/ 2328024 h 2344739"/>
              <a:gd name="connsiteX131" fmla="*/ 5758919 w 12192001"/>
              <a:gd name="connsiteY131" fmla="*/ 2343716 h 2344739"/>
              <a:gd name="connsiteX132" fmla="*/ 5626960 w 12192001"/>
              <a:gd name="connsiteY132" fmla="*/ 2344739 h 2344739"/>
              <a:gd name="connsiteX133" fmla="*/ 5470906 w 12192001"/>
              <a:gd name="connsiteY133" fmla="*/ 2330719 h 2344739"/>
              <a:gd name="connsiteX134" fmla="*/ 5432761 w 12192001"/>
              <a:gd name="connsiteY134" fmla="*/ 2319466 h 2344739"/>
              <a:gd name="connsiteX135" fmla="*/ 5381669 w 12192001"/>
              <a:gd name="connsiteY135" fmla="*/ 2301764 h 2344739"/>
              <a:gd name="connsiteX136" fmla="*/ 5261764 w 12192001"/>
              <a:gd name="connsiteY136" fmla="*/ 2281347 h 2344739"/>
              <a:gd name="connsiteX137" fmla="*/ 5222961 w 12192001"/>
              <a:gd name="connsiteY137" fmla="*/ 2270223 h 2344739"/>
              <a:gd name="connsiteX138" fmla="*/ 5174660 w 12192001"/>
              <a:gd name="connsiteY138" fmla="*/ 2267233 h 2344739"/>
              <a:gd name="connsiteX139" fmla="*/ 5156554 w 12192001"/>
              <a:gd name="connsiteY139" fmla="*/ 2260010 h 2344739"/>
              <a:gd name="connsiteX140" fmla="*/ 5142599 w 12192001"/>
              <a:gd name="connsiteY140" fmla="*/ 2256610 h 2344739"/>
              <a:gd name="connsiteX141" fmla="*/ 5139596 w 12192001"/>
              <a:gd name="connsiteY141" fmla="*/ 2254509 h 2344739"/>
              <a:gd name="connsiteX142" fmla="*/ 5121659 w 12192001"/>
              <a:gd name="connsiteY142" fmla="*/ 2243656 h 2344739"/>
              <a:gd name="connsiteX143" fmla="*/ 5065790 w 12192001"/>
              <a:gd name="connsiteY143" fmla="*/ 2250227 h 2344739"/>
              <a:gd name="connsiteX144" fmla="*/ 5011514 w 12192001"/>
              <a:gd name="connsiteY144" fmla="*/ 2233846 h 2344739"/>
              <a:gd name="connsiteX145" fmla="*/ 4840441 w 12192001"/>
              <a:gd name="connsiteY145" fmla="*/ 2209829 h 2344739"/>
              <a:gd name="connsiteX146" fmla="*/ 4762447 w 12192001"/>
              <a:gd name="connsiteY146" fmla="*/ 2182061 h 2344739"/>
              <a:gd name="connsiteX147" fmla="*/ 4723186 w 12192001"/>
              <a:gd name="connsiteY147" fmla="*/ 2173047 h 2344739"/>
              <a:gd name="connsiteX148" fmla="*/ 4721176 w 12192001"/>
              <a:gd name="connsiteY148" fmla="*/ 2172298 h 2344739"/>
              <a:gd name="connsiteX149" fmla="*/ 4722111 w 12192001"/>
              <a:gd name="connsiteY149" fmla="*/ 2172087 h 2344739"/>
              <a:gd name="connsiteX150" fmla="*/ 4717202 w 12192001"/>
              <a:gd name="connsiteY150" fmla="*/ 2170817 h 2344739"/>
              <a:gd name="connsiteX151" fmla="*/ 4721176 w 12192001"/>
              <a:gd name="connsiteY151" fmla="*/ 2172298 h 2344739"/>
              <a:gd name="connsiteX152" fmla="*/ 4715526 w 12192001"/>
              <a:gd name="connsiteY152" fmla="*/ 2173573 h 2344739"/>
              <a:gd name="connsiteX153" fmla="*/ 4515814 w 12192001"/>
              <a:gd name="connsiteY153" fmla="*/ 2163671 h 2344739"/>
              <a:gd name="connsiteX154" fmla="*/ 4428543 w 12192001"/>
              <a:gd name="connsiteY154" fmla="*/ 2153020 h 2344739"/>
              <a:gd name="connsiteX155" fmla="*/ 4362875 w 12192001"/>
              <a:gd name="connsiteY155" fmla="*/ 2151674 h 2344739"/>
              <a:gd name="connsiteX156" fmla="*/ 4316966 w 12192001"/>
              <a:gd name="connsiteY156" fmla="*/ 2158289 h 2344739"/>
              <a:gd name="connsiteX157" fmla="*/ 4315110 w 12192001"/>
              <a:gd name="connsiteY157" fmla="*/ 2156948 h 2344739"/>
              <a:gd name="connsiteX158" fmla="*/ 4295144 w 12192001"/>
              <a:gd name="connsiteY158" fmla="*/ 2155069 h 2344739"/>
              <a:gd name="connsiteX159" fmla="*/ 4290064 w 12192001"/>
              <a:gd name="connsiteY159" fmla="*/ 2157986 h 2344739"/>
              <a:gd name="connsiteX160" fmla="*/ 4276142 w 12192001"/>
              <a:gd name="connsiteY160" fmla="*/ 2157740 h 2344739"/>
              <a:gd name="connsiteX161" fmla="*/ 4248117 w 12192001"/>
              <a:gd name="connsiteY161" fmla="*/ 2160064 h 2344739"/>
              <a:gd name="connsiteX162" fmla="*/ 4202051 w 12192001"/>
              <a:gd name="connsiteY162" fmla="*/ 2157269 h 2344739"/>
              <a:gd name="connsiteX163" fmla="*/ 4201745 w 12192001"/>
              <a:gd name="connsiteY163" fmla="*/ 2156010 h 2344739"/>
              <a:gd name="connsiteX164" fmla="*/ 4191248 w 12192001"/>
              <a:gd name="connsiteY164" fmla="*/ 2150376 h 2344739"/>
              <a:gd name="connsiteX165" fmla="*/ 4142745 w 12192001"/>
              <a:gd name="connsiteY165" fmla="*/ 2134511 h 2344739"/>
              <a:gd name="connsiteX166" fmla="*/ 4083097 w 12192001"/>
              <a:gd name="connsiteY166" fmla="*/ 2107978 h 2344739"/>
              <a:gd name="connsiteX167" fmla="*/ 4074546 w 12192001"/>
              <a:gd name="connsiteY167" fmla="*/ 2107143 h 2344739"/>
              <a:gd name="connsiteX168" fmla="*/ 4074427 w 12192001"/>
              <a:gd name="connsiteY168" fmla="*/ 2106844 h 2344739"/>
              <a:gd name="connsiteX169" fmla="*/ 4065510 w 12192001"/>
              <a:gd name="connsiteY169" fmla="*/ 2105400 h 2344739"/>
              <a:gd name="connsiteX170" fmla="*/ 4058954 w 12192001"/>
              <a:gd name="connsiteY170" fmla="*/ 2105618 h 2344739"/>
              <a:gd name="connsiteX171" fmla="*/ 4042364 w 12192001"/>
              <a:gd name="connsiteY171" fmla="*/ 2103997 h 2344739"/>
              <a:gd name="connsiteX172" fmla="*/ 4036997 w 12192001"/>
              <a:gd name="connsiteY172" fmla="*/ 2101563 h 2344739"/>
              <a:gd name="connsiteX173" fmla="*/ 4035363 w 12192001"/>
              <a:gd name="connsiteY173" fmla="*/ 2097896 h 2344739"/>
              <a:gd name="connsiteX174" fmla="*/ 4033778 w 12192001"/>
              <a:gd name="connsiteY174" fmla="*/ 2098131 h 2344739"/>
              <a:gd name="connsiteX175" fmla="*/ 4004538 w 12192001"/>
              <a:gd name="connsiteY175" fmla="*/ 2085563 h 2344739"/>
              <a:gd name="connsiteX176" fmla="*/ 3936846 w 12192001"/>
              <a:gd name="connsiteY176" fmla="*/ 2068106 h 2344739"/>
              <a:gd name="connsiteX177" fmla="*/ 3897275 w 12192001"/>
              <a:gd name="connsiteY177" fmla="*/ 2062451 h 2344739"/>
              <a:gd name="connsiteX178" fmla="*/ 3789760 w 12192001"/>
              <a:gd name="connsiteY178" fmla="*/ 2042213 h 2344739"/>
              <a:gd name="connsiteX179" fmla="*/ 3682513 w 12192001"/>
              <a:gd name="connsiteY179" fmla="*/ 2018290 h 2344739"/>
              <a:gd name="connsiteX180" fmla="*/ 3610035 w 12192001"/>
              <a:gd name="connsiteY180" fmla="*/ 1986019 h 2344739"/>
              <a:gd name="connsiteX181" fmla="*/ 3603855 w 12192001"/>
              <a:gd name="connsiteY181" fmla="*/ 1987381 h 2344739"/>
              <a:gd name="connsiteX182" fmla="*/ 3594736 w 12192001"/>
              <a:gd name="connsiteY182" fmla="*/ 1987545 h 2344739"/>
              <a:gd name="connsiteX183" fmla="*/ 3594501 w 12192001"/>
              <a:gd name="connsiteY183" fmla="*/ 1987276 h 2344739"/>
              <a:gd name="connsiteX184" fmla="*/ 3585978 w 12192001"/>
              <a:gd name="connsiteY184" fmla="*/ 1987966 h 2344739"/>
              <a:gd name="connsiteX185" fmla="*/ 3536135 w 12192001"/>
              <a:gd name="connsiteY185" fmla="*/ 1978267 h 2344739"/>
              <a:gd name="connsiteX186" fmla="*/ 3473223 w 12192001"/>
              <a:gd name="connsiteY186" fmla="*/ 1974606 h 2344739"/>
              <a:gd name="connsiteX187" fmla="*/ 3400728 w 12192001"/>
              <a:gd name="connsiteY187" fmla="*/ 1962558 h 2344739"/>
              <a:gd name="connsiteX188" fmla="*/ 3363888 w 12192001"/>
              <a:gd name="connsiteY188" fmla="*/ 1979510 h 2344739"/>
              <a:gd name="connsiteX189" fmla="*/ 3344026 w 12192001"/>
              <a:gd name="connsiteY189" fmla="*/ 1981192 h 2344739"/>
              <a:gd name="connsiteX190" fmla="*/ 3341698 w 12192001"/>
              <a:gd name="connsiteY190" fmla="*/ 1980217 h 2344739"/>
              <a:gd name="connsiteX191" fmla="*/ 3262356 w 12192001"/>
              <a:gd name="connsiteY191" fmla="*/ 1986094 h 2344739"/>
              <a:gd name="connsiteX192" fmla="*/ 3142556 w 12192001"/>
              <a:gd name="connsiteY192" fmla="*/ 1993869 h 2344739"/>
              <a:gd name="connsiteX193" fmla="*/ 3030291 w 12192001"/>
              <a:gd name="connsiteY193" fmla="*/ 1996512 h 2344739"/>
              <a:gd name="connsiteX194" fmla="*/ 2781569 w 12192001"/>
              <a:gd name="connsiteY194" fmla="*/ 2018333 h 2344739"/>
              <a:gd name="connsiteX195" fmla="*/ 2646527 w 12192001"/>
              <a:gd name="connsiteY195" fmla="*/ 2028869 h 2344739"/>
              <a:gd name="connsiteX196" fmla="*/ 2568028 w 12192001"/>
              <a:gd name="connsiteY196" fmla="*/ 2002628 h 2344739"/>
              <a:gd name="connsiteX197" fmla="*/ 2443255 w 12192001"/>
              <a:gd name="connsiteY197" fmla="*/ 2016529 h 2344739"/>
              <a:gd name="connsiteX198" fmla="*/ 2315112 w 12192001"/>
              <a:gd name="connsiteY198" fmla="*/ 2024996 h 2344739"/>
              <a:gd name="connsiteX199" fmla="*/ 2208578 w 12192001"/>
              <a:gd name="connsiteY199" fmla="*/ 2019763 h 2344739"/>
              <a:gd name="connsiteX200" fmla="*/ 2094665 w 12192001"/>
              <a:gd name="connsiteY200" fmla="*/ 2003052 h 2344739"/>
              <a:gd name="connsiteX201" fmla="*/ 1997356 w 12192001"/>
              <a:gd name="connsiteY201" fmla="*/ 1995032 h 2344739"/>
              <a:gd name="connsiteX202" fmla="*/ 1928172 w 12192001"/>
              <a:gd name="connsiteY202" fmla="*/ 2016977 h 2344739"/>
              <a:gd name="connsiteX203" fmla="*/ 1921650 w 12192001"/>
              <a:gd name="connsiteY203" fmla="*/ 2012146 h 2344739"/>
              <a:gd name="connsiteX204" fmla="*/ 1873080 w 12192001"/>
              <a:gd name="connsiteY204" fmla="*/ 2013741 h 2344739"/>
              <a:gd name="connsiteX205" fmla="*/ 1786655 w 12192001"/>
              <a:gd name="connsiteY205" fmla="*/ 2041363 h 2344739"/>
              <a:gd name="connsiteX206" fmla="*/ 1738204 w 12192001"/>
              <a:gd name="connsiteY206" fmla="*/ 2036312 h 2344739"/>
              <a:gd name="connsiteX207" fmla="*/ 1675071 w 12192001"/>
              <a:gd name="connsiteY207" fmla="*/ 2019963 h 2344739"/>
              <a:gd name="connsiteX208" fmla="*/ 1608669 w 12192001"/>
              <a:gd name="connsiteY208" fmla="*/ 2013066 h 2344739"/>
              <a:gd name="connsiteX209" fmla="*/ 1496110 w 12192001"/>
              <a:gd name="connsiteY209" fmla="*/ 1987476 h 2344739"/>
              <a:gd name="connsiteX210" fmla="*/ 1149979 w 12192001"/>
              <a:gd name="connsiteY210" fmla="*/ 1938041 h 2344739"/>
              <a:gd name="connsiteX211" fmla="*/ 858269 w 12192001"/>
              <a:gd name="connsiteY211" fmla="*/ 1928608 h 2344739"/>
              <a:gd name="connsiteX212" fmla="*/ 837540 w 12192001"/>
              <a:gd name="connsiteY212" fmla="*/ 1929821 h 2344739"/>
              <a:gd name="connsiteX213" fmla="*/ 816809 w 12192001"/>
              <a:gd name="connsiteY213" fmla="*/ 1927857 h 2344739"/>
              <a:gd name="connsiteX214" fmla="*/ 811506 w 12192001"/>
              <a:gd name="connsiteY214" fmla="*/ 1930751 h 2344739"/>
              <a:gd name="connsiteX215" fmla="*/ 797041 w 12192001"/>
              <a:gd name="connsiteY215" fmla="*/ 1930446 h 2344739"/>
              <a:gd name="connsiteX216" fmla="*/ 767901 w 12192001"/>
              <a:gd name="connsiteY216" fmla="*/ 1932653 h 2344739"/>
              <a:gd name="connsiteX217" fmla="*/ 763053 w 12192001"/>
              <a:gd name="connsiteY217" fmla="*/ 1930432 h 2344739"/>
              <a:gd name="connsiteX218" fmla="*/ 720047 w 12192001"/>
              <a:gd name="connsiteY218" fmla="*/ 1929661 h 2344739"/>
              <a:gd name="connsiteX219" fmla="*/ 719742 w 12192001"/>
              <a:gd name="connsiteY219" fmla="*/ 1928399 h 2344739"/>
              <a:gd name="connsiteX220" fmla="*/ 708875 w 12192001"/>
              <a:gd name="connsiteY220" fmla="*/ 1922722 h 2344739"/>
              <a:gd name="connsiteX221" fmla="*/ 596792 w 12192001"/>
              <a:gd name="connsiteY221" fmla="*/ 1879864 h 2344739"/>
              <a:gd name="connsiteX222" fmla="*/ 578535 w 12192001"/>
              <a:gd name="connsiteY222" fmla="*/ 1877212 h 2344739"/>
              <a:gd name="connsiteX223" fmla="*/ 571717 w 12192001"/>
              <a:gd name="connsiteY223" fmla="*/ 1877401 h 2344739"/>
              <a:gd name="connsiteX224" fmla="*/ 445099 w 12192001"/>
              <a:gd name="connsiteY224" fmla="*/ 1839371 h 2344739"/>
              <a:gd name="connsiteX225" fmla="*/ 404015 w 12192001"/>
              <a:gd name="connsiteY225" fmla="*/ 1833548 h 2344739"/>
              <a:gd name="connsiteX226" fmla="*/ 292435 w 12192001"/>
              <a:gd name="connsiteY226" fmla="*/ 1812852 h 2344739"/>
              <a:gd name="connsiteX227" fmla="*/ 118381 w 12192001"/>
              <a:gd name="connsiteY227" fmla="*/ 1761047 h 2344739"/>
              <a:gd name="connsiteX228" fmla="*/ 15526 w 12192001"/>
              <a:gd name="connsiteY228" fmla="*/ 1758191 h 2344739"/>
              <a:gd name="connsiteX229" fmla="*/ 2 w 12192001"/>
              <a:gd name="connsiteY229" fmla="*/ 1752722 h 2344739"/>
              <a:gd name="connsiteX230" fmla="*/ 1 w 12192001"/>
              <a:gd name="connsiteY230" fmla="*/ 762497 h 2344739"/>
              <a:gd name="connsiteX231" fmla="*/ 0 w 12192001"/>
              <a:gd name="connsiteY231" fmla="*/ 762497 h 2344739"/>
              <a:gd name="connsiteX232" fmla="*/ 0 w 12192001"/>
              <a:gd name="connsiteY232" fmla="*/ 222213 h 2344739"/>
              <a:gd name="connsiteX233" fmla="*/ 0 w 12192001"/>
              <a:gd name="connsiteY233"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13812 w 12192001"/>
              <a:gd name="connsiteY70" fmla="*/ 1919069 h 2344739"/>
              <a:gd name="connsiteX71" fmla="*/ 9053453 w 12192001"/>
              <a:gd name="connsiteY71" fmla="*/ 1910755 h 2344739"/>
              <a:gd name="connsiteX72" fmla="*/ 9005486 w 12192001"/>
              <a:gd name="connsiteY72" fmla="*/ 1914040 h 2344739"/>
              <a:gd name="connsiteX73" fmla="*/ 9005201 w 12192001"/>
              <a:gd name="connsiteY73" fmla="*/ 1913800 h 2344739"/>
              <a:gd name="connsiteX74" fmla="*/ 8996232 w 12192001"/>
              <a:gd name="connsiteY74" fmla="*/ 1915011 h 2344739"/>
              <a:gd name="connsiteX75" fmla="*/ 8990394 w 12192001"/>
              <a:gd name="connsiteY75" fmla="*/ 1917072 h 2344739"/>
              <a:gd name="connsiteX76" fmla="*/ 8974337 w 12192001"/>
              <a:gd name="connsiteY76" fmla="*/ 1920298 h 2344739"/>
              <a:gd name="connsiteX77" fmla="*/ 8968011 w 12192001"/>
              <a:gd name="connsiteY77" fmla="*/ 1919598 h 2344739"/>
              <a:gd name="connsiteX78" fmla="*/ 8963048 w 12192001"/>
              <a:gd name="connsiteY78" fmla="*/ 1917373 h 2344739"/>
              <a:gd name="connsiteX79" fmla="*/ 8928988 w 12192001"/>
              <a:gd name="connsiteY79" fmla="*/ 1914185 h 2344739"/>
              <a:gd name="connsiteX80" fmla="*/ 8752444 w 12192001"/>
              <a:gd name="connsiteY80" fmla="*/ 1933417 h 2344739"/>
              <a:gd name="connsiteX81" fmla="*/ 8707847 w 12192001"/>
              <a:gd name="connsiteY81" fmla="*/ 1935518 h 2344739"/>
              <a:gd name="connsiteX82" fmla="*/ 8596071 w 12192001"/>
              <a:gd name="connsiteY82" fmla="*/ 1944090 h 2344739"/>
              <a:gd name="connsiteX83" fmla="*/ 8525230 w 12192001"/>
              <a:gd name="connsiteY83" fmla="*/ 1929248 h 2344739"/>
              <a:gd name="connsiteX84" fmla="*/ 8510983 w 12192001"/>
              <a:gd name="connsiteY84" fmla="*/ 1935163 h 2344739"/>
              <a:gd name="connsiteX85" fmla="*/ 8506167 w 12192001"/>
              <a:gd name="connsiteY85" fmla="*/ 1938164 h 2344739"/>
              <a:gd name="connsiteX86" fmla="*/ 8497968 w 12192001"/>
              <a:gd name="connsiteY86" fmla="*/ 1940902 h 2344739"/>
              <a:gd name="connsiteX87" fmla="*/ 8497594 w 12192001"/>
              <a:gd name="connsiteY87" fmla="*/ 1940723 h 2344739"/>
              <a:gd name="connsiteX88" fmla="*/ 8490249 w 12192001"/>
              <a:gd name="connsiteY88" fmla="*/ 1943773 h 2344739"/>
              <a:gd name="connsiteX89" fmla="*/ 8367182 w 12192001"/>
              <a:gd name="connsiteY89" fmla="*/ 1957815 h 2344739"/>
              <a:gd name="connsiteX90" fmla="*/ 8353799 w 12192001"/>
              <a:gd name="connsiteY90" fmla="*/ 1958009 h 2344739"/>
              <a:gd name="connsiteX91" fmla="*/ 8352373 w 12192001"/>
              <a:gd name="connsiteY91" fmla="*/ 1957169 h 2344739"/>
              <a:gd name="connsiteX92" fmla="*/ 8320104 w 12192001"/>
              <a:gd name="connsiteY92" fmla="*/ 1974587 h 2344739"/>
              <a:gd name="connsiteX93" fmla="*/ 8314433 w 12192001"/>
              <a:gd name="connsiteY93" fmla="*/ 1974913 h 2344739"/>
              <a:gd name="connsiteX94" fmla="*/ 8295174 w 12192001"/>
              <a:gd name="connsiteY94" fmla="*/ 1988808 h 2344739"/>
              <a:gd name="connsiteX95" fmla="*/ 8284276 w 12192001"/>
              <a:gd name="connsiteY95" fmla="*/ 1994631 h 2344739"/>
              <a:gd name="connsiteX96" fmla="*/ 8283150 w 12192001"/>
              <a:gd name="connsiteY96" fmla="*/ 1999074 h 2344739"/>
              <a:gd name="connsiteX97" fmla="*/ 8266076 w 12192001"/>
              <a:gd name="connsiteY97" fmla="*/ 2006249 h 2344739"/>
              <a:gd name="connsiteX98" fmla="*/ 8263377 w 12192001"/>
              <a:gd name="connsiteY98" fmla="*/ 2006019 h 2344739"/>
              <a:gd name="connsiteX99" fmla="*/ 8252033 w 12192001"/>
              <a:gd name="connsiteY99" fmla="*/ 2015862 h 2344739"/>
              <a:gd name="connsiteX100" fmla="*/ 8245834 w 12192001"/>
              <a:gd name="connsiteY100" fmla="*/ 2028854 h 2344739"/>
              <a:gd name="connsiteX101" fmla="*/ 8090272 w 12192001"/>
              <a:gd name="connsiteY101" fmla="*/ 2075015 h 2344739"/>
              <a:gd name="connsiteX102" fmla="*/ 7905407 w 12192001"/>
              <a:gd name="connsiteY102" fmla="*/ 2116988 h 2344739"/>
              <a:gd name="connsiteX103" fmla="*/ 7718745 w 12192001"/>
              <a:gd name="connsiteY103" fmla="*/ 2142703 h 2344739"/>
              <a:gd name="connsiteX104" fmla="*/ 7614347 w 12192001"/>
              <a:gd name="connsiteY104" fmla="*/ 2139232 h 2344739"/>
              <a:gd name="connsiteX105" fmla="*/ 7527543 w 12192001"/>
              <a:gd name="connsiteY105" fmla="*/ 2145060 h 2344739"/>
              <a:gd name="connsiteX106" fmla="*/ 7519571 w 12192001"/>
              <a:gd name="connsiteY106" fmla="*/ 2147613 h 2344739"/>
              <a:gd name="connsiteX107" fmla="*/ 7507411 w 12192001"/>
              <a:gd name="connsiteY107" fmla="*/ 2148948 h 2344739"/>
              <a:gd name="connsiteX108" fmla="*/ 7507040 w 12192001"/>
              <a:gd name="connsiteY108" fmla="*/ 2148621 h 2344739"/>
              <a:gd name="connsiteX109" fmla="*/ 7495795 w 12192001"/>
              <a:gd name="connsiteY109" fmla="*/ 2150573 h 2344739"/>
              <a:gd name="connsiteX110" fmla="*/ 7405391 w 12192001"/>
              <a:gd name="connsiteY110" fmla="*/ 2142468 h 2344739"/>
              <a:gd name="connsiteX111" fmla="*/ 7312180 w 12192001"/>
              <a:gd name="connsiteY111" fmla="*/ 2132873 h 2344739"/>
              <a:gd name="connsiteX112" fmla="*/ 7310853 w 12192001"/>
              <a:gd name="connsiteY112" fmla="*/ 2131431 h 2344739"/>
              <a:gd name="connsiteX113" fmla="*/ 7218559 w 12192001"/>
              <a:gd name="connsiteY113" fmla="*/ 2156680 h 2344739"/>
              <a:gd name="connsiteX114" fmla="*/ 7201101 w 12192001"/>
              <a:gd name="connsiteY114" fmla="*/ 2161230 h 2344739"/>
              <a:gd name="connsiteX115" fmla="*/ 7197004 w 12192001"/>
              <a:gd name="connsiteY115" fmla="*/ 2166588 h 2344739"/>
              <a:gd name="connsiteX116" fmla="*/ 7170808 w 12192001"/>
              <a:gd name="connsiteY116" fmla="*/ 2171236 h 2344739"/>
              <a:gd name="connsiteX117" fmla="*/ 7096988 w 12192001"/>
              <a:gd name="connsiteY117" fmla="*/ 2183464 h 2344739"/>
              <a:gd name="connsiteX118" fmla="*/ 7018496 w 12192001"/>
              <a:gd name="connsiteY118" fmla="*/ 2183090 h 2344739"/>
              <a:gd name="connsiteX119" fmla="*/ 6904146 w 12192001"/>
              <a:gd name="connsiteY119" fmla="*/ 2212596 h 2344739"/>
              <a:gd name="connsiteX120" fmla="*/ 6708222 w 12192001"/>
              <a:gd name="connsiteY120" fmla="*/ 2240551 h 2344739"/>
              <a:gd name="connsiteX121" fmla="*/ 6549454 w 12192001"/>
              <a:gd name="connsiteY121" fmla="*/ 2269327 h 2344739"/>
              <a:gd name="connsiteX122" fmla="*/ 6317560 w 12192001"/>
              <a:gd name="connsiteY122" fmla="*/ 2316127 h 2344739"/>
              <a:gd name="connsiteX123" fmla="*/ 6168674 w 12192001"/>
              <a:gd name="connsiteY123" fmla="*/ 2318214 h 2344739"/>
              <a:gd name="connsiteX124" fmla="*/ 6073848 w 12192001"/>
              <a:gd name="connsiteY124" fmla="*/ 2338676 h 2344739"/>
              <a:gd name="connsiteX125" fmla="*/ 6068529 w 12192001"/>
              <a:gd name="connsiteY125" fmla="*/ 2337139 h 2344739"/>
              <a:gd name="connsiteX126" fmla="*/ 6048638 w 12192001"/>
              <a:gd name="connsiteY126" fmla="*/ 2337822 h 2344739"/>
              <a:gd name="connsiteX127" fmla="*/ 6041285 w 12192001"/>
              <a:gd name="connsiteY127" fmla="*/ 2329473 h 2344739"/>
              <a:gd name="connsiteX128" fmla="*/ 6010090 w 12192001"/>
              <a:gd name="connsiteY128" fmla="*/ 2324380 h 2344739"/>
              <a:gd name="connsiteX129" fmla="*/ 5957375 w 12192001"/>
              <a:gd name="connsiteY129" fmla="*/ 2328024 h 2344739"/>
              <a:gd name="connsiteX130" fmla="*/ 5758919 w 12192001"/>
              <a:gd name="connsiteY130" fmla="*/ 2343716 h 2344739"/>
              <a:gd name="connsiteX131" fmla="*/ 5626960 w 12192001"/>
              <a:gd name="connsiteY131" fmla="*/ 2344739 h 2344739"/>
              <a:gd name="connsiteX132" fmla="*/ 5470906 w 12192001"/>
              <a:gd name="connsiteY132" fmla="*/ 2330719 h 2344739"/>
              <a:gd name="connsiteX133" fmla="*/ 5432761 w 12192001"/>
              <a:gd name="connsiteY133" fmla="*/ 2319466 h 2344739"/>
              <a:gd name="connsiteX134" fmla="*/ 5381669 w 12192001"/>
              <a:gd name="connsiteY134" fmla="*/ 2301764 h 2344739"/>
              <a:gd name="connsiteX135" fmla="*/ 5261764 w 12192001"/>
              <a:gd name="connsiteY135" fmla="*/ 2281347 h 2344739"/>
              <a:gd name="connsiteX136" fmla="*/ 5222961 w 12192001"/>
              <a:gd name="connsiteY136" fmla="*/ 2270223 h 2344739"/>
              <a:gd name="connsiteX137" fmla="*/ 5174660 w 12192001"/>
              <a:gd name="connsiteY137" fmla="*/ 2267233 h 2344739"/>
              <a:gd name="connsiteX138" fmla="*/ 5156554 w 12192001"/>
              <a:gd name="connsiteY138" fmla="*/ 2260010 h 2344739"/>
              <a:gd name="connsiteX139" fmla="*/ 5142599 w 12192001"/>
              <a:gd name="connsiteY139" fmla="*/ 2256610 h 2344739"/>
              <a:gd name="connsiteX140" fmla="*/ 5139596 w 12192001"/>
              <a:gd name="connsiteY140" fmla="*/ 2254509 h 2344739"/>
              <a:gd name="connsiteX141" fmla="*/ 5121659 w 12192001"/>
              <a:gd name="connsiteY141" fmla="*/ 2243656 h 2344739"/>
              <a:gd name="connsiteX142" fmla="*/ 5065790 w 12192001"/>
              <a:gd name="connsiteY142" fmla="*/ 2250227 h 2344739"/>
              <a:gd name="connsiteX143" fmla="*/ 5011514 w 12192001"/>
              <a:gd name="connsiteY143" fmla="*/ 2233846 h 2344739"/>
              <a:gd name="connsiteX144" fmla="*/ 4840441 w 12192001"/>
              <a:gd name="connsiteY144" fmla="*/ 2209829 h 2344739"/>
              <a:gd name="connsiteX145" fmla="*/ 4762447 w 12192001"/>
              <a:gd name="connsiteY145" fmla="*/ 2182061 h 2344739"/>
              <a:gd name="connsiteX146" fmla="*/ 4723186 w 12192001"/>
              <a:gd name="connsiteY146" fmla="*/ 2173047 h 2344739"/>
              <a:gd name="connsiteX147" fmla="*/ 4721176 w 12192001"/>
              <a:gd name="connsiteY147" fmla="*/ 2172298 h 2344739"/>
              <a:gd name="connsiteX148" fmla="*/ 4722111 w 12192001"/>
              <a:gd name="connsiteY148" fmla="*/ 2172087 h 2344739"/>
              <a:gd name="connsiteX149" fmla="*/ 4717202 w 12192001"/>
              <a:gd name="connsiteY149" fmla="*/ 2170817 h 2344739"/>
              <a:gd name="connsiteX150" fmla="*/ 4721176 w 12192001"/>
              <a:gd name="connsiteY150" fmla="*/ 2172298 h 2344739"/>
              <a:gd name="connsiteX151" fmla="*/ 4715526 w 12192001"/>
              <a:gd name="connsiteY151" fmla="*/ 2173573 h 2344739"/>
              <a:gd name="connsiteX152" fmla="*/ 4515814 w 12192001"/>
              <a:gd name="connsiteY152" fmla="*/ 2163671 h 2344739"/>
              <a:gd name="connsiteX153" fmla="*/ 4428543 w 12192001"/>
              <a:gd name="connsiteY153" fmla="*/ 2153020 h 2344739"/>
              <a:gd name="connsiteX154" fmla="*/ 4362875 w 12192001"/>
              <a:gd name="connsiteY154" fmla="*/ 2151674 h 2344739"/>
              <a:gd name="connsiteX155" fmla="*/ 4316966 w 12192001"/>
              <a:gd name="connsiteY155" fmla="*/ 2158289 h 2344739"/>
              <a:gd name="connsiteX156" fmla="*/ 4315110 w 12192001"/>
              <a:gd name="connsiteY156" fmla="*/ 2156948 h 2344739"/>
              <a:gd name="connsiteX157" fmla="*/ 4295144 w 12192001"/>
              <a:gd name="connsiteY157" fmla="*/ 2155069 h 2344739"/>
              <a:gd name="connsiteX158" fmla="*/ 4290064 w 12192001"/>
              <a:gd name="connsiteY158" fmla="*/ 2157986 h 2344739"/>
              <a:gd name="connsiteX159" fmla="*/ 4276142 w 12192001"/>
              <a:gd name="connsiteY159" fmla="*/ 2157740 h 2344739"/>
              <a:gd name="connsiteX160" fmla="*/ 4248117 w 12192001"/>
              <a:gd name="connsiteY160" fmla="*/ 2160064 h 2344739"/>
              <a:gd name="connsiteX161" fmla="*/ 4202051 w 12192001"/>
              <a:gd name="connsiteY161" fmla="*/ 2157269 h 2344739"/>
              <a:gd name="connsiteX162" fmla="*/ 4201745 w 12192001"/>
              <a:gd name="connsiteY162" fmla="*/ 2156010 h 2344739"/>
              <a:gd name="connsiteX163" fmla="*/ 4191248 w 12192001"/>
              <a:gd name="connsiteY163" fmla="*/ 2150376 h 2344739"/>
              <a:gd name="connsiteX164" fmla="*/ 4142745 w 12192001"/>
              <a:gd name="connsiteY164" fmla="*/ 2134511 h 2344739"/>
              <a:gd name="connsiteX165" fmla="*/ 4083097 w 12192001"/>
              <a:gd name="connsiteY165" fmla="*/ 2107978 h 2344739"/>
              <a:gd name="connsiteX166" fmla="*/ 4074546 w 12192001"/>
              <a:gd name="connsiteY166" fmla="*/ 2107143 h 2344739"/>
              <a:gd name="connsiteX167" fmla="*/ 4074427 w 12192001"/>
              <a:gd name="connsiteY167" fmla="*/ 2106844 h 2344739"/>
              <a:gd name="connsiteX168" fmla="*/ 4065510 w 12192001"/>
              <a:gd name="connsiteY168" fmla="*/ 2105400 h 2344739"/>
              <a:gd name="connsiteX169" fmla="*/ 4058954 w 12192001"/>
              <a:gd name="connsiteY169" fmla="*/ 2105618 h 2344739"/>
              <a:gd name="connsiteX170" fmla="*/ 4042364 w 12192001"/>
              <a:gd name="connsiteY170" fmla="*/ 2103997 h 2344739"/>
              <a:gd name="connsiteX171" fmla="*/ 4036997 w 12192001"/>
              <a:gd name="connsiteY171" fmla="*/ 2101563 h 2344739"/>
              <a:gd name="connsiteX172" fmla="*/ 4035363 w 12192001"/>
              <a:gd name="connsiteY172" fmla="*/ 2097896 h 2344739"/>
              <a:gd name="connsiteX173" fmla="*/ 4033778 w 12192001"/>
              <a:gd name="connsiteY173" fmla="*/ 2098131 h 2344739"/>
              <a:gd name="connsiteX174" fmla="*/ 4004538 w 12192001"/>
              <a:gd name="connsiteY174" fmla="*/ 2085563 h 2344739"/>
              <a:gd name="connsiteX175" fmla="*/ 3936846 w 12192001"/>
              <a:gd name="connsiteY175" fmla="*/ 2068106 h 2344739"/>
              <a:gd name="connsiteX176" fmla="*/ 3897275 w 12192001"/>
              <a:gd name="connsiteY176" fmla="*/ 2062451 h 2344739"/>
              <a:gd name="connsiteX177" fmla="*/ 3789760 w 12192001"/>
              <a:gd name="connsiteY177" fmla="*/ 2042213 h 2344739"/>
              <a:gd name="connsiteX178" fmla="*/ 3682513 w 12192001"/>
              <a:gd name="connsiteY178" fmla="*/ 2018290 h 2344739"/>
              <a:gd name="connsiteX179" fmla="*/ 3610035 w 12192001"/>
              <a:gd name="connsiteY179" fmla="*/ 1986019 h 2344739"/>
              <a:gd name="connsiteX180" fmla="*/ 3603855 w 12192001"/>
              <a:gd name="connsiteY180" fmla="*/ 1987381 h 2344739"/>
              <a:gd name="connsiteX181" fmla="*/ 3594736 w 12192001"/>
              <a:gd name="connsiteY181" fmla="*/ 1987545 h 2344739"/>
              <a:gd name="connsiteX182" fmla="*/ 3594501 w 12192001"/>
              <a:gd name="connsiteY182" fmla="*/ 1987276 h 2344739"/>
              <a:gd name="connsiteX183" fmla="*/ 3585978 w 12192001"/>
              <a:gd name="connsiteY183" fmla="*/ 1987966 h 2344739"/>
              <a:gd name="connsiteX184" fmla="*/ 3536135 w 12192001"/>
              <a:gd name="connsiteY184" fmla="*/ 1978267 h 2344739"/>
              <a:gd name="connsiteX185" fmla="*/ 3473223 w 12192001"/>
              <a:gd name="connsiteY185" fmla="*/ 1974606 h 2344739"/>
              <a:gd name="connsiteX186" fmla="*/ 3400728 w 12192001"/>
              <a:gd name="connsiteY186" fmla="*/ 1962558 h 2344739"/>
              <a:gd name="connsiteX187" fmla="*/ 3363888 w 12192001"/>
              <a:gd name="connsiteY187" fmla="*/ 1979510 h 2344739"/>
              <a:gd name="connsiteX188" fmla="*/ 3344026 w 12192001"/>
              <a:gd name="connsiteY188" fmla="*/ 1981192 h 2344739"/>
              <a:gd name="connsiteX189" fmla="*/ 3341698 w 12192001"/>
              <a:gd name="connsiteY189" fmla="*/ 1980217 h 2344739"/>
              <a:gd name="connsiteX190" fmla="*/ 3262356 w 12192001"/>
              <a:gd name="connsiteY190" fmla="*/ 1986094 h 2344739"/>
              <a:gd name="connsiteX191" fmla="*/ 3142556 w 12192001"/>
              <a:gd name="connsiteY191" fmla="*/ 1993869 h 2344739"/>
              <a:gd name="connsiteX192" fmla="*/ 3030291 w 12192001"/>
              <a:gd name="connsiteY192" fmla="*/ 1996512 h 2344739"/>
              <a:gd name="connsiteX193" fmla="*/ 2781569 w 12192001"/>
              <a:gd name="connsiteY193" fmla="*/ 2018333 h 2344739"/>
              <a:gd name="connsiteX194" fmla="*/ 2646527 w 12192001"/>
              <a:gd name="connsiteY194" fmla="*/ 2028869 h 2344739"/>
              <a:gd name="connsiteX195" fmla="*/ 2568028 w 12192001"/>
              <a:gd name="connsiteY195" fmla="*/ 2002628 h 2344739"/>
              <a:gd name="connsiteX196" fmla="*/ 2443255 w 12192001"/>
              <a:gd name="connsiteY196" fmla="*/ 2016529 h 2344739"/>
              <a:gd name="connsiteX197" fmla="*/ 2315112 w 12192001"/>
              <a:gd name="connsiteY197" fmla="*/ 2024996 h 2344739"/>
              <a:gd name="connsiteX198" fmla="*/ 2208578 w 12192001"/>
              <a:gd name="connsiteY198" fmla="*/ 2019763 h 2344739"/>
              <a:gd name="connsiteX199" fmla="*/ 2094665 w 12192001"/>
              <a:gd name="connsiteY199" fmla="*/ 2003052 h 2344739"/>
              <a:gd name="connsiteX200" fmla="*/ 1997356 w 12192001"/>
              <a:gd name="connsiteY200" fmla="*/ 1995032 h 2344739"/>
              <a:gd name="connsiteX201" fmla="*/ 1928172 w 12192001"/>
              <a:gd name="connsiteY201" fmla="*/ 2016977 h 2344739"/>
              <a:gd name="connsiteX202" fmla="*/ 1921650 w 12192001"/>
              <a:gd name="connsiteY202" fmla="*/ 2012146 h 2344739"/>
              <a:gd name="connsiteX203" fmla="*/ 1873080 w 12192001"/>
              <a:gd name="connsiteY203" fmla="*/ 2013741 h 2344739"/>
              <a:gd name="connsiteX204" fmla="*/ 1786655 w 12192001"/>
              <a:gd name="connsiteY204" fmla="*/ 2041363 h 2344739"/>
              <a:gd name="connsiteX205" fmla="*/ 1738204 w 12192001"/>
              <a:gd name="connsiteY205" fmla="*/ 2036312 h 2344739"/>
              <a:gd name="connsiteX206" fmla="*/ 1675071 w 12192001"/>
              <a:gd name="connsiteY206" fmla="*/ 2019963 h 2344739"/>
              <a:gd name="connsiteX207" fmla="*/ 1608669 w 12192001"/>
              <a:gd name="connsiteY207" fmla="*/ 2013066 h 2344739"/>
              <a:gd name="connsiteX208" fmla="*/ 1496110 w 12192001"/>
              <a:gd name="connsiteY208" fmla="*/ 1987476 h 2344739"/>
              <a:gd name="connsiteX209" fmla="*/ 1149979 w 12192001"/>
              <a:gd name="connsiteY209" fmla="*/ 1938041 h 2344739"/>
              <a:gd name="connsiteX210" fmla="*/ 858269 w 12192001"/>
              <a:gd name="connsiteY210" fmla="*/ 1928608 h 2344739"/>
              <a:gd name="connsiteX211" fmla="*/ 837540 w 12192001"/>
              <a:gd name="connsiteY211" fmla="*/ 1929821 h 2344739"/>
              <a:gd name="connsiteX212" fmla="*/ 816809 w 12192001"/>
              <a:gd name="connsiteY212" fmla="*/ 1927857 h 2344739"/>
              <a:gd name="connsiteX213" fmla="*/ 811506 w 12192001"/>
              <a:gd name="connsiteY213" fmla="*/ 1930751 h 2344739"/>
              <a:gd name="connsiteX214" fmla="*/ 797041 w 12192001"/>
              <a:gd name="connsiteY214" fmla="*/ 1930446 h 2344739"/>
              <a:gd name="connsiteX215" fmla="*/ 767901 w 12192001"/>
              <a:gd name="connsiteY215" fmla="*/ 1932653 h 2344739"/>
              <a:gd name="connsiteX216" fmla="*/ 763053 w 12192001"/>
              <a:gd name="connsiteY216" fmla="*/ 1930432 h 2344739"/>
              <a:gd name="connsiteX217" fmla="*/ 720047 w 12192001"/>
              <a:gd name="connsiteY217" fmla="*/ 1929661 h 2344739"/>
              <a:gd name="connsiteX218" fmla="*/ 719742 w 12192001"/>
              <a:gd name="connsiteY218" fmla="*/ 1928399 h 2344739"/>
              <a:gd name="connsiteX219" fmla="*/ 708875 w 12192001"/>
              <a:gd name="connsiteY219" fmla="*/ 1922722 h 2344739"/>
              <a:gd name="connsiteX220" fmla="*/ 596792 w 12192001"/>
              <a:gd name="connsiteY220" fmla="*/ 1879864 h 2344739"/>
              <a:gd name="connsiteX221" fmla="*/ 578535 w 12192001"/>
              <a:gd name="connsiteY221" fmla="*/ 1877212 h 2344739"/>
              <a:gd name="connsiteX222" fmla="*/ 571717 w 12192001"/>
              <a:gd name="connsiteY222" fmla="*/ 1877401 h 2344739"/>
              <a:gd name="connsiteX223" fmla="*/ 445099 w 12192001"/>
              <a:gd name="connsiteY223" fmla="*/ 1839371 h 2344739"/>
              <a:gd name="connsiteX224" fmla="*/ 404015 w 12192001"/>
              <a:gd name="connsiteY224" fmla="*/ 1833548 h 2344739"/>
              <a:gd name="connsiteX225" fmla="*/ 292435 w 12192001"/>
              <a:gd name="connsiteY225" fmla="*/ 1812852 h 2344739"/>
              <a:gd name="connsiteX226" fmla="*/ 118381 w 12192001"/>
              <a:gd name="connsiteY226" fmla="*/ 1761047 h 2344739"/>
              <a:gd name="connsiteX227" fmla="*/ 15526 w 12192001"/>
              <a:gd name="connsiteY227" fmla="*/ 1758191 h 2344739"/>
              <a:gd name="connsiteX228" fmla="*/ 2 w 12192001"/>
              <a:gd name="connsiteY228" fmla="*/ 1752722 h 2344739"/>
              <a:gd name="connsiteX229" fmla="*/ 1 w 12192001"/>
              <a:gd name="connsiteY229" fmla="*/ 762497 h 2344739"/>
              <a:gd name="connsiteX230" fmla="*/ 0 w 12192001"/>
              <a:gd name="connsiteY230" fmla="*/ 762497 h 2344739"/>
              <a:gd name="connsiteX231" fmla="*/ 0 w 12192001"/>
              <a:gd name="connsiteY231" fmla="*/ 222213 h 2344739"/>
              <a:gd name="connsiteX232" fmla="*/ 0 w 12192001"/>
              <a:gd name="connsiteY232"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312180 w 12192001"/>
              <a:gd name="connsiteY110" fmla="*/ 2132873 h 2344739"/>
              <a:gd name="connsiteX111" fmla="*/ 7310853 w 12192001"/>
              <a:gd name="connsiteY111" fmla="*/ 2131431 h 2344739"/>
              <a:gd name="connsiteX112" fmla="*/ 7218559 w 12192001"/>
              <a:gd name="connsiteY112" fmla="*/ 2156680 h 2344739"/>
              <a:gd name="connsiteX113" fmla="*/ 7201101 w 12192001"/>
              <a:gd name="connsiteY113" fmla="*/ 2161230 h 2344739"/>
              <a:gd name="connsiteX114" fmla="*/ 7197004 w 12192001"/>
              <a:gd name="connsiteY114" fmla="*/ 2166588 h 2344739"/>
              <a:gd name="connsiteX115" fmla="*/ 7170808 w 12192001"/>
              <a:gd name="connsiteY115" fmla="*/ 2171236 h 2344739"/>
              <a:gd name="connsiteX116" fmla="*/ 7096988 w 12192001"/>
              <a:gd name="connsiteY116" fmla="*/ 2183464 h 2344739"/>
              <a:gd name="connsiteX117" fmla="*/ 7018496 w 12192001"/>
              <a:gd name="connsiteY117" fmla="*/ 2183090 h 2344739"/>
              <a:gd name="connsiteX118" fmla="*/ 6904146 w 12192001"/>
              <a:gd name="connsiteY118" fmla="*/ 2212596 h 2344739"/>
              <a:gd name="connsiteX119" fmla="*/ 6708222 w 12192001"/>
              <a:gd name="connsiteY119" fmla="*/ 2240551 h 2344739"/>
              <a:gd name="connsiteX120" fmla="*/ 6549454 w 12192001"/>
              <a:gd name="connsiteY120" fmla="*/ 2269327 h 2344739"/>
              <a:gd name="connsiteX121" fmla="*/ 6317560 w 12192001"/>
              <a:gd name="connsiteY121" fmla="*/ 2316127 h 2344739"/>
              <a:gd name="connsiteX122" fmla="*/ 6168674 w 12192001"/>
              <a:gd name="connsiteY122" fmla="*/ 2318214 h 2344739"/>
              <a:gd name="connsiteX123" fmla="*/ 6073848 w 12192001"/>
              <a:gd name="connsiteY123" fmla="*/ 2338676 h 2344739"/>
              <a:gd name="connsiteX124" fmla="*/ 6068529 w 12192001"/>
              <a:gd name="connsiteY124" fmla="*/ 2337139 h 2344739"/>
              <a:gd name="connsiteX125" fmla="*/ 6048638 w 12192001"/>
              <a:gd name="connsiteY125" fmla="*/ 2337822 h 2344739"/>
              <a:gd name="connsiteX126" fmla="*/ 6041285 w 12192001"/>
              <a:gd name="connsiteY126" fmla="*/ 2329473 h 2344739"/>
              <a:gd name="connsiteX127" fmla="*/ 6010090 w 12192001"/>
              <a:gd name="connsiteY127" fmla="*/ 2324380 h 2344739"/>
              <a:gd name="connsiteX128" fmla="*/ 5957375 w 12192001"/>
              <a:gd name="connsiteY128" fmla="*/ 2328024 h 2344739"/>
              <a:gd name="connsiteX129" fmla="*/ 5758919 w 12192001"/>
              <a:gd name="connsiteY129" fmla="*/ 2343716 h 2344739"/>
              <a:gd name="connsiteX130" fmla="*/ 5626960 w 12192001"/>
              <a:gd name="connsiteY130" fmla="*/ 2344739 h 2344739"/>
              <a:gd name="connsiteX131" fmla="*/ 5470906 w 12192001"/>
              <a:gd name="connsiteY131" fmla="*/ 2330719 h 2344739"/>
              <a:gd name="connsiteX132" fmla="*/ 5432761 w 12192001"/>
              <a:gd name="connsiteY132" fmla="*/ 2319466 h 2344739"/>
              <a:gd name="connsiteX133" fmla="*/ 5381669 w 12192001"/>
              <a:gd name="connsiteY133" fmla="*/ 2301764 h 2344739"/>
              <a:gd name="connsiteX134" fmla="*/ 5261764 w 12192001"/>
              <a:gd name="connsiteY134" fmla="*/ 2281347 h 2344739"/>
              <a:gd name="connsiteX135" fmla="*/ 5222961 w 12192001"/>
              <a:gd name="connsiteY135" fmla="*/ 2270223 h 2344739"/>
              <a:gd name="connsiteX136" fmla="*/ 5174660 w 12192001"/>
              <a:gd name="connsiteY136" fmla="*/ 2267233 h 2344739"/>
              <a:gd name="connsiteX137" fmla="*/ 5156554 w 12192001"/>
              <a:gd name="connsiteY137" fmla="*/ 2260010 h 2344739"/>
              <a:gd name="connsiteX138" fmla="*/ 5142599 w 12192001"/>
              <a:gd name="connsiteY138" fmla="*/ 2256610 h 2344739"/>
              <a:gd name="connsiteX139" fmla="*/ 5139596 w 12192001"/>
              <a:gd name="connsiteY139" fmla="*/ 2254509 h 2344739"/>
              <a:gd name="connsiteX140" fmla="*/ 5121659 w 12192001"/>
              <a:gd name="connsiteY140" fmla="*/ 2243656 h 2344739"/>
              <a:gd name="connsiteX141" fmla="*/ 5065790 w 12192001"/>
              <a:gd name="connsiteY141" fmla="*/ 2250227 h 2344739"/>
              <a:gd name="connsiteX142" fmla="*/ 5011514 w 12192001"/>
              <a:gd name="connsiteY142" fmla="*/ 2233846 h 2344739"/>
              <a:gd name="connsiteX143" fmla="*/ 4840441 w 12192001"/>
              <a:gd name="connsiteY143" fmla="*/ 2209829 h 2344739"/>
              <a:gd name="connsiteX144" fmla="*/ 4762447 w 12192001"/>
              <a:gd name="connsiteY144" fmla="*/ 2182061 h 2344739"/>
              <a:gd name="connsiteX145" fmla="*/ 4723186 w 12192001"/>
              <a:gd name="connsiteY145" fmla="*/ 2173047 h 2344739"/>
              <a:gd name="connsiteX146" fmla="*/ 4721176 w 12192001"/>
              <a:gd name="connsiteY146" fmla="*/ 2172298 h 2344739"/>
              <a:gd name="connsiteX147" fmla="*/ 4722111 w 12192001"/>
              <a:gd name="connsiteY147" fmla="*/ 2172087 h 2344739"/>
              <a:gd name="connsiteX148" fmla="*/ 4717202 w 12192001"/>
              <a:gd name="connsiteY148" fmla="*/ 2170817 h 2344739"/>
              <a:gd name="connsiteX149" fmla="*/ 4721176 w 12192001"/>
              <a:gd name="connsiteY149" fmla="*/ 2172298 h 2344739"/>
              <a:gd name="connsiteX150" fmla="*/ 4715526 w 12192001"/>
              <a:gd name="connsiteY150" fmla="*/ 2173573 h 2344739"/>
              <a:gd name="connsiteX151" fmla="*/ 4515814 w 12192001"/>
              <a:gd name="connsiteY151" fmla="*/ 2163671 h 2344739"/>
              <a:gd name="connsiteX152" fmla="*/ 4428543 w 12192001"/>
              <a:gd name="connsiteY152" fmla="*/ 2153020 h 2344739"/>
              <a:gd name="connsiteX153" fmla="*/ 4362875 w 12192001"/>
              <a:gd name="connsiteY153" fmla="*/ 2151674 h 2344739"/>
              <a:gd name="connsiteX154" fmla="*/ 4316966 w 12192001"/>
              <a:gd name="connsiteY154" fmla="*/ 2158289 h 2344739"/>
              <a:gd name="connsiteX155" fmla="*/ 4315110 w 12192001"/>
              <a:gd name="connsiteY155" fmla="*/ 2156948 h 2344739"/>
              <a:gd name="connsiteX156" fmla="*/ 4295144 w 12192001"/>
              <a:gd name="connsiteY156" fmla="*/ 2155069 h 2344739"/>
              <a:gd name="connsiteX157" fmla="*/ 4290064 w 12192001"/>
              <a:gd name="connsiteY157" fmla="*/ 2157986 h 2344739"/>
              <a:gd name="connsiteX158" fmla="*/ 4276142 w 12192001"/>
              <a:gd name="connsiteY158" fmla="*/ 2157740 h 2344739"/>
              <a:gd name="connsiteX159" fmla="*/ 4248117 w 12192001"/>
              <a:gd name="connsiteY159" fmla="*/ 2160064 h 2344739"/>
              <a:gd name="connsiteX160" fmla="*/ 4202051 w 12192001"/>
              <a:gd name="connsiteY160" fmla="*/ 2157269 h 2344739"/>
              <a:gd name="connsiteX161" fmla="*/ 4201745 w 12192001"/>
              <a:gd name="connsiteY161" fmla="*/ 2156010 h 2344739"/>
              <a:gd name="connsiteX162" fmla="*/ 4191248 w 12192001"/>
              <a:gd name="connsiteY162" fmla="*/ 2150376 h 2344739"/>
              <a:gd name="connsiteX163" fmla="*/ 4142745 w 12192001"/>
              <a:gd name="connsiteY163" fmla="*/ 2134511 h 2344739"/>
              <a:gd name="connsiteX164" fmla="*/ 4083097 w 12192001"/>
              <a:gd name="connsiteY164" fmla="*/ 2107978 h 2344739"/>
              <a:gd name="connsiteX165" fmla="*/ 4074546 w 12192001"/>
              <a:gd name="connsiteY165" fmla="*/ 2107143 h 2344739"/>
              <a:gd name="connsiteX166" fmla="*/ 4074427 w 12192001"/>
              <a:gd name="connsiteY166" fmla="*/ 2106844 h 2344739"/>
              <a:gd name="connsiteX167" fmla="*/ 4065510 w 12192001"/>
              <a:gd name="connsiteY167" fmla="*/ 2105400 h 2344739"/>
              <a:gd name="connsiteX168" fmla="*/ 4058954 w 12192001"/>
              <a:gd name="connsiteY168" fmla="*/ 2105618 h 2344739"/>
              <a:gd name="connsiteX169" fmla="*/ 4042364 w 12192001"/>
              <a:gd name="connsiteY169" fmla="*/ 2103997 h 2344739"/>
              <a:gd name="connsiteX170" fmla="*/ 4036997 w 12192001"/>
              <a:gd name="connsiteY170" fmla="*/ 2101563 h 2344739"/>
              <a:gd name="connsiteX171" fmla="*/ 4035363 w 12192001"/>
              <a:gd name="connsiteY171" fmla="*/ 2097896 h 2344739"/>
              <a:gd name="connsiteX172" fmla="*/ 4033778 w 12192001"/>
              <a:gd name="connsiteY172" fmla="*/ 2098131 h 2344739"/>
              <a:gd name="connsiteX173" fmla="*/ 4004538 w 12192001"/>
              <a:gd name="connsiteY173" fmla="*/ 2085563 h 2344739"/>
              <a:gd name="connsiteX174" fmla="*/ 3936846 w 12192001"/>
              <a:gd name="connsiteY174" fmla="*/ 2068106 h 2344739"/>
              <a:gd name="connsiteX175" fmla="*/ 3897275 w 12192001"/>
              <a:gd name="connsiteY175" fmla="*/ 2062451 h 2344739"/>
              <a:gd name="connsiteX176" fmla="*/ 3789760 w 12192001"/>
              <a:gd name="connsiteY176" fmla="*/ 2042213 h 2344739"/>
              <a:gd name="connsiteX177" fmla="*/ 3682513 w 12192001"/>
              <a:gd name="connsiteY177" fmla="*/ 2018290 h 2344739"/>
              <a:gd name="connsiteX178" fmla="*/ 3610035 w 12192001"/>
              <a:gd name="connsiteY178" fmla="*/ 1986019 h 2344739"/>
              <a:gd name="connsiteX179" fmla="*/ 3603855 w 12192001"/>
              <a:gd name="connsiteY179" fmla="*/ 1987381 h 2344739"/>
              <a:gd name="connsiteX180" fmla="*/ 3594736 w 12192001"/>
              <a:gd name="connsiteY180" fmla="*/ 1987545 h 2344739"/>
              <a:gd name="connsiteX181" fmla="*/ 3594501 w 12192001"/>
              <a:gd name="connsiteY181" fmla="*/ 1987276 h 2344739"/>
              <a:gd name="connsiteX182" fmla="*/ 3585978 w 12192001"/>
              <a:gd name="connsiteY182" fmla="*/ 1987966 h 2344739"/>
              <a:gd name="connsiteX183" fmla="*/ 3536135 w 12192001"/>
              <a:gd name="connsiteY183" fmla="*/ 1978267 h 2344739"/>
              <a:gd name="connsiteX184" fmla="*/ 3473223 w 12192001"/>
              <a:gd name="connsiteY184" fmla="*/ 1974606 h 2344739"/>
              <a:gd name="connsiteX185" fmla="*/ 3400728 w 12192001"/>
              <a:gd name="connsiteY185" fmla="*/ 1962558 h 2344739"/>
              <a:gd name="connsiteX186" fmla="*/ 3363888 w 12192001"/>
              <a:gd name="connsiteY186" fmla="*/ 1979510 h 2344739"/>
              <a:gd name="connsiteX187" fmla="*/ 3344026 w 12192001"/>
              <a:gd name="connsiteY187" fmla="*/ 1981192 h 2344739"/>
              <a:gd name="connsiteX188" fmla="*/ 3341698 w 12192001"/>
              <a:gd name="connsiteY188" fmla="*/ 1980217 h 2344739"/>
              <a:gd name="connsiteX189" fmla="*/ 3262356 w 12192001"/>
              <a:gd name="connsiteY189" fmla="*/ 1986094 h 2344739"/>
              <a:gd name="connsiteX190" fmla="*/ 3142556 w 12192001"/>
              <a:gd name="connsiteY190" fmla="*/ 1993869 h 2344739"/>
              <a:gd name="connsiteX191" fmla="*/ 3030291 w 12192001"/>
              <a:gd name="connsiteY191" fmla="*/ 1996512 h 2344739"/>
              <a:gd name="connsiteX192" fmla="*/ 2781569 w 12192001"/>
              <a:gd name="connsiteY192" fmla="*/ 2018333 h 2344739"/>
              <a:gd name="connsiteX193" fmla="*/ 2646527 w 12192001"/>
              <a:gd name="connsiteY193" fmla="*/ 2028869 h 2344739"/>
              <a:gd name="connsiteX194" fmla="*/ 2568028 w 12192001"/>
              <a:gd name="connsiteY194" fmla="*/ 2002628 h 2344739"/>
              <a:gd name="connsiteX195" fmla="*/ 2443255 w 12192001"/>
              <a:gd name="connsiteY195" fmla="*/ 2016529 h 2344739"/>
              <a:gd name="connsiteX196" fmla="*/ 2315112 w 12192001"/>
              <a:gd name="connsiteY196" fmla="*/ 2024996 h 2344739"/>
              <a:gd name="connsiteX197" fmla="*/ 2208578 w 12192001"/>
              <a:gd name="connsiteY197" fmla="*/ 2019763 h 2344739"/>
              <a:gd name="connsiteX198" fmla="*/ 2094665 w 12192001"/>
              <a:gd name="connsiteY198" fmla="*/ 2003052 h 2344739"/>
              <a:gd name="connsiteX199" fmla="*/ 1997356 w 12192001"/>
              <a:gd name="connsiteY199" fmla="*/ 1995032 h 2344739"/>
              <a:gd name="connsiteX200" fmla="*/ 1928172 w 12192001"/>
              <a:gd name="connsiteY200" fmla="*/ 2016977 h 2344739"/>
              <a:gd name="connsiteX201" fmla="*/ 1921650 w 12192001"/>
              <a:gd name="connsiteY201" fmla="*/ 2012146 h 2344739"/>
              <a:gd name="connsiteX202" fmla="*/ 1873080 w 12192001"/>
              <a:gd name="connsiteY202" fmla="*/ 2013741 h 2344739"/>
              <a:gd name="connsiteX203" fmla="*/ 1786655 w 12192001"/>
              <a:gd name="connsiteY203" fmla="*/ 2041363 h 2344739"/>
              <a:gd name="connsiteX204" fmla="*/ 1738204 w 12192001"/>
              <a:gd name="connsiteY204" fmla="*/ 2036312 h 2344739"/>
              <a:gd name="connsiteX205" fmla="*/ 1675071 w 12192001"/>
              <a:gd name="connsiteY205" fmla="*/ 2019963 h 2344739"/>
              <a:gd name="connsiteX206" fmla="*/ 1608669 w 12192001"/>
              <a:gd name="connsiteY206" fmla="*/ 2013066 h 2344739"/>
              <a:gd name="connsiteX207" fmla="*/ 1496110 w 12192001"/>
              <a:gd name="connsiteY207" fmla="*/ 1987476 h 2344739"/>
              <a:gd name="connsiteX208" fmla="*/ 1149979 w 12192001"/>
              <a:gd name="connsiteY208" fmla="*/ 1938041 h 2344739"/>
              <a:gd name="connsiteX209" fmla="*/ 858269 w 12192001"/>
              <a:gd name="connsiteY209" fmla="*/ 1928608 h 2344739"/>
              <a:gd name="connsiteX210" fmla="*/ 837540 w 12192001"/>
              <a:gd name="connsiteY210" fmla="*/ 1929821 h 2344739"/>
              <a:gd name="connsiteX211" fmla="*/ 816809 w 12192001"/>
              <a:gd name="connsiteY211" fmla="*/ 1927857 h 2344739"/>
              <a:gd name="connsiteX212" fmla="*/ 811506 w 12192001"/>
              <a:gd name="connsiteY212" fmla="*/ 1930751 h 2344739"/>
              <a:gd name="connsiteX213" fmla="*/ 797041 w 12192001"/>
              <a:gd name="connsiteY213" fmla="*/ 1930446 h 2344739"/>
              <a:gd name="connsiteX214" fmla="*/ 767901 w 12192001"/>
              <a:gd name="connsiteY214" fmla="*/ 1932653 h 2344739"/>
              <a:gd name="connsiteX215" fmla="*/ 763053 w 12192001"/>
              <a:gd name="connsiteY215" fmla="*/ 1930432 h 2344739"/>
              <a:gd name="connsiteX216" fmla="*/ 720047 w 12192001"/>
              <a:gd name="connsiteY216" fmla="*/ 1929661 h 2344739"/>
              <a:gd name="connsiteX217" fmla="*/ 719742 w 12192001"/>
              <a:gd name="connsiteY217" fmla="*/ 1928399 h 2344739"/>
              <a:gd name="connsiteX218" fmla="*/ 708875 w 12192001"/>
              <a:gd name="connsiteY218" fmla="*/ 1922722 h 2344739"/>
              <a:gd name="connsiteX219" fmla="*/ 596792 w 12192001"/>
              <a:gd name="connsiteY219" fmla="*/ 1879864 h 2344739"/>
              <a:gd name="connsiteX220" fmla="*/ 578535 w 12192001"/>
              <a:gd name="connsiteY220" fmla="*/ 1877212 h 2344739"/>
              <a:gd name="connsiteX221" fmla="*/ 571717 w 12192001"/>
              <a:gd name="connsiteY221" fmla="*/ 1877401 h 2344739"/>
              <a:gd name="connsiteX222" fmla="*/ 445099 w 12192001"/>
              <a:gd name="connsiteY222" fmla="*/ 1839371 h 2344739"/>
              <a:gd name="connsiteX223" fmla="*/ 404015 w 12192001"/>
              <a:gd name="connsiteY223" fmla="*/ 1833548 h 2344739"/>
              <a:gd name="connsiteX224" fmla="*/ 292435 w 12192001"/>
              <a:gd name="connsiteY224" fmla="*/ 1812852 h 2344739"/>
              <a:gd name="connsiteX225" fmla="*/ 118381 w 12192001"/>
              <a:gd name="connsiteY225" fmla="*/ 1761047 h 2344739"/>
              <a:gd name="connsiteX226" fmla="*/ 15526 w 12192001"/>
              <a:gd name="connsiteY226" fmla="*/ 1758191 h 2344739"/>
              <a:gd name="connsiteX227" fmla="*/ 2 w 12192001"/>
              <a:gd name="connsiteY227" fmla="*/ 1752722 h 2344739"/>
              <a:gd name="connsiteX228" fmla="*/ 1 w 12192001"/>
              <a:gd name="connsiteY228" fmla="*/ 762497 h 2344739"/>
              <a:gd name="connsiteX229" fmla="*/ 0 w 12192001"/>
              <a:gd name="connsiteY229" fmla="*/ 762497 h 2344739"/>
              <a:gd name="connsiteX230" fmla="*/ 0 w 12192001"/>
              <a:gd name="connsiteY230" fmla="*/ 222213 h 2344739"/>
              <a:gd name="connsiteX231" fmla="*/ 0 w 12192001"/>
              <a:gd name="connsiteY231"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312180 w 12192001"/>
              <a:gd name="connsiteY110" fmla="*/ 2132873 h 2344739"/>
              <a:gd name="connsiteX111" fmla="*/ 7218559 w 12192001"/>
              <a:gd name="connsiteY111" fmla="*/ 2156680 h 2344739"/>
              <a:gd name="connsiteX112" fmla="*/ 7201101 w 12192001"/>
              <a:gd name="connsiteY112" fmla="*/ 2161230 h 2344739"/>
              <a:gd name="connsiteX113" fmla="*/ 7197004 w 12192001"/>
              <a:gd name="connsiteY113" fmla="*/ 2166588 h 2344739"/>
              <a:gd name="connsiteX114" fmla="*/ 7170808 w 12192001"/>
              <a:gd name="connsiteY114" fmla="*/ 2171236 h 2344739"/>
              <a:gd name="connsiteX115" fmla="*/ 7096988 w 12192001"/>
              <a:gd name="connsiteY115" fmla="*/ 2183464 h 2344739"/>
              <a:gd name="connsiteX116" fmla="*/ 7018496 w 12192001"/>
              <a:gd name="connsiteY116" fmla="*/ 2183090 h 2344739"/>
              <a:gd name="connsiteX117" fmla="*/ 6904146 w 12192001"/>
              <a:gd name="connsiteY117" fmla="*/ 2212596 h 2344739"/>
              <a:gd name="connsiteX118" fmla="*/ 6708222 w 12192001"/>
              <a:gd name="connsiteY118" fmla="*/ 2240551 h 2344739"/>
              <a:gd name="connsiteX119" fmla="*/ 6549454 w 12192001"/>
              <a:gd name="connsiteY119" fmla="*/ 2269327 h 2344739"/>
              <a:gd name="connsiteX120" fmla="*/ 6317560 w 12192001"/>
              <a:gd name="connsiteY120" fmla="*/ 2316127 h 2344739"/>
              <a:gd name="connsiteX121" fmla="*/ 6168674 w 12192001"/>
              <a:gd name="connsiteY121" fmla="*/ 2318214 h 2344739"/>
              <a:gd name="connsiteX122" fmla="*/ 6073848 w 12192001"/>
              <a:gd name="connsiteY122" fmla="*/ 2338676 h 2344739"/>
              <a:gd name="connsiteX123" fmla="*/ 6068529 w 12192001"/>
              <a:gd name="connsiteY123" fmla="*/ 2337139 h 2344739"/>
              <a:gd name="connsiteX124" fmla="*/ 6048638 w 12192001"/>
              <a:gd name="connsiteY124" fmla="*/ 2337822 h 2344739"/>
              <a:gd name="connsiteX125" fmla="*/ 6041285 w 12192001"/>
              <a:gd name="connsiteY125" fmla="*/ 2329473 h 2344739"/>
              <a:gd name="connsiteX126" fmla="*/ 6010090 w 12192001"/>
              <a:gd name="connsiteY126" fmla="*/ 2324380 h 2344739"/>
              <a:gd name="connsiteX127" fmla="*/ 5957375 w 12192001"/>
              <a:gd name="connsiteY127" fmla="*/ 2328024 h 2344739"/>
              <a:gd name="connsiteX128" fmla="*/ 5758919 w 12192001"/>
              <a:gd name="connsiteY128" fmla="*/ 2343716 h 2344739"/>
              <a:gd name="connsiteX129" fmla="*/ 5626960 w 12192001"/>
              <a:gd name="connsiteY129" fmla="*/ 2344739 h 2344739"/>
              <a:gd name="connsiteX130" fmla="*/ 5470906 w 12192001"/>
              <a:gd name="connsiteY130" fmla="*/ 2330719 h 2344739"/>
              <a:gd name="connsiteX131" fmla="*/ 5432761 w 12192001"/>
              <a:gd name="connsiteY131" fmla="*/ 2319466 h 2344739"/>
              <a:gd name="connsiteX132" fmla="*/ 5381669 w 12192001"/>
              <a:gd name="connsiteY132" fmla="*/ 2301764 h 2344739"/>
              <a:gd name="connsiteX133" fmla="*/ 5261764 w 12192001"/>
              <a:gd name="connsiteY133" fmla="*/ 2281347 h 2344739"/>
              <a:gd name="connsiteX134" fmla="*/ 5222961 w 12192001"/>
              <a:gd name="connsiteY134" fmla="*/ 2270223 h 2344739"/>
              <a:gd name="connsiteX135" fmla="*/ 5174660 w 12192001"/>
              <a:gd name="connsiteY135" fmla="*/ 2267233 h 2344739"/>
              <a:gd name="connsiteX136" fmla="*/ 5156554 w 12192001"/>
              <a:gd name="connsiteY136" fmla="*/ 2260010 h 2344739"/>
              <a:gd name="connsiteX137" fmla="*/ 5142599 w 12192001"/>
              <a:gd name="connsiteY137" fmla="*/ 2256610 h 2344739"/>
              <a:gd name="connsiteX138" fmla="*/ 5139596 w 12192001"/>
              <a:gd name="connsiteY138" fmla="*/ 2254509 h 2344739"/>
              <a:gd name="connsiteX139" fmla="*/ 5121659 w 12192001"/>
              <a:gd name="connsiteY139" fmla="*/ 2243656 h 2344739"/>
              <a:gd name="connsiteX140" fmla="*/ 5065790 w 12192001"/>
              <a:gd name="connsiteY140" fmla="*/ 2250227 h 2344739"/>
              <a:gd name="connsiteX141" fmla="*/ 5011514 w 12192001"/>
              <a:gd name="connsiteY141" fmla="*/ 2233846 h 2344739"/>
              <a:gd name="connsiteX142" fmla="*/ 4840441 w 12192001"/>
              <a:gd name="connsiteY142" fmla="*/ 2209829 h 2344739"/>
              <a:gd name="connsiteX143" fmla="*/ 4762447 w 12192001"/>
              <a:gd name="connsiteY143" fmla="*/ 2182061 h 2344739"/>
              <a:gd name="connsiteX144" fmla="*/ 4723186 w 12192001"/>
              <a:gd name="connsiteY144" fmla="*/ 2173047 h 2344739"/>
              <a:gd name="connsiteX145" fmla="*/ 4721176 w 12192001"/>
              <a:gd name="connsiteY145" fmla="*/ 2172298 h 2344739"/>
              <a:gd name="connsiteX146" fmla="*/ 4722111 w 12192001"/>
              <a:gd name="connsiteY146" fmla="*/ 2172087 h 2344739"/>
              <a:gd name="connsiteX147" fmla="*/ 4717202 w 12192001"/>
              <a:gd name="connsiteY147" fmla="*/ 2170817 h 2344739"/>
              <a:gd name="connsiteX148" fmla="*/ 4721176 w 12192001"/>
              <a:gd name="connsiteY148" fmla="*/ 2172298 h 2344739"/>
              <a:gd name="connsiteX149" fmla="*/ 4715526 w 12192001"/>
              <a:gd name="connsiteY149" fmla="*/ 2173573 h 2344739"/>
              <a:gd name="connsiteX150" fmla="*/ 4515814 w 12192001"/>
              <a:gd name="connsiteY150" fmla="*/ 2163671 h 2344739"/>
              <a:gd name="connsiteX151" fmla="*/ 4428543 w 12192001"/>
              <a:gd name="connsiteY151" fmla="*/ 2153020 h 2344739"/>
              <a:gd name="connsiteX152" fmla="*/ 4362875 w 12192001"/>
              <a:gd name="connsiteY152" fmla="*/ 2151674 h 2344739"/>
              <a:gd name="connsiteX153" fmla="*/ 4316966 w 12192001"/>
              <a:gd name="connsiteY153" fmla="*/ 2158289 h 2344739"/>
              <a:gd name="connsiteX154" fmla="*/ 4315110 w 12192001"/>
              <a:gd name="connsiteY154" fmla="*/ 2156948 h 2344739"/>
              <a:gd name="connsiteX155" fmla="*/ 4295144 w 12192001"/>
              <a:gd name="connsiteY155" fmla="*/ 2155069 h 2344739"/>
              <a:gd name="connsiteX156" fmla="*/ 4290064 w 12192001"/>
              <a:gd name="connsiteY156" fmla="*/ 2157986 h 2344739"/>
              <a:gd name="connsiteX157" fmla="*/ 4276142 w 12192001"/>
              <a:gd name="connsiteY157" fmla="*/ 2157740 h 2344739"/>
              <a:gd name="connsiteX158" fmla="*/ 4248117 w 12192001"/>
              <a:gd name="connsiteY158" fmla="*/ 2160064 h 2344739"/>
              <a:gd name="connsiteX159" fmla="*/ 4202051 w 12192001"/>
              <a:gd name="connsiteY159" fmla="*/ 2157269 h 2344739"/>
              <a:gd name="connsiteX160" fmla="*/ 4201745 w 12192001"/>
              <a:gd name="connsiteY160" fmla="*/ 2156010 h 2344739"/>
              <a:gd name="connsiteX161" fmla="*/ 4191248 w 12192001"/>
              <a:gd name="connsiteY161" fmla="*/ 2150376 h 2344739"/>
              <a:gd name="connsiteX162" fmla="*/ 4142745 w 12192001"/>
              <a:gd name="connsiteY162" fmla="*/ 2134511 h 2344739"/>
              <a:gd name="connsiteX163" fmla="*/ 4083097 w 12192001"/>
              <a:gd name="connsiteY163" fmla="*/ 2107978 h 2344739"/>
              <a:gd name="connsiteX164" fmla="*/ 4074546 w 12192001"/>
              <a:gd name="connsiteY164" fmla="*/ 2107143 h 2344739"/>
              <a:gd name="connsiteX165" fmla="*/ 4074427 w 12192001"/>
              <a:gd name="connsiteY165" fmla="*/ 2106844 h 2344739"/>
              <a:gd name="connsiteX166" fmla="*/ 4065510 w 12192001"/>
              <a:gd name="connsiteY166" fmla="*/ 2105400 h 2344739"/>
              <a:gd name="connsiteX167" fmla="*/ 4058954 w 12192001"/>
              <a:gd name="connsiteY167" fmla="*/ 2105618 h 2344739"/>
              <a:gd name="connsiteX168" fmla="*/ 4042364 w 12192001"/>
              <a:gd name="connsiteY168" fmla="*/ 2103997 h 2344739"/>
              <a:gd name="connsiteX169" fmla="*/ 4036997 w 12192001"/>
              <a:gd name="connsiteY169" fmla="*/ 2101563 h 2344739"/>
              <a:gd name="connsiteX170" fmla="*/ 4035363 w 12192001"/>
              <a:gd name="connsiteY170" fmla="*/ 2097896 h 2344739"/>
              <a:gd name="connsiteX171" fmla="*/ 4033778 w 12192001"/>
              <a:gd name="connsiteY171" fmla="*/ 2098131 h 2344739"/>
              <a:gd name="connsiteX172" fmla="*/ 4004538 w 12192001"/>
              <a:gd name="connsiteY172" fmla="*/ 2085563 h 2344739"/>
              <a:gd name="connsiteX173" fmla="*/ 3936846 w 12192001"/>
              <a:gd name="connsiteY173" fmla="*/ 2068106 h 2344739"/>
              <a:gd name="connsiteX174" fmla="*/ 3897275 w 12192001"/>
              <a:gd name="connsiteY174" fmla="*/ 2062451 h 2344739"/>
              <a:gd name="connsiteX175" fmla="*/ 3789760 w 12192001"/>
              <a:gd name="connsiteY175" fmla="*/ 2042213 h 2344739"/>
              <a:gd name="connsiteX176" fmla="*/ 3682513 w 12192001"/>
              <a:gd name="connsiteY176" fmla="*/ 2018290 h 2344739"/>
              <a:gd name="connsiteX177" fmla="*/ 3610035 w 12192001"/>
              <a:gd name="connsiteY177" fmla="*/ 1986019 h 2344739"/>
              <a:gd name="connsiteX178" fmla="*/ 3603855 w 12192001"/>
              <a:gd name="connsiteY178" fmla="*/ 1987381 h 2344739"/>
              <a:gd name="connsiteX179" fmla="*/ 3594736 w 12192001"/>
              <a:gd name="connsiteY179" fmla="*/ 1987545 h 2344739"/>
              <a:gd name="connsiteX180" fmla="*/ 3594501 w 12192001"/>
              <a:gd name="connsiteY180" fmla="*/ 1987276 h 2344739"/>
              <a:gd name="connsiteX181" fmla="*/ 3585978 w 12192001"/>
              <a:gd name="connsiteY181" fmla="*/ 1987966 h 2344739"/>
              <a:gd name="connsiteX182" fmla="*/ 3536135 w 12192001"/>
              <a:gd name="connsiteY182" fmla="*/ 1978267 h 2344739"/>
              <a:gd name="connsiteX183" fmla="*/ 3473223 w 12192001"/>
              <a:gd name="connsiteY183" fmla="*/ 1974606 h 2344739"/>
              <a:gd name="connsiteX184" fmla="*/ 3400728 w 12192001"/>
              <a:gd name="connsiteY184" fmla="*/ 1962558 h 2344739"/>
              <a:gd name="connsiteX185" fmla="*/ 3363888 w 12192001"/>
              <a:gd name="connsiteY185" fmla="*/ 1979510 h 2344739"/>
              <a:gd name="connsiteX186" fmla="*/ 3344026 w 12192001"/>
              <a:gd name="connsiteY186" fmla="*/ 1981192 h 2344739"/>
              <a:gd name="connsiteX187" fmla="*/ 3341698 w 12192001"/>
              <a:gd name="connsiteY187" fmla="*/ 1980217 h 2344739"/>
              <a:gd name="connsiteX188" fmla="*/ 3262356 w 12192001"/>
              <a:gd name="connsiteY188" fmla="*/ 1986094 h 2344739"/>
              <a:gd name="connsiteX189" fmla="*/ 3142556 w 12192001"/>
              <a:gd name="connsiteY189" fmla="*/ 1993869 h 2344739"/>
              <a:gd name="connsiteX190" fmla="*/ 3030291 w 12192001"/>
              <a:gd name="connsiteY190" fmla="*/ 1996512 h 2344739"/>
              <a:gd name="connsiteX191" fmla="*/ 2781569 w 12192001"/>
              <a:gd name="connsiteY191" fmla="*/ 2018333 h 2344739"/>
              <a:gd name="connsiteX192" fmla="*/ 2646527 w 12192001"/>
              <a:gd name="connsiteY192" fmla="*/ 2028869 h 2344739"/>
              <a:gd name="connsiteX193" fmla="*/ 2568028 w 12192001"/>
              <a:gd name="connsiteY193" fmla="*/ 2002628 h 2344739"/>
              <a:gd name="connsiteX194" fmla="*/ 2443255 w 12192001"/>
              <a:gd name="connsiteY194" fmla="*/ 2016529 h 2344739"/>
              <a:gd name="connsiteX195" fmla="*/ 2315112 w 12192001"/>
              <a:gd name="connsiteY195" fmla="*/ 2024996 h 2344739"/>
              <a:gd name="connsiteX196" fmla="*/ 2208578 w 12192001"/>
              <a:gd name="connsiteY196" fmla="*/ 2019763 h 2344739"/>
              <a:gd name="connsiteX197" fmla="*/ 2094665 w 12192001"/>
              <a:gd name="connsiteY197" fmla="*/ 2003052 h 2344739"/>
              <a:gd name="connsiteX198" fmla="*/ 1997356 w 12192001"/>
              <a:gd name="connsiteY198" fmla="*/ 1995032 h 2344739"/>
              <a:gd name="connsiteX199" fmla="*/ 1928172 w 12192001"/>
              <a:gd name="connsiteY199" fmla="*/ 2016977 h 2344739"/>
              <a:gd name="connsiteX200" fmla="*/ 1921650 w 12192001"/>
              <a:gd name="connsiteY200" fmla="*/ 2012146 h 2344739"/>
              <a:gd name="connsiteX201" fmla="*/ 1873080 w 12192001"/>
              <a:gd name="connsiteY201" fmla="*/ 2013741 h 2344739"/>
              <a:gd name="connsiteX202" fmla="*/ 1786655 w 12192001"/>
              <a:gd name="connsiteY202" fmla="*/ 2041363 h 2344739"/>
              <a:gd name="connsiteX203" fmla="*/ 1738204 w 12192001"/>
              <a:gd name="connsiteY203" fmla="*/ 2036312 h 2344739"/>
              <a:gd name="connsiteX204" fmla="*/ 1675071 w 12192001"/>
              <a:gd name="connsiteY204" fmla="*/ 2019963 h 2344739"/>
              <a:gd name="connsiteX205" fmla="*/ 1608669 w 12192001"/>
              <a:gd name="connsiteY205" fmla="*/ 2013066 h 2344739"/>
              <a:gd name="connsiteX206" fmla="*/ 1496110 w 12192001"/>
              <a:gd name="connsiteY206" fmla="*/ 1987476 h 2344739"/>
              <a:gd name="connsiteX207" fmla="*/ 1149979 w 12192001"/>
              <a:gd name="connsiteY207" fmla="*/ 1938041 h 2344739"/>
              <a:gd name="connsiteX208" fmla="*/ 858269 w 12192001"/>
              <a:gd name="connsiteY208" fmla="*/ 1928608 h 2344739"/>
              <a:gd name="connsiteX209" fmla="*/ 837540 w 12192001"/>
              <a:gd name="connsiteY209" fmla="*/ 1929821 h 2344739"/>
              <a:gd name="connsiteX210" fmla="*/ 816809 w 12192001"/>
              <a:gd name="connsiteY210" fmla="*/ 1927857 h 2344739"/>
              <a:gd name="connsiteX211" fmla="*/ 811506 w 12192001"/>
              <a:gd name="connsiteY211" fmla="*/ 1930751 h 2344739"/>
              <a:gd name="connsiteX212" fmla="*/ 797041 w 12192001"/>
              <a:gd name="connsiteY212" fmla="*/ 1930446 h 2344739"/>
              <a:gd name="connsiteX213" fmla="*/ 767901 w 12192001"/>
              <a:gd name="connsiteY213" fmla="*/ 1932653 h 2344739"/>
              <a:gd name="connsiteX214" fmla="*/ 763053 w 12192001"/>
              <a:gd name="connsiteY214" fmla="*/ 1930432 h 2344739"/>
              <a:gd name="connsiteX215" fmla="*/ 720047 w 12192001"/>
              <a:gd name="connsiteY215" fmla="*/ 1929661 h 2344739"/>
              <a:gd name="connsiteX216" fmla="*/ 719742 w 12192001"/>
              <a:gd name="connsiteY216" fmla="*/ 1928399 h 2344739"/>
              <a:gd name="connsiteX217" fmla="*/ 708875 w 12192001"/>
              <a:gd name="connsiteY217" fmla="*/ 1922722 h 2344739"/>
              <a:gd name="connsiteX218" fmla="*/ 596792 w 12192001"/>
              <a:gd name="connsiteY218" fmla="*/ 1879864 h 2344739"/>
              <a:gd name="connsiteX219" fmla="*/ 578535 w 12192001"/>
              <a:gd name="connsiteY219" fmla="*/ 1877212 h 2344739"/>
              <a:gd name="connsiteX220" fmla="*/ 571717 w 12192001"/>
              <a:gd name="connsiteY220" fmla="*/ 1877401 h 2344739"/>
              <a:gd name="connsiteX221" fmla="*/ 445099 w 12192001"/>
              <a:gd name="connsiteY221" fmla="*/ 1839371 h 2344739"/>
              <a:gd name="connsiteX222" fmla="*/ 404015 w 12192001"/>
              <a:gd name="connsiteY222" fmla="*/ 1833548 h 2344739"/>
              <a:gd name="connsiteX223" fmla="*/ 292435 w 12192001"/>
              <a:gd name="connsiteY223" fmla="*/ 1812852 h 2344739"/>
              <a:gd name="connsiteX224" fmla="*/ 118381 w 12192001"/>
              <a:gd name="connsiteY224" fmla="*/ 1761047 h 2344739"/>
              <a:gd name="connsiteX225" fmla="*/ 15526 w 12192001"/>
              <a:gd name="connsiteY225" fmla="*/ 1758191 h 2344739"/>
              <a:gd name="connsiteX226" fmla="*/ 2 w 12192001"/>
              <a:gd name="connsiteY226" fmla="*/ 1752722 h 2344739"/>
              <a:gd name="connsiteX227" fmla="*/ 1 w 12192001"/>
              <a:gd name="connsiteY227" fmla="*/ 762497 h 2344739"/>
              <a:gd name="connsiteX228" fmla="*/ 0 w 12192001"/>
              <a:gd name="connsiteY228" fmla="*/ 762497 h 2344739"/>
              <a:gd name="connsiteX229" fmla="*/ 0 w 12192001"/>
              <a:gd name="connsiteY229" fmla="*/ 222213 h 2344739"/>
              <a:gd name="connsiteX230" fmla="*/ 0 w 12192001"/>
              <a:gd name="connsiteY230"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63053 w 12192001"/>
              <a:gd name="connsiteY213" fmla="*/ 1930432 h 2344739"/>
              <a:gd name="connsiteX214" fmla="*/ 720047 w 12192001"/>
              <a:gd name="connsiteY214" fmla="*/ 1929661 h 2344739"/>
              <a:gd name="connsiteX215" fmla="*/ 719742 w 12192001"/>
              <a:gd name="connsiteY215" fmla="*/ 1928399 h 2344739"/>
              <a:gd name="connsiteX216" fmla="*/ 708875 w 12192001"/>
              <a:gd name="connsiteY216" fmla="*/ 1922722 h 2344739"/>
              <a:gd name="connsiteX217" fmla="*/ 596792 w 12192001"/>
              <a:gd name="connsiteY217" fmla="*/ 1879864 h 2344739"/>
              <a:gd name="connsiteX218" fmla="*/ 578535 w 12192001"/>
              <a:gd name="connsiteY218" fmla="*/ 1877212 h 2344739"/>
              <a:gd name="connsiteX219" fmla="*/ 571717 w 12192001"/>
              <a:gd name="connsiteY219" fmla="*/ 1877401 h 2344739"/>
              <a:gd name="connsiteX220" fmla="*/ 445099 w 12192001"/>
              <a:gd name="connsiteY220" fmla="*/ 1839371 h 2344739"/>
              <a:gd name="connsiteX221" fmla="*/ 404015 w 12192001"/>
              <a:gd name="connsiteY221" fmla="*/ 1833548 h 2344739"/>
              <a:gd name="connsiteX222" fmla="*/ 292435 w 12192001"/>
              <a:gd name="connsiteY222" fmla="*/ 1812852 h 2344739"/>
              <a:gd name="connsiteX223" fmla="*/ 118381 w 12192001"/>
              <a:gd name="connsiteY223" fmla="*/ 1761047 h 2344739"/>
              <a:gd name="connsiteX224" fmla="*/ 15526 w 12192001"/>
              <a:gd name="connsiteY224" fmla="*/ 1758191 h 2344739"/>
              <a:gd name="connsiteX225" fmla="*/ 2 w 12192001"/>
              <a:gd name="connsiteY225" fmla="*/ 1752722 h 2344739"/>
              <a:gd name="connsiteX226" fmla="*/ 1 w 12192001"/>
              <a:gd name="connsiteY226" fmla="*/ 762497 h 2344739"/>
              <a:gd name="connsiteX227" fmla="*/ 0 w 12192001"/>
              <a:gd name="connsiteY227" fmla="*/ 762497 h 2344739"/>
              <a:gd name="connsiteX228" fmla="*/ 0 w 12192001"/>
              <a:gd name="connsiteY228" fmla="*/ 222213 h 2344739"/>
              <a:gd name="connsiteX229" fmla="*/ 0 w 12192001"/>
              <a:gd name="connsiteY229"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63053 w 12192001"/>
              <a:gd name="connsiteY213" fmla="*/ 1930432 h 2344739"/>
              <a:gd name="connsiteX214" fmla="*/ 720047 w 12192001"/>
              <a:gd name="connsiteY214" fmla="*/ 1929661 h 2344739"/>
              <a:gd name="connsiteX215" fmla="*/ 719742 w 12192001"/>
              <a:gd name="connsiteY215" fmla="*/ 1928399 h 2344739"/>
              <a:gd name="connsiteX216" fmla="*/ 708875 w 12192001"/>
              <a:gd name="connsiteY216" fmla="*/ 1922722 h 2344739"/>
              <a:gd name="connsiteX217" fmla="*/ 596792 w 12192001"/>
              <a:gd name="connsiteY217" fmla="*/ 1879864 h 2344739"/>
              <a:gd name="connsiteX218" fmla="*/ 578535 w 12192001"/>
              <a:gd name="connsiteY218" fmla="*/ 1877212 h 2344739"/>
              <a:gd name="connsiteX219" fmla="*/ 571717 w 12192001"/>
              <a:gd name="connsiteY219" fmla="*/ 1877401 h 2344739"/>
              <a:gd name="connsiteX220" fmla="*/ 445099 w 12192001"/>
              <a:gd name="connsiteY220" fmla="*/ 1839371 h 2344739"/>
              <a:gd name="connsiteX221" fmla="*/ 404015 w 12192001"/>
              <a:gd name="connsiteY221" fmla="*/ 1833548 h 2344739"/>
              <a:gd name="connsiteX222" fmla="*/ 292435 w 12192001"/>
              <a:gd name="connsiteY222" fmla="*/ 1812852 h 2344739"/>
              <a:gd name="connsiteX223" fmla="*/ 118381 w 12192001"/>
              <a:gd name="connsiteY223" fmla="*/ 1761047 h 2344739"/>
              <a:gd name="connsiteX224" fmla="*/ 15526 w 12192001"/>
              <a:gd name="connsiteY224" fmla="*/ 1758191 h 2344739"/>
              <a:gd name="connsiteX225" fmla="*/ 2 w 12192001"/>
              <a:gd name="connsiteY225" fmla="*/ 1752722 h 2344739"/>
              <a:gd name="connsiteX226" fmla="*/ 1 w 12192001"/>
              <a:gd name="connsiteY226" fmla="*/ 762497 h 2344739"/>
              <a:gd name="connsiteX227" fmla="*/ 0 w 12192001"/>
              <a:gd name="connsiteY227" fmla="*/ 762497 h 2344739"/>
              <a:gd name="connsiteX228" fmla="*/ 0 w 12192001"/>
              <a:gd name="connsiteY228" fmla="*/ 222213 h 2344739"/>
              <a:gd name="connsiteX229" fmla="*/ 0 w 12192001"/>
              <a:gd name="connsiteY229"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63053 w 12192001"/>
              <a:gd name="connsiteY213" fmla="*/ 1930432 h 2344739"/>
              <a:gd name="connsiteX214" fmla="*/ 720047 w 12192001"/>
              <a:gd name="connsiteY214" fmla="*/ 1929661 h 2344739"/>
              <a:gd name="connsiteX215" fmla="*/ 719742 w 12192001"/>
              <a:gd name="connsiteY215" fmla="*/ 1928399 h 2344739"/>
              <a:gd name="connsiteX216" fmla="*/ 708875 w 12192001"/>
              <a:gd name="connsiteY216" fmla="*/ 1922722 h 2344739"/>
              <a:gd name="connsiteX217" fmla="*/ 596792 w 12192001"/>
              <a:gd name="connsiteY217" fmla="*/ 1879864 h 2344739"/>
              <a:gd name="connsiteX218" fmla="*/ 578535 w 12192001"/>
              <a:gd name="connsiteY218" fmla="*/ 1877212 h 2344739"/>
              <a:gd name="connsiteX219" fmla="*/ 571717 w 12192001"/>
              <a:gd name="connsiteY219" fmla="*/ 1877401 h 2344739"/>
              <a:gd name="connsiteX220" fmla="*/ 445099 w 12192001"/>
              <a:gd name="connsiteY220" fmla="*/ 1839371 h 2344739"/>
              <a:gd name="connsiteX221" fmla="*/ 404015 w 12192001"/>
              <a:gd name="connsiteY221" fmla="*/ 1833548 h 2344739"/>
              <a:gd name="connsiteX222" fmla="*/ 292435 w 12192001"/>
              <a:gd name="connsiteY222" fmla="*/ 1812852 h 2344739"/>
              <a:gd name="connsiteX223" fmla="*/ 118381 w 12192001"/>
              <a:gd name="connsiteY223" fmla="*/ 1761047 h 2344739"/>
              <a:gd name="connsiteX224" fmla="*/ 15526 w 12192001"/>
              <a:gd name="connsiteY224" fmla="*/ 1758191 h 2344739"/>
              <a:gd name="connsiteX225" fmla="*/ 2 w 12192001"/>
              <a:gd name="connsiteY225" fmla="*/ 1752722 h 2344739"/>
              <a:gd name="connsiteX226" fmla="*/ 1 w 12192001"/>
              <a:gd name="connsiteY226" fmla="*/ 762497 h 2344739"/>
              <a:gd name="connsiteX227" fmla="*/ 0 w 12192001"/>
              <a:gd name="connsiteY227" fmla="*/ 762497 h 2344739"/>
              <a:gd name="connsiteX228" fmla="*/ 0 w 12192001"/>
              <a:gd name="connsiteY228" fmla="*/ 222213 h 2344739"/>
              <a:gd name="connsiteX229" fmla="*/ 0 w 12192001"/>
              <a:gd name="connsiteY229"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20047 w 12192001"/>
              <a:gd name="connsiteY213" fmla="*/ 1929661 h 2344739"/>
              <a:gd name="connsiteX214" fmla="*/ 719742 w 12192001"/>
              <a:gd name="connsiteY214" fmla="*/ 1928399 h 2344739"/>
              <a:gd name="connsiteX215" fmla="*/ 708875 w 12192001"/>
              <a:gd name="connsiteY215" fmla="*/ 1922722 h 2344739"/>
              <a:gd name="connsiteX216" fmla="*/ 596792 w 12192001"/>
              <a:gd name="connsiteY216" fmla="*/ 1879864 h 2344739"/>
              <a:gd name="connsiteX217" fmla="*/ 578535 w 12192001"/>
              <a:gd name="connsiteY217" fmla="*/ 1877212 h 2344739"/>
              <a:gd name="connsiteX218" fmla="*/ 571717 w 12192001"/>
              <a:gd name="connsiteY218" fmla="*/ 1877401 h 2344739"/>
              <a:gd name="connsiteX219" fmla="*/ 445099 w 12192001"/>
              <a:gd name="connsiteY219" fmla="*/ 1839371 h 2344739"/>
              <a:gd name="connsiteX220" fmla="*/ 404015 w 12192001"/>
              <a:gd name="connsiteY220" fmla="*/ 1833548 h 2344739"/>
              <a:gd name="connsiteX221" fmla="*/ 292435 w 12192001"/>
              <a:gd name="connsiteY221" fmla="*/ 1812852 h 2344739"/>
              <a:gd name="connsiteX222" fmla="*/ 118381 w 12192001"/>
              <a:gd name="connsiteY222" fmla="*/ 1761047 h 2344739"/>
              <a:gd name="connsiteX223" fmla="*/ 15526 w 12192001"/>
              <a:gd name="connsiteY223" fmla="*/ 1758191 h 2344739"/>
              <a:gd name="connsiteX224" fmla="*/ 2 w 12192001"/>
              <a:gd name="connsiteY224" fmla="*/ 1752722 h 2344739"/>
              <a:gd name="connsiteX225" fmla="*/ 1 w 12192001"/>
              <a:gd name="connsiteY225" fmla="*/ 762497 h 2344739"/>
              <a:gd name="connsiteX226" fmla="*/ 0 w 12192001"/>
              <a:gd name="connsiteY226" fmla="*/ 762497 h 2344739"/>
              <a:gd name="connsiteX227" fmla="*/ 0 w 12192001"/>
              <a:gd name="connsiteY227" fmla="*/ 222213 h 2344739"/>
              <a:gd name="connsiteX228" fmla="*/ 0 w 12192001"/>
              <a:gd name="connsiteY228"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67901 w 12192001"/>
              <a:gd name="connsiteY211" fmla="*/ 1932653 h 2344739"/>
              <a:gd name="connsiteX212" fmla="*/ 720047 w 12192001"/>
              <a:gd name="connsiteY212" fmla="*/ 1929661 h 2344739"/>
              <a:gd name="connsiteX213" fmla="*/ 719742 w 12192001"/>
              <a:gd name="connsiteY213" fmla="*/ 1928399 h 2344739"/>
              <a:gd name="connsiteX214" fmla="*/ 708875 w 12192001"/>
              <a:gd name="connsiteY214" fmla="*/ 1922722 h 2344739"/>
              <a:gd name="connsiteX215" fmla="*/ 596792 w 12192001"/>
              <a:gd name="connsiteY215" fmla="*/ 1879864 h 2344739"/>
              <a:gd name="connsiteX216" fmla="*/ 578535 w 12192001"/>
              <a:gd name="connsiteY216" fmla="*/ 1877212 h 2344739"/>
              <a:gd name="connsiteX217" fmla="*/ 571717 w 12192001"/>
              <a:gd name="connsiteY217" fmla="*/ 1877401 h 2344739"/>
              <a:gd name="connsiteX218" fmla="*/ 445099 w 12192001"/>
              <a:gd name="connsiteY218" fmla="*/ 1839371 h 2344739"/>
              <a:gd name="connsiteX219" fmla="*/ 404015 w 12192001"/>
              <a:gd name="connsiteY219" fmla="*/ 1833548 h 2344739"/>
              <a:gd name="connsiteX220" fmla="*/ 292435 w 12192001"/>
              <a:gd name="connsiteY220" fmla="*/ 1812852 h 2344739"/>
              <a:gd name="connsiteX221" fmla="*/ 118381 w 12192001"/>
              <a:gd name="connsiteY221" fmla="*/ 1761047 h 2344739"/>
              <a:gd name="connsiteX222" fmla="*/ 15526 w 12192001"/>
              <a:gd name="connsiteY222" fmla="*/ 1758191 h 2344739"/>
              <a:gd name="connsiteX223" fmla="*/ 2 w 12192001"/>
              <a:gd name="connsiteY223" fmla="*/ 1752722 h 2344739"/>
              <a:gd name="connsiteX224" fmla="*/ 1 w 12192001"/>
              <a:gd name="connsiteY224" fmla="*/ 762497 h 2344739"/>
              <a:gd name="connsiteX225" fmla="*/ 0 w 12192001"/>
              <a:gd name="connsiteY225" fmla="*/ 762497 h 2344739"/>
              <a:gd name="connsiteX226" fmla="*/ 0 w 12192001"/>
              <a:gd name="connsiteY226" fmla="*/ 222213 h 2344739"/>
              <a:gd name="connsiteX227" fmla="*/ 0 w 12192001"/>
              <a:gd name="connsiteY227"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20047 w 12192001"/>
              <a:gd name="connsiteY211" fmla="*/ 1929661 h 2344739"/>
              <a:gd name="connsiteX212" fmla="*/ 719742 w 12192001"/>
              <a:gd name="connsiteY212" fmla="*/ 1928399 h 2344739"/>
              <a:gd name="connsiteX213" fmla="*/ 708875 w 12192001"/>
              <a:gd name="connsiteY213" fmla="*/ 1922722 h 2344739"/>
              <a:gd name="connsiteX214" fmla="*/ 596792 w 12192001"/>
              <a:gd name="connsiteY214" fmla="*/ 1879864 h 2344739"/>
              <a:gd name="connsiteX215" fmla="*/ 578535 w 12192001"/>
              <a:gd name="connsiteY215" fmla="*/ 1877212 h 2344739"/>
              <a:gd name="connsiteX216" fmla="*/ 571717 w 12192001"/>
              <a:gd name="connsiteY216" fmla="*/ 1877401 h 2344739"/>
              <a:gd name="connsiteX217" fmla="*/ 445099 w 12192001"/>
              <a:gd name="connsiteY217" fmla="*/ 1839371 h 2344739"/>
              <a:gd name="connsiteX218" fmla="*/ 404015 w 12192001"/>
              <a:gd name="connsiteY218" fmla="*/ 1833548 h 2344739"/>
              <a:gd name="connsiteX219" fmla="*/ 292435 w 12192001"/>
              <a:gd name="connsiteY219" fmla="*/ 1812852 h 2344739"/>
              <a:gd name="connsiteX220" fmla="*/ 118381 w 12192001"/>
              <a:gd name="connsiteY220" fmla="*/ 1761047 h 2344739"/>
              <a:gd name="connsiteX221" fmla="*/ 15526 w 12192001"/>
              <a:gd name="connsiteY221" fmla="*/ 1758191 h 2344739"/>
              <a:gd name="connsiteX222" fmla="*/ 2 w 12192001"/>
              <a:gd name="connsiteY222" fmla="*/ 1752722 h 2344739"/>
              <a:gd name="connsiteX223" fmla="*/ 1 w 12192001"/>
              <a:gd name="connsiteY223" fmla="*/ 762497 h 2344739"/>
              <a:gd name="connsiteX224" fmla="*/ 0 w 12192001"/>
              <a:gd name="connsiteY224" fmla="*/ 762497 h 2344739"/>
              <a:gd name="connsiteX225" fmla="*/ 0 w 12192001"/>
              <a:gd name="connsiteY225" fmla="*/ 222213 h 2344739"/>
              <a:gd name="connsiteX226" fmla="*/ 0 w 12192001"/>
              <a:gd name="connsiteY22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20047 w 12192001"/>
              <a:gd name="connsiteY211" fmla="*/ 1929661 h 2344739"/>
              <a:gd name="connsiteX212" fmla="*/ 719742 w 12192001"/>
              <a:gd name="connsiteY212" fmla="*/ 1928399 h 2344739"/>
              <a:gd name="connsiteX213" fmla="*/ 708875 w 12192001"/>
              <a:gd name="connsiteY213" fmla="*/ 1922722 h 2344739"/>
              <a:gd name="connsiteX214" fmla="*/ 596792 w 12192001"/>
              <a:gd name="connsiteY214" fmla="*/ 1879864 h 2344739"/>
              <a:gd name="connsiteX215" fmla="*/ 578535 w 12192001"/>
              <a:gd name="connsiteY215" fmla="*/ 1877212 h 2344739"/>
              <a:gd name="connsiteX216" fmla="*/ 571717 w 12192001"/>
              <a:gd name="connsiteY216" fmla="*/ 1877401 h 2344739"/>
              <a:gd name="connsiteX217" fmla="*/ 445099 w 12192001"/>
              <a:gd name="connsiteY217" fmla="*/ 1839371 h 2344739"/>
              <a:gd name="connsiteX218" fmla="*/ 404015 w 12192001"/>
              <a:gd name="connsiteY218" fmla="*/ 1833548 h 2344739"/>
              <a:gd name="connsiteX219" fmla="*/ 292435 w 12192001"/>
              <a:gd name="connsiteY219" fmla="*/ 1812852 h 2344739"/>
              <a:gd name="connsiteX220" fmla="*/ 118381 w 12192001"/>
              <a:gd name="connsiteY220" fmla="*/ 1761047 h 2344739"/>
              <a:gd name="connsiteX221" fmla="*/ 15526 w 12192001"/>
              <a:gd name="connsiteY221" fmla="*/ 1758191 h 2344739"/>
              <a:gd name="connsiteX222" fmla="*/ 2 w 12192001"/>
              <a:gd name="connsiteY222" fmla="*/ 1752722 h 2344739"/>
              <a:gd name="connsiteX223" fmla="*/ 1 w 12192001"/>
              <a:gd name="connsiteY223" fmla="*/ 762497 h 2344739"/>
              <a:gd name="connsiteX224" fmla="*/ 0 w 12192001"/>
              <a:gd name="connsiteY224" fmla="*/ 222213 h 2344739"/>
              <a:gd name="connsiteX225" fmla="*/ 0 w 12192001"/>
              <a:gd name="connsiteY225"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190394 w 12193149"/>
              <a:gd name="connsiteY68" fmla="*/ 1912467 h 2344739"/>
              <a:gd name="connsiteX69" fmla="*/ 9114960 w 12193149"/>
              <a:gd name="connsiteY69" fmla="*/ 1919069 h 2344739"/>
              <a:gd name="connsiteX70" fmla="*/ 9054601 w 12193149"/>
              <a:gd name="connsiteY70" fmla="*/ 1910755 h 2344739"/>
              <a:gd name="connsiteX71" fmla="*/ 9006634 w 12193149"/>
              <a:gd name="connsiteY71" fmla="*/ 1914040 h 2344739"/>
              <a:gd name="connsiteX72" fmla="*/ 9006349 w 12193149"/>
              <a:gd name="connsiteY72" fmla="*/ 1913800 h 2344739"/>
              <a:gd name="connsiteX73" fmla="*/ 8997380 w 12193149"/>
              <a:gd name="connsiteY73" fmla="*/ 1915011 h 2344739"/>
              <a:gd name="connsiteX74" fmla="*/ 8991542 w 12193149"/>
              <a:gd name="connsiteY74" fmla="*/ 1917072 h 2344739"/>
              <a:gd name="connsiteX75" fmla="*/ 8975485 w 12193149"/>
              <a:gd name="connsiteY75" fmla="*/ 1920298 h 2344739"/>
              <a:gd name="connsiteX76" fmla="*/ 8969159 w 12193149"/>
              <a:gd name="connsiteY76" fmla="*/ 1919598 h 2344739"/>
              <a:gd name="connsiteX77" fmla="*/ 8964196 w 12193149"/>
              <a:gd name="connsiteY77" fmla="*/ 1917373 h 2344739"/>
              <a:gd name="connsiteX78" fmla="*/ 8930136 w 12193149"/>
              <a:gd name="connsiteY78" fmla="*/ 1914185 h 2344739"/>
              <a:gd name="connsiteX79" fmla="*/ 8753592 w 12193149"/>
              <a:gd name="connsiteY79" fmla="*/ 1933417 h 2344739"/>
              <a:gd name="connsiteX80" fmla="*/ 8708995 w 12193149"/>
              <a:gd name="connsiteY80" fmla="*/ 1935518 h 2344739"/>
              <a:gd name="connsiteX81" fmla="*/ 8597219 w 12193149"/>
              <a:gd name="connsiteY81" fmla="*/ 1944090 h 2344739"/>
              <a:gd name="connsiteX82" fmla="*/ 8526378 w 12193149"/>
              <a:gd name="connsiteY82" fmla="*/ 1929248 h 2344739"/>
              <a:gd name="connsiteX83" fmla="*/ 8512131 w 12193149"/>
              <a:gd name="connsiteY83" fmla="*/ 1935163 h 2344739"/>
              <a:gd name="connsiteX84" fmla="*/ 8507315 w 12193149"/>
              <a:gd name="connsiteY84" fmla="*/ 1938164 h 2344739"/>
              <a:gd name="connsiteX85" fmla="*/ 8499116 w 12193149"/>
              <a:gd name="connsiteY85" fmla="*/ 1940902 h 2344739"/>
              <a:gd name="connsiteX86" fmla="*/ 8498742 w 12193149"/>
              <a:gd name="connsiteY86" fmla="*/ 1940723 h 2344739"/>
              <a:gd name="connsiteX87" fmla="*/ 8491397 w 12193149"/>
              <a:gd name="connsiteY87" fmla="*/ 1943773 h 2344739"/>
              <a:gd name="connsiteX88" fmla="*/ 8368330 w 12193149"/>
              <a:gd name="connsiteY88" fmla="*/ 1957815 h 2344739"/>
              <a:gd name="connsiteX89" fmla="*/ 8354947 w 12193149"/>
              <a:gd name="connsiteY89" fmla="*/ 1958009 h 2344739"/>
              <a:gd name="connsiteX90" fmla="*/ 8353521 w 12193149"/>
              <a:gd name="connsiteY90" fmla="*/ 1957169 h 2344739"/>
              <a:gd name="connsiteX91" fmla="*/ 8321252 w 12193149"/>
              <a:gd name="connsiteY91" fmla="*/ 1974587 h 2344739"/>
              <a:gd name="connsiteX92" fmla="*/ 8315581 w 12193149"/>
              <a:gd name="connsiteY92" fmla="*/ 1974913 h 2344739"/>
              <a:gd name="connsiteX93" fmla="*/ 8296322 w 12193149"/>
              <a:gd name="connsiteY93" fmla="*/ 1988808 h 2344739"/>
              <a:gd name="connsiteX94" fmla="*/ 8285424 w 12193149"/>
              <a:gd name="connsiteY94" fmla="*/ 1994631 h 2344739"/>
              <a:gd name="connsiteX95" fmla="*/ 8284298 w 12193149"/>
              <a:gd name="connsiteY95" fmla="*/ 1999074 h 2344739"/>
              <a:gd name="connsiteX96" fmla="*/ 8267224 w 12193149"/>
              <a:gd name="connsiteY96" fmla="*/ 2006249 h 2344739"/>
              <a:gd name="connsiteX97" fmla="*/ 8264525 w 12193149"/>
              <a:gd name="connsiteY97" fmla="*/ 2006019 h 2344739"/>
              <a:gd name="connsiteX98" fmla="*/ 8253181 w 12193149"/>
              <a:gd name="connsiteY98" fmla="*/ 2015862 h 2344739"/>
              <a:gd name="connsiteX99" fmla="*/ 8246982 w 12193149"/>
              <a:gd name="connsiteY99" fmla="*/ 2028854 h 2344739"/>
              <a:gd name="connsiteX100" fmla="*/ 8091420 w 12193149"/>
              <a:gd name="connsiteY100" fmla="*/ 2075015 h 2344739"/>
              <a:gd name="connsiteX101" fmla="*/ 7906555 w 12193149"/>
              <a:gd name="connsiteY101" fmla="*/ 2116988 h 2344739"/>
              <a:gd name="connsiteX102" fmla="*/ 7719893 w 12193149"/>
              <a:gd name="connsiteY102" fmla="*/ 2142703 h 2344739"/>
              <a:gd name="connsiteX103" fmla="*/ 7615495 w 12193149"/>
              <a:gd name="connsiteY103" fmla="*/ 2139232 h 2344739"/>
              <a:gd name="connsiteX104" fmla="*/ 7528691 w 12193149"/>
              <a:gd name="connsiteY104" fmla="*/ 2145060 h 2344739"/>
              <a:gd name="connsiteX105" fmla="*/ 7520719 w 12193149"/>
              <a:gd name="connsiteY105" fmla="*/ 2147613 h 2344739"/>
              <a:gd name="connsiteX106" fmla="*/ 7508559 w 12193149"/>
              <a:gd name="connsiteY106" fmla="*/ 2148948 h 2344739"/>
              <a:gd name="connsiteX107" fmla="*/ 7508188 w 12193149"/>
              <a:gd name="connsiteY107" fmla="*/ 2148621 h 2344739"/>
              <a:gd name="connsiteX108" fmla="*/ 7496943 w 12193149"/>
              <a:gd name="connsiteY108" fmla="*/ 2150573 h 2344739"/>
              <a:gd name="connsiteX109" fmla="*/ 7406539 w 12193149"/>
              <a:gd name="connsiteY109" fmla="*/ 2142468 h 2344739"/>
              <a:gd name="connsiteX110" fmla="*/ 7219707 w 12193149"/>
              <a:gd name="connsiteY110" fmla="*/ 2156680 h 2344739"/>
              <a:gd name="connsiteX111" fmla="*/ 7202249 w 12193149"/>
              <a:gd name="connsiteY111" fmla="*/ 2161230 h 2344739"/>
              <a:gd name="connsiteX112" fmla="*/ 7198152 w 12193149"/>
              <a:gd name="connsiteY112" fmla="*/ 2166588 h 2344739"/>
              <a:gd name="connsiteX113" fmla="*/ 7171956 w 12193149"/>
              <a:gd name="connsiteY113" fmla="*/ 2171236 h 2344739"/>
              <a:gd name="connsiteX114" fmla="*/ 7098136 w 12193149"/>
              <a:gd name="connsiteY114" fmla="*/ 2183464 h 2344739"/>
              <a:gd name="connsiteX115" fmla="*/ 7019644 w 12193149"/>
              <a:gd name="connsiteY115" fmla="*/ 2183090 h 2344739"/>
              <a:gd name="connsiteX116" fmla="*/ 6905294 w 12193149"/>
              <a:gd name="connsiteY116" fmla="*/ 2212596 h 2344739"/>
              <a:gd name="connsiteX117" fmla="*/ 6709370 w 12193149"/>
              <a:gd name="connsiteY117" fmla="*/ 2240551 h 2344739"/>
              <a:gd name="connsiteX118" fmla="*/ 6550602 w 12193149"/>
              <a:gd name="connsiteY118" fmla="*/ 2269327 h 2344739"/>
              <a:gd name="connsiteX119" fmla="*/ 6318708 w 12193149"/>
              <a:gd name="connsiteY119" fmla="*/ 2316127 h 2344739"/>
              <a:gd name="connsiteX120" fmla="*/ 6169822 w 12193149"/>
              <a:gd name="connsiteY120" fmla="*/ 2318214 h 2344739"/>
              <a:gd name="connsiteX121" fmla="*/ 6074996 w 12193149"/>
              <a:gd name="connsiteY121" fmla="*/ 2338676 h 2344739"/>
              <a:gd name="connsiteX122" fmla="*/ 6069677 w 12193149"/>
              <a:gd name="connsiteY122" fmla="*/ 2337139 h 2344739"/>
              <a:gd name="connsiteX123" fmla="*/ 6049786 w 12193149"/>
              <a:gd name="connsiteY123" fmla="*/ 2337822 h 2344739"/>
              <a:gd name="connsiteX124" fmla="*/ 6042433 w 12193149"/>
              <a:gd name="connsiteY124" fmla="*/ 2329473 h 2344739"/>
              <a:gd name="connsiteX125" fmla="*/ 6011238 w 12193149"/>
              <a:gd name="connsiteY125" fmla="*/ 2324380 h 2344739"/>
              <a:gd name="connsiteX126" fmla="*/ 5958523 w 12193149"/>
              <a:gd name="connsiteY126" fmla="*/ 2328024 h 2344739"/>
              <a:gd name="connsiteX127" fmla="*/ 5760067 w 12193149"/>
              <a:gd name="connsiteY127" fmla="*/ 2343716 h 2344739"/>
              <a:gd name="connsiteX128" fmla="*/ 5628108 w 12193149"/>
              <a:gd name="connsiteY128" fmla="*/ 2344739 h 2344739"/>
              <a:gd name="connsiteX129" fmla="*/ 5472054 w 12193149"/>
              <a:gd name="connsiteY129" fmla="*/ 2330719 h 2344739"/>
              <a:gd name="connsiteX130" fmla="*/ 5433909 w 12193149"/>
              <a:gd name="connsiteY130" fmla="*/ 2319466 h 2344739"/>
              <a:gd name="connsiteX131" fmla="*/ 5382817 w 12193149"/>
              <a:gd name="connsiteY131" fmla="*/ 2301764 h 2344739"/>
              <a:gd name="connsiteX132" fmla="*/ 5262912 w 12193149"/>
              <a:gd name="connsiteY132" fmla="*/ 2281347 h 2344739"/>
              <a:gd name="connsiteX133" fmla="*/ 5224109 w 12193149"/>
              <a:gd name="connsiteY133" fmla="*/ 2270223 h 2344739"/>
              <a:gd name="connsiteX134" fmla="*/ 5175808 w 12193149"/>
              <a:gd name="connsiteY134" fmla="*/ 2267233 h 2344739"/>
              <a:gd name="connsiteX135" fmla="*/ 5157702 w 12193149"/>
              <a:gd name="connsiteY135" fmla="*/ 2260010 h 2344739"/>
              <a:gd name="connsiteX136" fmla="*/ 5143747 w 12193149"/>
              <a:gd name="connsiteY136" fmla="*/ 2256610 h 2344739"/>
              <a:gd name="connsiteX137" fmla="*/ 5140744 w 12193149"/>
              <a:gd name="connsiteY137" fmla="*/ 2254509 h 2344739"/>
              <a:gd name="connsiteX138" fmla="*/ 5122807 w 12193149"/>
              <a:gd name="connsiteY138" fmla="*/ 2243656 h 2344739"/>
              <a:gd name="connsiteX139" fmla="*/ 5066938 w 12193149"/>
              <a:gd name="connsiteY139" fmla="*/ 2250227 h 2344739"/>
              <a:gd name="connsiteX140" fmla="*/ 5012662 w 12193149"/>
              <a:gd name="connsiteY140" fmla="*/ 2233846 h 2344739"/>
              <a:gd name="connsiteX141" fmla="*/ 4841589 w 12193149"/>
              <a:gd name="connsiteY141" fmla="*/ 2209829 h 2344739"/>
              <a:gd name="connsiteX142" fmla="*/ 4763595 w 12193149"/>
              <a:gd name="connsiteY142" fmla="*/ 2182061 h 2344739"/>
              <a:gd name="connsiteX143" fmla="*/ 4724334 w 12193149"/>
              <a:gd name="connsiteY143" fmla="*/ 2173047 h 2344739"/>
              <a:gd name="connsiteX144" fmla="*/ 4722324 w 12193149"/>
              <a:gd name="connsiteY144" fmla="*/ 2172298 h 2344739"/>
              <a:gd name="connsiteX145" fmla="*/ 4723259 w 12193149"/>
              <a:gd name="connsiteY145" fmla="*/ 2172087 h 2344739"/>
              <a:gd name="connsiteX146" fmla="*/ 4718350 w 12193149"/>
              <a:gd name="connsiteY146" fmla="*/ 2170817 h 2344739"/>
              <a:gd name="connsiteX147" fmla="*/ 4722324 w 12193149"/>
              <a:gd name="connsiteY147" fmla="*/ 2172298 h 2344739"/>
              <a:gd name="connsiteX148" fmla="*/ 4716674 w 12193149"/>
              <a:gd name="connsiteY148" fmla="*/ 2173573 h 2344739"/>
              <a:gd name="connsiteX149" fmla="*/ 4516962 w 12193149"/>
              <a:gd name="connsiteY149" fmla="*/ 2163671 h 2344739"/>
              <a:gd name="connsiteX150" fmla="*/ 4429691 w 12193149"/>
              <a:gd name="connsiteY150" fmla="*/ 2153020 h 2344739"/>
              <a:gd name="connsiteX151" fmla="*/ 4364023 w 12193149"/>
              <a:gd name="connsiteY151" fmla="*/ 2151674 h 2344739"/>
              <a:gd name="connsiteX152" fmla="*/ 4318114 w 12193149"/>
              <a:gd name="connsiteY152" fmla="*/ 2158289 h 2344739"/>
              <a:gd name="connsiteX153" fmla="*/ 4316258 w 12193149"/>
              <a:gd name="connsiteY153" fmla="*/ 2156948 h 2344739"/>
              <a:gd name="connsiteX154" fmla="*/ 4296292 w 12193149"/>
              <a:gd name="connsiteY154" fmla="*/ 2155069 h 2344739"/>
              <a:gd name="connsiteX155" fmla="*/ 4291212 w 12193149"/>
              <a:gd name="connsiteY155" fmla="*/ 2157986 h 2344739"/>
              <a:gd name="connsiteX156" fmla="*/ 4277290 w 12193149"/>
              <a:gd name="connsiteY156" fmla="*/ 2157740 h 2344739"/>
              <a:gd name="connsiteX157" fmla="*/ 4249265 w 12193149"/>
              <a:gd name="connsiteY157" fmla="*/ 2160064 h 2344739"/>
              <a:gd name="connsiteX158" fmla="*/ 4203199 w 12193149"/>
              <a:gd name="connsiteY158" fmla="*/ 2157269 h 2344739"/>
              <a:gd name="connsiteX159" fmla="*/ 4202893 w 12193149"/>
              <a:gd name="connsiteY159" fmla="*/ 2156010 h 2344739"/>
              <a:gd name="connsiteX160" fmla="*/ 4192396 w 12193149"/>
              <a:gd name="connsiteY160" fmla="*/ 2150376 h 2344739"/>
              <a:gd name="connsiteX161" fmla="*/ 4143893 w 12193149"/>
              <a:gd name="connsiteY161" fmla="*/ 2134511 h 2344739"/>
              <a:gd name="connsiteX162" fmla="*/ 4084245 w 12193149"/>
              <a:gd name="connsiteY162" fmla="*/ 2107978 h 2344739"/>
              <a:gd name="connsiteX163" fmla="*/ 4075694 w 12193149"/>
              <a:gd name="connsiteY163" fmla="*/ 2107143 h 2344739"/>
              <a:gd name="connsiteX164" fmla="*/ 4075575 w 12193149"/>
              <a:gd name="connsiteY164" fmla="*/ 2106844 h 2344739"/>
              <a:gd name="connsiteX165" fmla="*/ 4066658 w 12193149"/>
              <a:gd name="connsiteY165" fmla="*/ 2105400 h 2344739"/>
              <a:gd name="connsiteX166" fmla="*/ 4060102 w 12193149"/>
              <a:gd name="connsiteY166" fmla="*/ 2105618 h 2344739"/>
              <a:gd name="connsiteX167" fmla="*/ 4043512 w 12193149"/>
              <a:gd name="connsiteY167" fmla="*/ 2103997 h 2344739"/>
              <a:gd name="connsiteX168" fmla="*/ 4038145 w 12193149"/>
              <a:gd name="connsiteY168" fmla="*/ 2101563 h 2344739"/>
              <a:gd name="connsiteX169" fmla="*/ 4036511 w 12193149"/>
              <a:gd name="connsiteY169" fmla="*/ 2097896 h 2344739"/>
              <a:gd name="connsiteX170" fmla="*/ 4034926 w 12193149"/>
              <a:gd name="connsiteY170" fmla="*/ 2098131 h 2344739"/>
              <a:gd name="connsiteX171" fmla="*/ 4005686 w 12193149"/>
              <a:gd name="connsiteY171" fmla="*/ 2085563 h 2344739"/>
              <a:gd name="connsiteX172" fmla="*/ 3937994 w 12193149"/>
              <a:gd name="connsiteY172" fmla="*/ 2068106 h 2344739"/>
              <a:gd name="connsiteX173" fmla="*/ 3898423 w 12193149"/>
              <a:gd name="connsiteY173" fmla="*/ 2062451 h 2344739"/>
              <a:gd name="connsiteX174" fmla="*/ 3790908 w 12193149"/>
              <a:gd name="connsiteY174" fmla="*/ 2042213 h 2344739"/>
              <a:gd name="connsiteX175" fmla="*/ 3683661 w 12193149"/>
              <a:gd name="connsiteY175" fmla="*/ 2018290 h 2344739"/>
              <a:gd name="connsiteX176" fmla="*/ 3611183 w 12193149"/>
              <a:gd name="connsiteY176" fmla="*/ 1986019 h 2344739"/>
              <a:gd name="connsiteX177" fmla="*/ 3605003 w 12193149"/>
              <a:gd name="connsiteY177" fmla="*/ 1987381 h 2344739"/>
              <a:gd name="connsiteX178" fmla="*/ 3595884 w 12193149"/>
              <a:gd name="connsiteY178" fmla="*/ 1987545 h 2344739"/>
              <a:gd name="connsiteX179" fmla="*/ 3595649 w 12193149"/>
              <a:gd name="connsiteY179" fmla="*/ 1987276 h 2344739"/>
              <a:gd name="connsiteX180" fmla="*/ 3587126 w 12193149"/>
              <a:gd name="connsiteY180" fmla="*/ 1987966 h 2344739"/>
              <a:gd name="connsiteX181" fmla="*/ 3537283 w 12193149"/>
              <a:gd name="connsiteY181" fmla="*/ 1978267 h 2344739"/>
              <a:gd name="connsiteX182" fmla="*/ 3474371 w 12193149"/>
              <a:gd name="connsiteY182" fmla="*/ 1974606 h 2344739"/>
              <a:gd name="connsiteX183" fmla="*/ 3401876 w 12193149"/>
              <a:gd name="connsiteY183" fmla="*/ 1962558 h 2344739"/>
              <a:gd name="connsiteX184" fmla="*/ 3365036 w 12193149"/>
              <a:gd name="connsiteY184" fmla="*/ 1979510 h 2344739"/>
              <a:gd name="connsiteX185" fmla="*/ 3345174 w 12193149"/>
              <a:gd name="connsiteY185" fmla="*/ 1981192 h 2344739"/>
              <a:gd name="connsiteX186" fmla="*/ 3342846 w 12193149"/>
              <a:gd name="connsiteY186" fmla="*/ 1980217 h 2344739"/>
              <a:gd name="connsiteX187" fmla="*/ 3263504 w 12193149"/>
              <a:gd name="connsiteY187" fmla="*/ 1986094 h 2344739"/>
              <a:gd name="connsiteX188" fmla="*/ 3143704 w 12193149"/>
              <a:gd name="connsiteY188" fmla="*/ 1993869 h 2344739"/>
              <a:gd name="connsiteX189" fmla="*/ 3031439 w 12193149"/>
              <a:gd name="connsiteY189" fmla="*/ 1996512 h 2344739"/>
              <a:gd name="connsiteX190" fmla="*/ 2782717 w 12193149"/>
              <a:gd name="connsiteY190" fmla="*/ 2018333 h 2344739"/>
              <a:gd name="connsiteX191" fmla="*/ 2647675 w 12193149"/>
              <a:gd name="connsiteY191" fmla="*/ 2028869 h 2344739"/>
              <a:gd name="connsiteX192" fmla="*/ 2569176 w 12193149"/>
              <a:gd name="connsiteY192" fmla="*/ 2002628 h 2344739"/>
              <a:gd name="connsiteX193" fmla="*/ 2444403 w 12193149"/>
              <a:gd name="connsiteY193" fmla="*/ 2016529 h 2344739"/>
              <a:gd name="connsiteX194" fmla="*/ 2316260 w 12193149"/>
              <a:gd name="connsiteY194" fmla="*/ 2024996 h 2344739"/>
              <a:gd name="connsiteX195" fmla="*/ 2209726 w 12193149"/>
              <a:gd name="connsiteY195" fmla="*/ 2019763 h 2344739"/>
              <a:gd name="connsiteX196" fmla="*/ 2095813 w 12193149"/>
              <a:gd name="connsiteY196" fmla="*/ 2003052 h 2344739"/>
              <a:gd name="connsiteX197" fmla="*/ 1998504 w 12193149"/>
              <a:gd name="connsiteY197" fmla="*/ 1995032 h 2344739"/>
              <a:gd name="connsiteX198" fmla="*/ 1929320 w 12193149"/>
              <a:gd name="connsiteY198" fmla="*/ 2016977 h 2344739"/>
              <a:gd name="connsiteX199" fmla="*/ 1922798 w 12193149"/>
              <a:gd name="connsiteY199" fmla="*/ 2012146 h 2344739"/>
              <a:gd name="connsiteX200" fmla="*/ 1874228 w 12193149"/>
              <a:gd name="connsiteY200" fmla="*/ 2013741 h 2344739"/>
              <a:gd name="connsiteX201" fmla="*/ 1787803 w 12193149"/>
              <a:gd name="connsiteY201" fmla="*/ 2041363 h 2344739"/>
              <a:gd name="connsiteX202" fmla="*/ 1739352 w 12193149"/>
              <a:gd name="connsiteY202" fmla="*/ 2036312 h 2344739"/>
              <a:gd name="connsiteX203" fmla="*/ 1676219 w 12193149"/>
              <a:gd name="connsiteY203" fmla="*/ 2019963 h 2344739"/>
              <a:gd name="connsiteX204" fmla="*/ 1609817 w 12193149"/>
              <a:gd name="connsiteY204" fmla="*/ 2013066 h 2344739"/>
              <a:gd name="connsiteX205" fmla="*/ 1497258 w 12193149"/>
              <a:gd name="connsiteY205" fmla="*/ 1987476 h 2344739"/>
              <a:gd name="connsiteX206" fmla="*/ 1151127 w 12193149"/>
              <a:gd name="connsiteY206" fmla="*/ 1938041 h 2344739"/>
              <a:gd name="connsiteX207" fmla="*/ 859417 w 12193149"/>
              <a:gd name="connsiteY207" fmla="*/ 1928608 h 2344739"/>
              <a:gd name="connsiteX208" fmla="*/ 838688 w 12193149"/>
              <a:gd name="connsiteY208" fmla="*/ 1929821 h 2344739"/>
              <a:gd name="connsiteX209" fmla="*/ 817957 w 12193149"/>
              <a:gd name="connsiteY209" fmla="*/ 1927857 h 2344739"/>
              <a:gd name="connsiteX210" fmla="*/ 812654 w 12193149"/>
              <a:gd name="connsiteY210" fmla="*/ 1930751 h 2344739"/>
              <a:gd name="connsiteX211" fmla="*/ 721195 w 12193149"/>
              <a:gd name="connsiteY211" fmla="*/ 1929661 h 2344739"/>
              <a:gd name="connsiteX212" fmla="*/ 720890 w 12193149"/>
              <a:gd name="connsiteY212" fmla="*/ 1928399 h 2344739"/>
              <a:gd name="connsiteX213" fmla="*/ 710023 w 12193149"/>
              <a:gd name="connsiteY213" fmla="*/ 1922722 h 2344739"/>
              <a:gd name="connsiteX214" fmla="*/ 597940 w 12193149"/>
              <a:gd name="connsiteY214" fmla="*/ 1879864 h 2344739"/>
              <a:gd name="connsiteX215" fmla="*/ 579683 w 12193149"/>
              <a:gd name="connsiteY215" fmla="*/ 1877212 h 2344739"/>
              <a:gd name="connsiteX216" fmla="*/ 572865 w 12193149"/>
              <a:gd name="connsiteY216" fmla="*/ 1877401 h 2344739"/>
              <a:gd name="connsiteX217" fmla="*/ 446247 w 12193149"/>
              <a:gd name="connsiteY217" fmla="*/ 1839371 h 2344739"/>
              <a:gd name="connsiteX218" fmla="*/ 405163 w 12193149"/>
              <a:gd name="connsiteY218" fmla="*/ 1833548 h 2344739"/>
              <a:gd name="connsiteX219" fmla="*/ 293583 w 12193149"/>
              <a:gd name="connsiteY219" fmla="*/ 1812852 h 2344739"/>
              <a:gd name="connsiteX220" fmla="*/ 119529 w 12193149"/>
              <a:gd name="connsiteY220" fmla="*/ 1761047 h 2344739"/>
              <a:gd name="connsiteX221" fmla="*/ 16674 w 12193149"/>
              <a:gd name="connsiteY221" fmla="*/ 1758191 h 2344739"/>
              <a:gd name="connsiteX222" fmla="*/ 1150 w 12193149"/>
              <a:gd name="connsiteY222" fmla="*/ 1752722 h 2344739"/>
              <a:gd name="connsiteX223" fmla="*/ 1148 w 12193149"/>
              <a:gd name="connsiteY223" fmla="*/ 222213 h 2344739"/>
              <a:gd name="connsiteX224" fmla="*/ 1148 w 12193149"/>
              <a:gd name="connsiteY224"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190394 w 12193149"/>
              <a:gd name="connsiteY68" fmla="*/ 1912467 h 2344739"/>
              <a:gd name="connsiteX69" fmla="*/ 9114960 w 12193149"/>
              <a:gd name="connsiteY69" fmla="*/ 1919069 h 2344739"/>
              <a:gd name="connsiteX70" fmla="*/ 9054601 w 12193149"/>
              <a:gd name="connsiteY70" fmla="*/ 1910755 h 2344739"/>
              <a:gd name="connsiteX71" fmla="*/ 9006634 w 12193149"/>
              <a:gd name="connsiteY71" fmla="*/ 1914040 h 2344739"/>
              <a:gd name="connsiteX72" fmla="*/ 9006349 w 12193149"/>
              <a:gd name="connsiteY72" fmla="*/ 1913800 h 2344739"/>
              <a:gd name="connsiteX73" fmla="*/ 8997380 w 12193149"/>
              <a:gd name="connsiteY73" fmla="*/ 1915011 h 2344739"/>
              <a:gd name="connsiteX74" fmla="*/ 8991542 w 12193149"/>
              <a:gd name="connsiteY74" fmla="*/ 1917072 h 2344739"/>
              <a:gd name="connsiteX75" fmla="*/ 8975485 w 12193149"/>
              <a:gd name="connsiteY75" fmla="*/ 1920298 h 2344739"/>
              <a:gd name="connsiteX76" fmla="*/ 8969159 w 12193149"/>
              <a:gd name="connsiteY76" fmla="*/ 1919598 h 2344739"/>
              <a:gd name="connsiteX77" fmla="*/ 8964196 w 12193149"/>
              <a:gd name="connsiteY77" fmla="*/ 1917373 h 2344739"/>
              <a:gd name="connsiteX78" fmla="*/ 8930136 w 12193149"/>
              <a:gd name="connsiteY78" fmla="*/ 1914185 h 2344739"/>
              <a:gd name="connsiteX79" fmla="*/ 8753592 w 12193149"/>
              <a:gd name="connsiteY79" fmla="*/ 1933417 h 2344739"/>
              <a:gd name="connsiteX80" fmla="*/ 8708995 w 12193149"/>
              <a:gd name="connsiteY80" fmla="*/ 1935518 h 2344739"/>
              <a:gd name="connsiteX81" fmla="*/ 8597219 w 12193149"/>
              <a:gd name="connsiteY81" fmla="*/ 1944090 h 2344739"/>
              <a:gd name="connsiteX82" fmla="*/ 8526378 w 12193149"/>
              <a:gd name="connsiteY82" fmla="*/ 1929248 h 2344739"/>
              <a:gd name="connsiteX83" fmla="*/ 8512131 w 12193149"/>
              <a:gd name="connsiteY83" fmla="*/ 1935163 h 2344739"/>
              <a:gd name="connsiteX84" fmla="*/ 8507315 w 12193149"/>
              <a:gd name="connsiteY84" fmla="*/ 1938164 h 2344739"/>
              <a:gd name="connsiteX85" fmla="*/ 8499116 w 12193149"/>
              <a:gd name="connsiteY85" fmla="*/ 1940902 h 2344739"/>
              <a:gd name="connsiteX86" fmla="*/ 8498742 w 12193149"/>
              <a:gd name="connsiteY86" fmla="*/ 1940723 h 2344739"/>
              <a:gd name="connsiteX87" fmla="*/ 8491397 w 12193149"/>
              <a:gd name="connsiteY87" fmla="*/ 1943773 h 2344739"/>
              <a:gd name="connsiteX88" fmla="*/ 8368330 w 12193149"/>
              <a:gd name="connsiteY88" fmla="*/ 1957815 h 2344739"/>
              <a:gd name="connsiteX89" fmla="*/ 8354947 w 12193149"/>
              <a:gd name="connsiteY89" fmla="*/ 1958009 h 2344739"/>
              <a:gd name="connsiteX90" fmla="*/ 8321252 w 12193149"/>
              <a:gd name="connsiteY90" fmla="*/ 1974587 h 2344739"/>
              <a:gd name="connsiteX91" fmla="*/ 8315581 w 12193149"/>
              <a:gd name="connsiteY91" fmla="*/ 1974913 h 2344739"/>
              <a:gd name="connsiteX92" fmla="*/ 8296322 w 12193149"/>
              <a:gd name="connsiteY92" fmla="*/ 1988808 h 2344739"/>
              <a:gd name="connsiteX93" fmla="*/ 8285424 w 12193149"/>
              <a:gd name="connsiteY93" fmla="*/ 1994631 h 2344739"/>
              <a:gd name="connsiteX94" fmla="*/ 8284298 w 12193149"/>
              <a:gd name="connsiteY94" fmla="*/ 1999074 h 2344739"/>
              <a:gd name="connsiteX95" fmla="*/ 8267224 w 12193149"/>
              <a:gd name="connsiteY95" fmla="*/ 2006249 h 2344739"/>
              <a:gd name="connsiteX96" fmla="*/ 8264525 w 12193149"/>
              <a:gd name="connsiteY96" fmla="*/ 2006019 h 2344739"/>
              <a:gd name="connsiteX97" fmla="*/ 8253181 w 12193149"/>
              <a:gd name="connsiteY97" fmla="*/ 2015862 h 2344739"/>
              <a:gd name="connsiteX98" fmla="*/ 8246982 w 12193149"/>
              <a:gd name="connsiteY98" fmla="*/ 2028854 h 2344739"/>
              <a:gd name="connsiteX99" fmla="*/ 8091420 w 12193149"/>
              <a:gd name="connsiteY99" fmla="*/ 2075015 h 2344739"/>
              <a:gd name="connsiteX100" fmla="*/ 7906555 w 12193149"/>
              <a:gd name="connsiteY100" fmla="*/ 2116988 h 2344739"/>
              <a:gd name="connsiteX101" fmla="*/ 7719893 w 12193149"/>
              <a:gd name="connsiteY101" fmla="*/ 2142703 h 2344739"/>
              <a:gd name="connsiteX102" fmla="*/ 7615495 w 12193149"/>
              <a:gd name="connsiteY102" fmla="*/ 2139232 h 2344739"/>
              <a:gd name="connsiteX103" fmla="*/ 7528691 w 12193149"/>
              <a:gd name="connsiteY103" fmla="*/ 2145060 h 2344739"/>
              <a:gd name="connsiteX104" fmla="*/ 7520719 w 12193149"/>
              <a:gd name="connsiteY104" fmla="*/ 2147613 h 2344739"/>
              <a:gd name="connsiteX105" fmla="*/ 7508559 w 12193149"/>
              <a:gd name="connsiteY105" fmla="*/ 2148948 h 2344739"/>
              <a:gd name="connsiteX106" fmla="*/ 7508188 w 12193149"/>
              <a:gd name="connsiteY106" fmla="*/ 2148621 h 2344739"/>
              <a:gd name="connsiteX107" fmla="*/ 7496943 w 12193149"/>
              <a:gd name="connsiteY107" fmla="*/ 2150573 h 2344739"/>
              <a:gd name="connsiteX108" fmla="*/ 7406539 w 12193149"/>
              <a:gd name="connsiteY108" fmla="*/ 2142468 h 2344739"/>
              <a:gd name="connsiteX109" fmla="*/ 7219707 w 12193149"/>
              <a:gd name="connsiteY109" fmla="*/ 2156680 h 2344739"/>
              <a:gd name="connsiteX110" fmla="*/ 7202249 w 12193149"/>
              <a:gd name="connsiteY110" fmla="*/ 2161230 h 2344739"/>
              <a:gd name="connsiteX111" fmla="*/ 7198152 w 12193149"/>
              <a:gd name="connsiteY111" fmla="*/ 2166588 h 2344739"/>
              <a:gd name="connsiteX112" fmla="*/ 7171956 w 12193149"/>
              <a:gd name="connsiteY112" fmla="*/ 2171236 h 2344739"/>
              <a:gd name="connsiteX113" fmla="*/ 7098136 w 12193149"/>
              <a:gd name="connsiteY113" fmla="*/ 2183464 h 2344739"/>
              <a:gd name="connsiteX114" fmla="*/ 7019644 w 12193149"/>
              <a:gd name="connsiteY114" fmla="*/ 2183090 h 2344739"/>
              <a:gd name="connsiteX115" fmla="*/ 6905294 w 12193149"/>
              <a:gd name="connsiteY115" fmla="*/ 2212596 h 2344739"/>
              <a:gd name="connsiteX116" fmla="*/ 6709370 w 12193149"/>
              <a:gd name="connsiteY116" fmla="*/ 2240551 h 2344739"/>
              <a:gd name="connsiteX117" fmla="*/ 6550602 w 12193149"/>
              <a:gd name="connsiteY117" fmla="*/ 2269327 h 2344739"/>
              <a:gd name="connsiteX118" fmla="*/ 6318708 w 12193149"/>
              <a:gd name="connsiteY118" fmla="*/ 2316127 h 2344739"/>
              <a:gd name="connsiteX119" fmla="*/ 6169822 w 12193149"/>
              <a:gd name="connsiteY119" fmla="*/ 2318214 h 2344739"/>
              <a:gd name="connsiteX120" fmla="*/ 6074996 w 12193149"/>
              <a:gd name="connsiteY120" fmla="*/ 2338676 h 2344739"/>
              <a:gd name="connsiteX121" fmla="*/ 6069677 w 12193149"/>
              <a:gd name="connsiteY121" fmla="*/ 2337139 h 2344739"/>
              <a:gd name="connsiteX122" fmla="*/ 6049786 w 12193149"/>
              <a:gd name="connsiteY122" fmla="*/ 2337822 h 2344739"/>
              <a:gd name="connsiteX123" fmla="*/ 6042433 w 12193149"/>
              <a:gd name="connsiteY123" fmla="*/ 2329473 h 2344739"/>
              <a:gd name="connsiteX124" fmla="*/ 6011238 w 12193149"/>
              <a:gd name="connsiteY124" fmla="*/ 2324380 h 2344739"/>
              <a:gd name="connsiteX125" fmla="*/ 5958523 w 12193149"/>
              <a:gd name="connsiteY125" fmla="*/ 2328024 h 2344739"/>
              <a:gd name="connsiteX126" fmla="*/ 5760067 w 12193149"/>
              <a:gd name="connsiteY126" fmla="*/ 2343716 h 2344739"/>
              <a:gd name="connsiteX127" fmla="*/ 5628108 w 12193149"/>
              <a:gd name="connsiteY127" fmla="*/ 2344739 h 2344739"/>
              <a:gd name="connsiteX128" fmla="*/ 5472054 w 12193149"/>
              <a:gd name="connsiteY128" fmla="*/ 2330719 h 2344739"/>
              <a:gd name="connsiteX129" fmla="*/ 5433909 w 12193149"/>
              <a:gd name="connsiteY129" fmla="*/ 2319466 h 2344739"/>
              <a:gd name="connsiteX130" fmla="*/ 5382817 w 12193149"/>
              <a:gd name="connsiteY130" fmla="*/ 2301764 h 2344739"/>
              <a:gd name="connsiteX131" fmla="*/ 5262912 w 12193149"/>
              <a:gd name="connsiteY131" fmla="*/ 2281347 h 2344739"/>
              <a:gd name="connsiteX132" fmla="*/ 5224109 w 12193149"/>
              <a:gd name="connsiteY132" fmla="*/ 2270223 h 2344739"/>
              <a:gd name="connsiteX133" fmla="*/ 5175808 w 12193149"/>
              <a:gd name="connsiteY133" fmla="*/ 2267233 h 2344739"/>
              <a:gd name="connsiteX134" fmla="*/ 5157702 w 12193149"/>
              <a:gd name="connsiteY134" fmla="*/ 2260010 h 2344739"/>
              <a:gd name="connsiteX135" fmla="*/ 5143747 w 12193149"/>
              <a:gd name="connsiteY135" fmla="*/ 2256610 h 2344739"/>
              <a:gd name="connsiteX136" fmla="*/ 5140744 w 12193149"/>
              <a:gd name="connsiteY136" fmla="*/ 2254509 h 2344739"/>
              <a:gd name="connsiteX137" fmla="*/ 5122807 w 12193149"/>
              <a:gd name="connsiteY137" fmla="*/ 2243656 h 2344739"/>
              <a:gd name="connsiteX138" fmla="*/ 5066938 w 12193149"/>
              <a:gd name="connsiteY138" fmla="*/ 2250227 h 2344739"/>
              <a:gd name="connsiteX139" fmla="*/ 5012662 w 12193149"/>
              <a:gd name="connsiteY139" fmla="*/ 2233846 h 2344739"/>
              <a:gd name="connsiteX140" fmla="*/ 4841589 w 12193149"/>
              <a:gd name="connsiteY140" fmla="*/ 2209829 h 2344739"/>
              <a:gd name="connsiteX141" fmla="*/ 4763595 w 12193149"/>
              <a:gd name="connsiteY141" fmla="*/ 2182061 h 2344739"/>
              <a:gd name="connsiteX142" fmla="*/ 4724334 w 12193149"/>
              <a:gd name="connsiteY142" fmla="*/ 2173047 h 2344739"/>
              <a:gd name="connsiteX143" fmla="*/ 4722324 w 12193149"/>
              <a:gd name="connsiteY143" fmla="*/ 2172298 h 2344739"/>
              <a:gd name="connsiteX144" fmla="*/ 4723259 w 12193149"/>
              <a:gd name="connsiteY144" fmla="*/ 2172087 h 2344739"/>
              <a:gd name="connsiteX145" fmla="*/ 4718350 w 12193149"/>
              <a:gd name="connsiteY145" fmla="*/ 2170817 h 2344739"/>
              <a:gd name="connsiteX146" fmla="*/ 4722324 w 12193149"/>
              <a:gd name="connsiteY146" fmla="*/ 2172298 h 2344739"/>
              <a:gd name="connsiteX147" fmla="*/ 4716674 w 12193149"/>
              <a:gd name="connsiteY147" fmla="*/ 2173573 h 2344739"/>
              <a:gd name="connsiteX148" fmla="*/ 4516962 w 12193149"/>
              <a:gd name="connsiteY148" fmla="*/ 2163671 h 2344739"/>
              <a:gd name="connsiteX149" fmla="*/ 4429691 w 12193149"/>
              <a:gd name="connsiteY149" fmla="*/ 2153020 h 2344739"/>
              <a:gd name="connsiteX150" fmla="*/ 4364023 w 12193149"/>
              <a:gd name="connsiteY150" fmla="*/ 2151674 h 2344739"/>
              <a:gd name="connsiteX151" fmla="*/ 4318114 w 12193149"/>
              <a:gd name="connsiteY151" fmla="*/ 2158289 h 2344739"/>
              <a:gd name="connsiteX152" fmla="*/ 4316258 w 12193149"/>
              <a:gd name="connsiteY152" fmla="*/ 2156948 h 2344739"/>
              <a:gd name="connsiteX153" fmla="*/ 4296292 w 12193149"/>
              <a:gd name="connsiteY153" fmla="*/ 2155069 h 2344739"/>
              <a:gd name="connsiteX154" fmla="*/ 4291212 w 12193149"/>
              <a:gd name="connsiteY154" fmla="*/ 2157986 h 2344739"/>
              <a:gd name="connsiteX155" fmla="*/ 4277290 w 12193149"/>
              <a:gd name="connsiteY155" fmla="*/ 2157740 h 2344739"/>
              <a:gd name="connsiteX156" fmla="*/ 4249265 w 12193149"/>
              <a:gd name="connsiteY156" fmla="*/ 2160064 h 2344739"/>
              <a:gd name="connsiteX157" fmla="*/ 4203199 w 12193149"/>
              <a:gd name="connsiteY157" fmla="*/ 2157269 h 2344739"/>
              <a:gd name="connsiteX158" fmla="*/ 4202893 w 12193149"/>
              <a:gd name="connsiteY158" fmla="*/ 2156010 h 2344739"/>
              <a:gd name="connsiteX159" fmla="*/ 4192396 w 12193149"/>
              <a:gd name="connsiteY159" fmla="*/ 2150376 h 2344739"/>
              <a:gd name="connsiteX160" fmla="*/ 4143893 w 12193149"/>
              <a:gd name="connsiteY160" fmla="*/ 2134511 h 2344739"/>
              <a:gd name="connsiteX161" fmla="*/ 4084245 w 12193149"/>
              <a:gd name="connsiteY161" fmla="*/ 2107978 h 2344739"/>
              <a:gd name="connsiteX162" fmla="*/ 4075694 w 12193149"/>
              <a:gd name="connsiteY162" fmla="*/ 2107143 h 2344739"/>
              <a:gd name="connsiteX163" fmla="*/ 4075575 w 12193149"/>
              <a:gd name="connsiteY163" fmla="*/ 2106844 h 2344739"/>
              <a:gd name="connsiteX164" fmla="*/ 4066658 w 12193149"/>
              <a:gd name="connsiteY164" fmla="*/ 2105400 h 2344739"/>
              <a:gd name="connsiteX165" fmla="*/ 4060102 w 12193149"/>
              <a:gd name="connsiteY165" fmla="*/ 2105618 h 2344739"/>
              <a:gd name="connsiteX166" fmla="*/ 4043512 w 12193149"/>
              <a:gd name="connsiteY166" fmla="*/ 2103997 h 2344739"/>
              <a:gd name="connsiteX167" fmla="*/ 4038145 w 12193149"/>
              <a:gd name="connsiteY167" fmla="*/ 2101563 h 2344739"/>
              <a:gd name="connsiteX168" fmla="*/ 4036511 w 12193149"/>
              <a:gd name="connsiteY168" fmla="*/ 2097896 h 2344739"/>
              <a:gd name="connsiteX169" fmla="*/ 4034926 w 12193149"/>
              <a:gd name="connsiteY169" fmla="*/ 2098131 h 2344739"/>
              <a:gd name="connsiteX170" fmla="*/ 4005686 w 12193149"/>
              <a:gd name="connsiteY170" fmla="*/ 2085563 h 2344739"/>
              <a:gd name="connsiteX171" fmla="*/ 3937994 w 12193149"/>
              <a:gd name="connsiteY171" fmla="*/ 2068106 h 2344739"/>
              <a:gd name="connsiteX172" fmla="*/ 3898423 w 12193149"/>
              <a:gd name="connsiteY172" fmla="*/ 2062451 h 2344739"/>
              <a:gd name="connsiteX173" fmla="*/ 3790908 w 12193149"/>
              <a:gd name="connsiteY173" fmla="*/ 2042213 h 2344739"/>
              <a:gd name="connsiteX174" fmla="*/ 3683661 w 12193149"/>
              <a:gd name="connsiteY174" fmla="*/ 2018290 h 2344739"/>
              <a:gd name="connsiteX175" fmla="*/ 3611183 w 12193149"/>
              <a:gd name="connsiteY175" fmla="*/ 1986019 h 2344739"/>
              <a:gd name="connsiteX176" fmla="*/ 3605003 w 12193149"/>
              <a:gd name="connsiteY176" fmla="*/ 1987381 h 2344739"/>
              <a:gd name="connsiteX177" fmla="*/ 3595884 w 12193149"/>
              <a:gd name="connsiteY177" fmla="*/ 1987545 h 2344739"/>
              <a:gd name="connsiteX178" fmla="*/ 3595649 w 12193149"/>
              <a:gd name="connsiteY178" fmla="*/ 1987276 h 2344739"/>
              <a:gd name="connsiteX179" fmla="*/ 3587126 w 12193149"/>
              <a:gd name="connsiteY179" fmla="*/ 1987966 h 2344739"/>
              <a:gd name="connsiteX180" fmla="*/ 3537283 w 12193149"/>
              <a:gd name="connsiteY180" fmla="*/ 1978267 h 2344739"/>
              <a:gd name="connsiteX181" fmla="*/ 3474371 w 12193149"/>
              <a:gd name="connsiteY181" fmla="*/ 1974606 h 2344739"/>
              <a:gd name="connsiteX182" fmla="*/ 3401876 w 12193149"/>
              <a:gd name="connsiteY182" fmla="*/ 1962558 h 2344739"/>
              <a:gd name="connsiteX183" fmla="*/ 3365036 w 12193149"/>
              <a:gd name="connsiteY183" fmla="*/ 1979510 h 2344739"/>
              <a:gd name="connsiteX184" fmla="*/ 3345174 w 12193149"/>
              <a:gd name="connsiteY184" fmla="*/ 1981192 h 2344739"/>
              <a:gd name="connsiteX185" fmla="*/ 3342846 w 12193149"/>
              <a:gd name="connsiteY185" fmla="*/ 1980217 h 2344739"/>
              <a:gd name="connsiteX186" fmla="*/ 3263504 w 12193149"/>
              <a:gd name="connsiteY186" fmla="*/ 1986094 h 2344739"/>
              <a:gd name="connsiteX187" fmla="*/ 3143704 w 12193149"/>
              <a:gd name="connsiteY187" fmla="*/ 1993869 h 2344739"/>
              <a:gd name="connsiteX188" fmla="*/ 3031439 w 12193149"/>
              <a:gd name="connsiteY188" fmla="*/ 1996512 h 2344739"/>
              <a:gd name="connsiteX189" fmla="*/ 2782717 w 12193149"/>
              <a:gd name="connsiteY189" fmla="*/ 2018333 h 2344739"/>
              <a:gd name="connsiteX190" fmla="*/ 2647675 w 12193149"/>
              <a:gd name="connsiteY190" fmla="*/ 2028869 h 2344739"/>
              <a:gd name="connsiteX191" fmla="*/ 2569176 w 12193149"/>
              <a:gd name="connsiteY191" fmla="*/ 2002628 h 2344739"/>
              <a:gd name="connsiteX192" fmla="*/ 2444403 w 12193149"/>
              <a:gd name="connsiteY192" fmla="*/ 2016529 h 2344739"/>
              <a:gd name="connsiteX193" fmla="*/ 2316260 w 12193149"/>
              <a:gd name="connsiteY193" fmla="*/ 2024996 h 2344739"/>
              <a:gd name="connsiteX194" fmla="*/ 2209726 w 12193149"/>
              <a:gd name="connsiteY194" fmla="*/ 2019763 h 2344739"/>
              <a:gd name="connsiteX195" fmla="*/ 2095813 w 12193149"/>
              <a:gd name="connsiteY195" fmla="*/ 2003052 h 2344739"/>
              <a:gd name="connsiteX196" fmla="*/ 1998504 w 12193149"/>
              <a:gd name="connsiteY196" fmla="*/ 1995032 h 2344739"/>
              <a:gd name="connsiteX197" fmla="*/ 1929320 w 12193149"/>
              <a:gd name="connsiteY197" fmla="*/ 2016977 h 2344739"/>
              <a:gd name="connsiteX198" fmla="*/ 1922798 w 12193149"/>
              <a:gd name="connsiteY198" fmla="*/ 2012146 h 2344739"/>
              <a:gd name="connsiteX199" fmla="*/ 1874228 w 12193149"/>
              <a:gd name="connsiteY199" fmla="*/ 2013741 h 2344739"/>
              <a:gd name="connsiteX200" fmla="*/ 1787803 w 12193149"/>
              <a:gd name="connsiteY200" fmla="*/ 2041363 h 2344739"/>
              <a:gd name="connsiteX201" fmla="*/ 1739352 w 12193149"/>
              <a:gd name="connsiteY201" fmla="*/ 2036312 h 2344739"/>
              <a:gd name="connsiteX202" fmla="*/ 1676219 w 12193149"/>
              <a:gd name="connsiteY202" fmla="*/ 2019963 h 2344739"/>
              <a:gd name="connsiteX203" fmla="*/ 1609817 w 12193149"/>
              <a:gd name="connsiteY203" fmla="*/ 2013066 h 2344739"/>
              <a:gd name="connsiteX204" fmla="*/ 1497258 w 12193149"/>
              <a:gd name="connsiteY204" fmla="*/ 1987476 h 2344739"/>
              <a:gd name="connsiteX205" fmla="*/ 1151127 w 12193149"/>
              <a:gd name="connsiteY205" fmla="*/ 1938041 h 2344739"/>
              <a:gd name="connsiteX206" fmla="*/ 859417 w 12193149"/>
              <a:gd name="connsiteY206" fmla="*/ 1928608 h 2344739"/>
              <a:gd name="connsiteX207" fmla="*/ 838688 w 12193149"/>
              <a:gd name="connsiteY207" fmla="*/ 1929821 h 2344739"/>
              <a:gd name="connsiteX208" fmla="*/ 817957 w 12193149"/>
              <a:gd name="connsiteY208" fmla="*/ 1927857 h 2344739"/>
              <a:gd name="connsiteX209" fmla="*/ 812654 w 12193149"/>
              <a:gd name="connsiteY209" fmla="*/ 1930751 h 2344739"/>
              <a:gd name="connsiteX210" fmla="*/ 721195 w 12193149"/>
              <a:gd name="connsiteY210" fmla="*/ 1929661 h 2344739"/>
              <a:gd name="connsiteX211" fmla="*/ 720890 w 12193149"/>
              <a:gd name="connsiteY211" fmla="*/ 1928399 h 2344739"/>
              <a:gd name="connsiteX212" fmla="*/ 710023 w 12193149"/>
              <a:gd name="connsiteY212" fmla="*/ 1922722 h 2344739"/>
              <a:gd name="connsiteX213" fmla="*/ 597940 w 12193149"/>
              <a:gd name="connsiteY213" fmla="*/ 1879864 h 2344739"/>
              <a:gd name="connsiteX214" fmla="*/ 579683 w 12193149"/>
              <a:gd name="connsiteY214" fmla="*/ 1877212 h 2344739"/>
              <a:gd name="connsiteX215" fmla="*/ 572865 w 12193149"/>
              <a:gd name="connsiteY215" fmla="*/ 1877401 h 2344739"/>
              <a:gd name="connsiteX216" fmla="*/ 446247 w 12193149"/>
              <a:gd name="connsiteY216" fmla="*/ 1839371 h 2344739"/>
              <a:gd name="connsiteX217" fmla="*/ 405163 w 12193149"/>
              <a:gd name="connsiteY217" fmla="*/ 1833548 h 2344739"/>
              <a:gd name="connsiteX218" fmla="*/ 293583 w 12193149"/>
              <a:gd name="connsiteY218" fmla="*/ 1812852 h 2344739"/>
              <a:gd name="connsiteX219" fmla="*/ 119529 w 12193149"/>
              <a:gd name="connsiteY219" fmla="*/ 1761047 h 2344739"/>
              <a:gd name="connsiteX220" fmla="*/ 16674 w 12193149"/>
              <a:gd name="connsiteY220" fmla="*/ 1758191 h 2344739"/>
              <a:gd name="connsiteX221" fmla="*/ 1150 w 12193149"/>
              <a:gd name="connsiteY221" fmla="*/ 1752722 h 2344739"/>
              <a:gd name="connsiteX222" fmla="*/ 1148 w 12193149"/>
              <a:gd name="connsiteY222" fmla="*/ 222213 h 2344739"/>
              <a:gd name="connsiteX223" fmla="*/ 1148 w 12193149"/>
              <a:gd name="connsiteY223"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114960 w 12193149"/>
              <a:gd name="connsiteY68" fmla="*/ 1919069 h 2344739"/>
              <a:gd name="connsiteX69" fmla="*/ 9054601 w 12193149"/>
              <a:gd name="connsiteY69" fmla="*/ 1910755 h 2344739"/>
              <a:gd name="connsiteX70" fmla="*/ 9006634 w 12193149"/>
              <a:gd name="connsiteY70" fmla="*/ 1914040 h 2344739"/>
              <a:gd name="connsiteX71" fmla="*/ 9006349 w 12193149"/>
              <a:gd name="connsiteY71" fmla="*/ 1913800 h 2344739"/>
              <a:gd name="connsiteX72" fmla="*/ 8997380 w 12193149"/>
              <a:gd name="connsiteY72" fmla="*/ 1915011 h 2344739"/>
              <a:gd name="connsiteX73" fmla="*/ 8991542 w 12193149"/>
              <a:gd name="connsiteY73" fmla="*/ 1917072 h 2344739"/>
              <a:gd name="connsiteX74" fmla="*/ 8975485 w 12193149"/>
              <a:gd name="connsiteY74" fmla="*/ 1920298 h 2344739"/>
              <a:gd name="connsiteX75" fmla="*/ 8969159 w 12193149"/>
              <a:gd name="connsiteY75" fmla="*/ 1919598 h 2344739"/>
              <a:gd name="connsiteX76" fmla="*/ 8964196 w 12193149"/>
              <a:gd name="connsiteY76" fmla="*/ 1917373 h 2344739"/>
              <a:gd name="connsiteX77" fmla="*/ 8930136 w 12193149"/>
              <a:gd name="connsiteY77" fmla="*/ 1914185 h 2344739"/>
              <a:gd name="connsiteX78" fmla="*/ 8753592 w 12193149"/>
              <a:gd name="connsiteY78" fmla="*/ 1933417 h 2344739"/>
              <a:gd name="connsiteX79" fmla="*/ 8708995 w 12193149"/>
              <a:gd name="connsiteY79" fmla="*/ 1935518 h 2344739"/>
              <a:gd name="connsiteX80" fmla="*/ 8597219 w 12193149"/>
              <a:gd name="connsiteY80" fmla="*/ 1944090 h 2344739"/>
              <a:gd name="connsiteX81" fmla="*/ 8526378 w 12193149"/>
              <a:gd name="connsiteY81" fmla="*/ 1929248 h 2344739"/>
              <a:gd name="connsiteX82" fmla="*/ 8512131 w 12193149"/>
              <a:gd name="connsiteY82" fmla="*/ 1935163 h 2344739"/>
              <a:gd name="connsiteX83" fmla="*/ 8507315 w 12193149"/>
              <a:gd name="connsiteY83" fmla="*/ 1938164 h 2344739"/>
              <a:gd name="connsiteX84" fmla="*/ 8499116 w 12193149"/>
              <a:gd name="connsiteY84" fmla="*/ 1940902 h 2344739"/>
              <a:gd name="connsiteX85" fmla="*/ 8498742 w 12193149"/>
              <a:gd name="connsiteY85" fmla="*/ 1940723 h 2344739"/>
              <a:gd name="connsiteX86" fmla="*/ 8491397 w 12193149"/>
              <a:gd name="connsiteY86" fmla="*/ 1943773 h 2344739"/>
              <a:gd name="connsiteX87" fmla="*/ 8368330 w 12193149"/>
              <a:gd name="connsiteY87" fmla="*/ 1957815 h 2344739"/>
              <a:gd name="connsiteX88" fmla="*/ 8354947 w 12193149"/>
              <a:gd name="connsiteY88" fmla="*/ 1958009 h 2344739"/>
              <a:gd name="connsiteX89" fmla="*/ 8321252 w 12193149"/>
              <a:gd name="connsiteY89" fmla="*/ 1974587 h 2344739"/>
              <a:gd name="connsiteX90" fmla="*/ 8315581 w 12193149"/>
              <a:gd name="connsiteY90" fmla="*/ 1974913 h 2344739"/>
              <a:gd name="connsiteX91" fmla="*/ 8296322 w 12193149"/>
              <a:gd name="connsiteY91" fmla="*/ 1988808 h 2344739"/>
              <a:gd name="connsiteX92" fmla="*/ 8285424 w 12193149"/>
              <a:gd name="connsiteY92" fmla="*/ 1994631 h 2344739"/>
              <a:gd name="connsiteX93" fmla="*/ 8284298 w 12193149"/>
              <a:gd name="connsiteY93" fmla="*/ 1999074 h 2344739"/>
              <a:gd name="connsiteX94" fmla="*/ 8267224 w 12193149"/>
              <a:gd name="connsiteY94" fmla="*/ 2006249 h 2344739"/>
              <a:gd name="connsiteX95" fmla="*/ 8264525 w 12193149"/>
              <a:gd name="connsiteY95" fmla="*/ 2006019 h 2344739"/>
              <a:gd name="connsiteX96" fmla="*/ 8253181 w 12193149"/>
              <a:gd name="connsiteY96" fmla="*/ 2015862 h 2344739"/>
              <a:gd name="connsiteX97" fmla="*/ 8246982 w 12193149"/>
              <a:gd name="connsiteY97" fmla="*/ 2028854 h 2344739"/>
              <a:gd name="connsiteX98" fmla="*/ 8091420 w 12193149"/>
              <a:gd name="connsiteY98" fmla="*/ 2075015 h 2344739"/>
              <a:gd name="connsiteX99" fmla="*/ 7906555 w 12193149"/>
              <a:gd name="connsiteY99" fmla="*/ 2116988 h 2344739"/>
              <a:gd name="connsiteX100" fmla="*/ 7719893 w 12193149"/>
              <a:gd name="connsiteY100" fmla="*/ 2142703 h 2344739"/>
              <a:gd name="connsiteX101" fmla="*/ 7615495 w 12193149"/>
              <a:gd name="connsiteY101" fmla="*/ 2139232 h 2344739"/>
              <a:gd name="connsiteX102" fmla="*/ 7528691 w 12193149"/>
              <a:gd name="connsiteY102" fmla="*/ 2145060 h 2344739"/>
              <a:gd name="connsiteX103" fmla="*/ 7520719 w 12193149"/>
              <a:gd name="connsiteY103" fmla="*/ 2147613 h 2344739"/>
              <a:gd name="connsiteX104" fmla="*/ 7508559 w 12193149"/>
              <a:gd name="connsiteY104" fmla="*/ 2148948 h 2344739"/>
              <a:gd name="connsiteX105" fmla="*/ 7508188 w 12193149"/>
              <a:gd name="connsiteY105" fmla="*/ 2148621 h 2344739"/>
              <a:gd name="connsiteX106" fmla="*/ 7496943 w 12193149"/>
              <a:gd name="connsiteY106" fmla="*/ 2150573 h 2344739"/>
              <a:gd name="connsiteX107" fmla="*/ 7406539 w 12193149"/>
              <a:gd name="connsiteY107" fmla="*/ 2142468 h 2344739"/>
              <a:gd name="connsiteX108" fmla="*/ 7219707 w 12193149"/>
              <a:gd name="connsiteY108" fmla="*/ 2156680 h 2344739"/>
              <a:gd name="connsiteX109" fmla="*/ 7202249 w 12193149"/>
              <a:gd name="connsiteY109" fmla="*/ 2161230 h 2344739"/>
              <a:gd name="connsiteX110" fmla="*/ 7198152 w 12193149"/>
              <a:gd name="connsiteY110" fmla="*/ 2166588 h 2344739"/>
              <a:gd name="connsiteX111" fmla="*/ 7171956 w 12193149"/>
              <a:gd name="connsiteY111" fmla="*/ 2171236 h 2344739"/>
              <a:gd name="connsiteX112" fmla="*/ 7098136 w 12193149"/>
              <a:gd name="connsiteY112" fmla="*/ 2183464 h 2344739"/>
              <a:gd name="connsiteX113" fmla="*/ 7019644 w 12193149"/>
              <a:gd name="connsiteY113" fmla="*/ 2183090 h 2344739"/>
              <a:gd name="connsiteX114" fmla="*/ 6905294 w 12193149"/>
              <a:gd name="connsiteY114" fmla="*/ 2212596 h 2344739"/>
              <a:gd name="connsiteX115" fmla="*/ 6709370 w 12193149"/>
              <a:gd name="connsiteY115" fmla="*/ 2240551 h 2344739"/>
              <a:gd name="connsiteX116" fmla="*/ 6550602 w 12193149"/>
              <a:gd name="connsiteY116" fmla="*/ 2269327 h 2344739"/>
              <a:gd name="connsiteX117" fmla="*/ 6318708 w 12193149"/>
              <a:gd name="connsiteY117" fmla="*/ 2316127 h 2344739"/>
              <a:gd name="connsiteX118" fmla="*/ 6169822 w 12193149"/>
              <a:gd name="connsiteY118" fmla="*/ 2318214 h 2344739"/>
              <a:gd name="connsiteX119" fmla="*/ 6074996 w 12193149"/>
              <a:gd name="connsiteY119" fmla="*/ 2338676 h 2344739"/>
              <a:gd name="connsiteX120" fmla="*/ 6069677 w 12193149"/>
              <a:gd name="connsiteY120" fmla="*/ 2337139 h 2344739"/>
              <a:gd name="connsiteX121" fmla="*/ 6049786 w 12193149"/>
              <a:gd name="connsiteY121" fmla="*/ 2337822 h 2344739"/>
              <a:gd name="connsiteX122" fmla="*/ 6042433 w 12193149"/>
              <a:gd name="connsiteY122" fmla="*/ 2329473 h 2344739"/>
              <a:gd name="connsiteX123" fmla="*/ 6011238 w 12193149"/>
              <a:gd name="connsiteY123" fmla="*/ 2324380 h 2344739"/>
              <a:gd name="connsiteX124" fmla="*/ 5958523 w 12193149"/>
              <a:gd name="connsiteY124" fmla="*/ 2328024 h 2344739"/>
              <a:gd name="connsiteX125" fmla="*/ 5760067 w 12193149"/>
              <a:gd name="connsiteY125" fmla="*/ 2343716 h 2344739"/>
              <a:gd name="connsiteX126" fmla="*/ 5628108 w 12193149"/>
              <a:gd name="connsiteY126" fmla="*/ 2344739 h 2344739"/>
              <a:gd name="connsiteX127" fmla="*/ 5472054 w 12193149"/>
              <a:gd name="connsiteY127" fmla="*/ 2330719 h 2344739"/>
              <a:gd name="connsiteX128" fmla="*/ 5433909 w 12193149"/>
              <a:gd name="connsiteY128" fmla="*/ 2319466 h 2344739"/>
              <a:gd name="connsiteX129" fmla="*/ 5382817 w 12193149"/>
              <a:gd name="connsiteY129" fmla="*/ 2301764 h 2344739"/>
              <a:gd name="connsiteX130" fmla="*/ 5262912 w 12193149"/>
              <a:gd name="connsiteY130" fmla="*/ 2281347 h 2344739"/>
              <a:gd name="connsiteX131" fmla="*/ 5224109 w 12193149"/>
              <a:gd name="connsiteY131" fmla="*/ 2270223 h 2344739"/>
              <a:gd name="connsiteX132" fmla="*/ 5175808 w 12193149"/>
              <a:gd name="connsiteY132" fmla="*/ 2267233 h 2344739"/>
              <a:gd name="connsiteX133" fmla="*/ 5157702 w 12193149"/>
              <a:gd name="connsiteY133" fmla="*/ 2260010 h 2344739"/>
              <a:gd name="connsiteX134" fmla="*/ 5143747 w 12193149"/>
              <a:gd name="connsiteY134" fmla="*/ 2256610 h 2344739"/>
              <a:gd name="connsiteX135" fmla="*/ 5140744 w 12193149"/>
              <a:gd name="connsiteY135" fmla="*/ 2254509 h 2344739"/>
              <a:gd name="connsiteX136" fmla="*/ 5122807 w 12193149"/>
              <a:gd name="connsiteY136" fmla="*/ 2243656 h 2344739"/>
              <a:gd name="connsiteX137" fmla="*/ 5066938 w 12193149"/>
              <a:gd name="connsiteY137" fmla="*/ 2250227 h 2344739"/>
              <a:gd name="connsiteX138" fmla="*/ 5012662 w 12193149"/>
              <a:gd name="connsiteY138" fmla="*/ 2233846 h 2344739"/>
              <a:gd name="connsiteX139" fmla="*/ 4841589 w 12193149"/>
              <a:gd name="connsiteY139" fmla="*/ 2209829 h 2344739"/>
              <a:gd name="connsiteX140" fmla="*/ 4763595 w 12193149"/>
              <a:gd name="connsiteY140" fmla="*/ 2182061 h 2344739"/>
              <a:gd name="connsiteX141" fmla="*/ 4724334 w 12193149"/>
              <a:gd name="connsiteY141" fmla="*/ 2173047 h 2344739"/>
              <a:gd name="connsiteX142" fmla="*/ 4722324 w 12193149"/>
              <a:gd name="connsiteY142" fmla="*/ 2172298 h 2344739"/>
              <a:gd name="connsiteX143" fmla="*/ 4723259 w 12193149"/>
              <a:gd name="connsiteY143" fmla="*/ 2172087 h 2344739"/>
              <a:gd name="connsiteX144" fmla="*/ 4718350 w 12193149"/>
              <a:gd name="connsiteY144" fmla="*/ 2170817 h 2344739"/>
              <a:gd name="connsiteX145" fmla="*/ 4722324 w 12193149"/>
              <a:gd name="connsiteY145" fmla="*/ 2172298 h 2344739"/>
              <a:gd name="connsiteX146" fmla="*/ 4716674 w 12193149"/>
              <a:gd name="connsiteY146" fmla="*/ 2173573 h 2344739"/>
              <a:gd name="connsiteX147" fmla="*/ 4516962 w 12193149"/>
              <a:gd name="connsiteY147" fmla="*/ 2163671 h 2344739"/>
              <a:gd name="connsiteX148" fmla="*/ 4429691 w 12193149"/>
              <a:gd name="connsiteY148" fmla="*/ 2153020 h 2344739"/>
              <a:gd name="connsiteX149" fmla="*/ 4364023 w 12193149"/>
              <a:gd name="connsiteY149" fmla="*/ 2151674 h 2344739"/>
              <a:gd name="connsiteX150" fmla="*/ 4318114 w 12193149"/>
              <a:gd name="connsiteY150" fmla="*/ 2158289 h 2344739"/>
              <a:gd name="connsiteX151" fmla="*/ 4316258 w 12193149"/>
              <a:gd name="connsiteY151" fmla="*/ 2156948 h 2344739"/>
              <a:gd name="connsiteX152" fmla="*/ 4296292 w 12193149"/>
              <a:gd name="connsiteY152" fmla="*/ 2155069 h 2344739"/>
              <a:gd name="connsiteX153" fmla="*/ 4291212 w 12193149"/>
              <a:gd name="connsiteY153" fmla="*/ 2157986 h 2344739"/>
              <a:gd name="connsiteX154" fmla="*/ 4277290 w 12193149"/>
              <a:gd name="connsiteY154" fmla="*/ 2157740 h 2344739"/>
              <a:gd name="connsiteX155" fmla="*/ 4249265 w 12193149"/>
              <a:gd name="connsiteY155" fmla="*/ 2160064 h 2344739"/>
              <a:gd name="connsiteX156" fmla="*/ 4203199 w 12193149"/>
              <a:gd name="connsiteY156" fmla="*/ 2157269 h 2344739"/>
              <a:gd name="connsiteX157" fmla="*/ 4202893 w 12193149"/>
              <a:gd name="connsiteY157" fmla="*/ 2156010 h 2344739"/>
              <a:gd name="connsiteX158" fmla="*/ 4192396 w 12193149"/>
              <a:gd name="connsiteY158" fmla="*/ 2150376 h 2344739"/>
              <a:gd name="connsiteX159" fmla="*/ 4143893 w 12193149"/>
              <a:gd name="connsiteY159" fmla="*/ 2134511 h 2344739"/>
              <a:gd name="connsiteX160" fmla="*/ 4084245 w 12193149"/>
              <a:gd name="connsiteY160" fmla="*/ 2107978 h 2344739"/>
              <a:gd name="connsiteX161" fmla="*/ 4075694 w 12193149"/>
              <a:gd name="connsiteY161" fmla="*/ 2107143 h 2344739"/>
              <a:gd name="connsiteX162" fmla="*/ 4075575 w 12193149"/>
              <a:gd name="connsiteY162" fmla="*/ 2106844 h 2344739"/>
              <a:gd name="connsiteX163" fmla="*/ 4066658 w 12193149"/>
              <a:gd name="connsiteY163" fmla="*/ 2105400 h 2344739"/>
              <a:gd name="connsiteX164" fmla="*/ 4060102 w 12193149"/>
              <a:gd name="connsiteY164" fmla="*/ 2105618 h 2344739"/>
              <a:gd name="connsiteX165" fmla="*/ 4043512 w 12193149"/>
              <a:gd name="connsiteY165" fmla="*/ 2103997 h 2344739"/>
              <a:gd name="connsiteX166" fmla="*/ 4038145 w 12193149"/>
              <a:gd name="connsiteY166" fmla="*/ 2101563 h 2344739"/>
              <a:gd name="connsiteX167" fmla="*/ 4036511 w 12193149"/>
              <a:gd name="connsiteY167" fmla="*/ 2097896 h 2344739"/>
              <a:gd name="connsiteX168" fmla="*/ 4034926 w 12193149"/>
              <a:gd name="connsiteY168" fmla="*/ 2098131 h 2344739"/>
              <a:gd name="connsiteX169" fmla="*/ 4005686 w 12193149"/>
              <a:gd name="connsiteY169" fmla="*/ 2085563 h 2344739"/>
              <a:gd name="connsiteX170" fmla="*/ 3937994 w 12193149"/>
              <a:gd name="connsiteY170" fmla="*/ 2068106 h 2344739"/>
              <a:gd name="connsiteX171" fmla="*/ 3898423 w 12193149"/>
              <a:gd name="connsiteY171" fmla="*/ 2062451 h 2344739"/>
              <a:gd name="connsiteX172" fmla="*/ 3790908 w 12193149"/>
              <a:gd name="connsiteY172" fmla="*/ 2042213 h 2344739"/>
              <a:gd name="connsiteX173" fmla="*/ 3683661 w 12193149"/>
              <a:gd name="connsiteY173" fmla="*/ 2018290 h 2344739"/>
              <a:gd name="connsiteX174" fmla="*/ 3611183 w 12193149"/>
              <a:gd name="connsiteY174" fmla="*/ 1986019 h 2344739"/>
              <a:gd name="connsiteX175" fmla="*/ 3605003 w 12193149"/>
              <a:gd name="connsiteY175" fmla="*/ 1987381 h 2344739"/>
              <a:gd name="connsiteX176" fmla="*/ 3595884 w 12193149"/>
              <a:gd name="connsiteY176" fmla="*/ 1987545 h 2344739"/>
              <a:gd name="connsiteX177" fmla="*/ 3595649 w 12193149"/>
              <a:gd name="connsiteY177" fmla="*/ 1987276 h 2344739"/>
              <a:gd name="connsiteX178" fmla="*/ 3587126 w 12193149"/>
              <a:gd name="connsiteY178" fmla="*/ 1987966 h 2344739"/>
              <a:gd name="connsiteX179" fmla="*/ 3537283 w 12193149"/>
              <a:gd name="connsiteY179" fmla="*/ 1978267 h 2344739"/>
              <a:gd name="connsiteX180" fmla="*/ 3474371 w 12193149"/>
              <a:gd name="connsiteY180" fmla="*/ 1974606 h 2344739"/>
              <a:gd name="connsiteX181" fmla="*/ 3401876 w 12193149"/>
              <a:gd name="connsiteY181" fmla="*/ 1962558 h 2344739"/>
              <a:gd name="connsiteX182" fmla="*/ 3365036 w 12193149"/>
              <a:gd name="connsiteY182" fmla="*/ 1979510 h 2344739"/>
              <a:gd name="connsiteX183" fmla="*/ 3345174 w 12193149"/>
              <a:gd name="connsiteY183" fmla="*/ 1981192 h 2344739"/>
              <a:gd name="connsiteX184" fmla="*/ 3342846 w 12193149"/>
              <a:gd name="connsiteY184" fmla="*/ 1980217 h 2344739"/>
              <a:gd name="connsiteX185" fmla="*/ 3263504 w 12193149"/>
              <a:gd name="connsiteY185" fmla="*/ 1986094 h 2344739"/>
              <a:gd name="connsiteX186" fmla="*/ 3143704 w 12193149"/>
              <a:gd name="connsiteY186" fmla="*/ 1993869 h 2344739"/>
              <a:gd name="connsiteX187" fmla="*/ 3031439 w 12193149"/>
              <a:gd name="connsiteY187" fmla="*/ 1996512 h 2344739"/>
              <a:gd name="connsiteX188" fmla="*/ 2782717 w 12193149"/>
              <a:gd name="connsiteY188" fmla="*/ 2018333 h 2344739"/>
              <a:gd name="connsiteX189" fmla="*/ 2647675 w 12193149"/>
              <a:gd name="connsiteY189" fmla="*/ 2028869 h 2344739"/>
              <a:gd name="connsiteX190" fmla="*/ 2569176 w 12193149"/>
              <a:gd name="connsiteY190" fmla="*/ 2002628 h 2344739"/>
              <a:gd name="connsiteX191" fmla="*/ 2444403 w 12193149"/>
              <a:gd name="connsiteY191" fmla="*/ 2016529 h 2344739"/>
              <a:gd name="connsiteX192" fmla="*/ 2316260 w 12193149"/>
              <a:gd name="connsiteY192" fmla="*/ 2024996 h 2344739"/>
              <a:gd name="connsiteX193" fmla="*/ 2209726 w 12193149"/>
              <a:gd name="connsiteY193" fmla="*/ 2019763 h 2344739"/>
              <a:gd name="connsiteX194" fmla="*/ 2095813 w 12193149"/>
              <a:gd name="connsiteY194" fmla="*/ 2003052 h 2344739"/>
              <a:gd name="connsiteX195" fmla="*/ 1998504 w 12193149"/>
              <a:gd name="connsiteY195" fmla="*/ 1995032 h 2344739"/>
              <a:gd name="connsiteX196" fmla="*/ 1929320 w 12193149"/>
              <a:gd name="connsiteY196" fmla="*/ 2016977 h 2344739"/>
              <a:gd name="connsiteX197" fmla="*/ 1922798 w 12193149"/>
              <a:gd name="connsiteY197" fmla="*/ 2012146 h 2344739"/>
              <a:gd name="connsiteX198" fmla="*/ 1874228 w 12193149"/>
              <a:gd name="connsiteY198" fmla="*/ 2013741 h 2344739"/>
              <a:gd name="connsiteX199" fmla="*/ 1787803 w 12193149"/>
              <a:gd name="connsiteY199" fmla="*/ 2041363 h 2344739"/>
              <a:gd name="connsiteX200" fmla="*/ 1739352 w 12193149"/>
              <a:gd name="connsiteY200" fmla="*/ 2036312 h 2344739"/>
              <a:gd name="connsiteX201" fmla="*/ 1676219 w 12193149"/>
              <a:gd name="connsiteY201" fmla="*/ 2019963 h 2344739"/>
              <a:gd name="connsiteX202" fmla="*/ 1609817 w 12193149"/>
              <a:gd name="connsiteY202" fmla="*/ 2013066 h 2344739"/>
              <a:gd name="connsiteX203" fmla="*/ 1497258 w 12193149"/>
              <a:gd name="connsiteY203" fmla="*/ 1987476 h 2344739"/>
              <a:gd name="connsiteX204" fmla="*/ 1151127 w 12193149"/>
              <a:gd name="connsiteY204" fmla="*/ 1938041 h 2344739"/>
              <a:gd name="connsiteX205" fmla="*/ 859417 w 12193149"/>
              <a:gd name="connsiteY205" fmla="*/ 1928608 h 2344739"/>
              <a:gd name="connsiteX206" fmla="*/ 838688 w 12193149"/>
              <a:gd name="connsiteY206" fmla="*/ 1929821 h 2344739"/>
              <a:gd name="connsiteX207" fmla="*/ 817957 w 12193149"/>
              <a:gd name="connsiteY207" fmla="*/ 1927857 h 2344739"/>
              <a:gd name="connsiteX208" fmla="*/ 812654 w 12193149"/>
              <a:gd name="connsiteY208" fmla="*/ 1930751 h 2344739"/>
              <a:gd name="connsiteX209" fmla="*/ 721195 w 12193149"/>
              <a:gd name="connsiteY209" fmla="*/ 1929661 h 2344739"/>
              <a:gd name="connsiteX210" fmla="*/ 720890 w 12193149"/>
              <a:gd name="connsiteY210" fmla="*/ 1928399 h 2344739"/>
              <a:gd name="connsiteX211" fmla="*/ 710023 w 12193149"/>
              <a:gd name="connsiteY211" fmla="*/ 1922722 h 2344739"/>
              <a:gd name="connsiteX212" fmla="*/ 597940 w 12193149"/>
              <a:gd name="connsiteY212" fmla="*/ 1879864 h 2344739"/>
              <a:gd name="connsiteX213" fmla="*/ 579683 w 12193149"/>
              <a:gd name="connsiteY213" fmla="*/ 1877212 h 2344739"/>
              <a:gd name="connsiteX214" fmla="*/ 572865 w 12193149"/>
              <a:gd name="connsiteY214" fmla="*/ 1877401 h 2344739"/>
              <a:gd name="connsiteX215" fmla="*/ 446247 w 12193149"/>
              <a:gd name="connsiteY215" fmla="*/ 1839371 h 2344739"/>
              <a:gd name="connsiteX216" fmla="*/ 405163 w 12193149"/>
              <a:gd name="connsiteY216" fmla="*/ 1833548 h 2344739"/>
              <a:gd name="connsiteX217" fmla="*/ 293583 w 12193149"/>
              <a:gd name="connsiteY217" fmla="*/ 1812852 h 2344739"/>
              <a:gd name="connsiteX218" fmla="*/ 119529 w 12193149"/>
              <a:gd name="connsiteY218" fmla="*/ 1761047 h 2344739"/>
              <a:gd name="connsiteX219" fmla="*/ 16674 w 12193149"/>
              <a:gd name="connsiteY219" fmla="*/ 1758191 h 2344739"/>
              <a:gd name="connsiteX220" fmla="*/ 1150 w 12193149"/>
              <a:gd name="connsiteY220" fmla="*/ 1752722 h 2344739"/>
              <a:gd name="connsiteX221" fmla="*/ 1148 w 12193149"/>
              <a:gd name="connsiteY221" fmla="*/ 222213 h 2344739"/>
              <a:gd name="connsiteX222" fmla="*/ 1148 w 12193149"/>
              <a:gd name="connsiteY222"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054601 w 12193149"/>
              <a:gd name="connsiteY68" fmla="*/ 1910755 h 2344739"/>
              <a:gd name="connsiteX69" fmla="*/ 9006634 w 12193149"/>
              <a:gd name="connsiteY69" fmla="*/ 1914040 h 2344739"/>
              <a:gd name="connsiteX70" fmla="*/ 9006349 w 12193149"/>
              <a:gd name="connsiteY70" fmla="*/ 1913800 h 2344739"/>
              <a:gd name="connsiteX71" fmla="*/ 8997380 w 12193149"/>
              <a:gd name="connsiteY71" fmla="*/ 1915011 h 2344739"/>
              <a:gd name="connsiteX72" fmla="*/ 8991542 w 12193149"/>
              <a:gd name="connsiteY72" fmla="*/ 1917072 h 2344739"/>
              <a:gd name="connsiteX73" fmla="*/ 8975485 w 12193149"/>
              <a:gd name="connsiteY73" fmla="*/ 1920298 h 2344739"/>
              <a:gd name="connsiteX74" fmla="*/ 8969159 w 12193149"/>
              <a:gd name="connsiteY74" fmla="*/ 1919598 h 2344739"/>
              <a:gd name="connsiteX75" fmla="*/ 8964196 w 12193149"/>
              <a:gd name="connsiteY75" fmla="*/ 1917373 h 2344739"/>
              <a:gd name="connsiteX76" fmla="*/ 8930136 w 12193149"/>
              <a:gd name="connsiteY76" fmla="*/ 1914185 h 2344739"/>
              <a:gd name="connsiteX77" fmla="*/ 8753592 w 12193149"/>
              <a:gd name="connsiteY77" fmla="*/ 1933417 h 2344739"/>
              <a:gd name="connsiteX78" fmla="*/ 8708995 w 12193149"/>
              <a:gd name="connsiteY78" fmla="*/ 1935518 h 2344739"/>
              <a:gd name="connsiteX79" fmla="*/ 8597219 w 12193149"/>
              <a:gd name="connsiteY79" fmla="*/ 1944090 h 2344739"/>
              <a:gd name="connsiteX80" fmla="*/ 8526378 w 12193149"/>
              <a:gd name="connsiteY80" fmla="*/ 1929248 h 2344739"/>
              <a:gd name="connsiteX81" fmla="*/ 8512131 w 12193149"/>
              <a:gd name="connsiteY81" fmla="*/ 1935163 h 2344739"/>
              <a:gd name="connsiteX82" fmla="*/ 8507315 w 12193149"/>
              <a:gd name="connsiteY82" fmla="*/ 1938164 h 2344739"/>
              <a:gd name="connsiteX83" fmla="*/ 8499116 w 12193149"/>
              <a:gd name="connsiteY83" fmla="*/ 1940902 h 2344739"/>
              <a:gd name="connsiteX84" fmla="*/ 8498742 w 12193149"/>
              <a:gd name="connsiteY84" fmla="*/ 1940723 h 2344739"/>
              <a:gd name="connsiteX85" fmla="*/ 8491397 w 12193149"/>
              <a:gd name="connsiteY85" fmla="*/ 1943773 h 2344739"/>
              <a:gd name="connsiteX86" fmla="*/ 8368330 w 12193149"/>
              <a:gd name="connsiteY86" fmla="*/ 1957815 h 2344739"/>
              <a:gd name="connsiteX87" fmla="*/ 8354947 w 12193149"/>
              <a:gd name="connsiteY87" fmla="*/ 1958009 h 2344739"/>
              <a:gd name="connsiteX88" fmla="*/ 8321252 w 12193149"/>
              <a:gd name="connsiteY88" fmla="*/ 1974587 h 2344739"/>
              <a:gd name="connsiteX89" fmla="*/ 8315581 w 12193149"/>
              <a:gd name="connsiteY89" fmla="*/ 1974913 h 2344739"/>
              <a:gd name="connsiteX90" fmla="*/ 8296322 w 12193149"/>
              <a:gd name="connsiteY90" fmla="*/ 1988808 h 2344739"/>
              <a:gd name="connsiteX91" fmla="*/ 8285424 w 12193149"/>
              <a:gd name="connsiteY91" fmla="*/ 1994631 h 2344739"/>
              <a:gd name="connsiteX92" fmla="*/ 8284298 w 12193149"/>
              <a:gd name="connsiteY92" fmla="*/ 1999074 h 2344739"/>
              <a:gd name="connsiteX93" fmla="*/ 8267224 w 12193149"/>
              <a:gd name="connsiteY93" fmla="*/ 2006249 h 2344739"/>
              <a:gd name="connsiteX94" fmla="*/ 8264525 w 12193149"/>
              <a:gd name="connsiteY94" fmla="*/ 2006019 h 2344739"/>
              <a:gd name="connsiteX95" fmla="*/ 8253181 w 12193149"/>
              <a:gd name="connsiteY95" fmla="*/ 2015862 h 2344739"/>
              <a:gd name="connsiteX96" fmla="*/ 8246982 w 12193149"/>
              <a:gd name="connsiteY96" fmla="*/ 2028854 h 2344739"/>
              <a:gd name="connsiteX97" fmla="*/ 8091420 w 12193149"/>
              <a:gd name="connsiteY97" fmla="*/ 2075015 h 2344739"/>
              <a:gd name="connsiteX98" fmla="*/ 7906555 w 12193149"/>
              <a:gd name="connsiteY98" fmla="*/ 2116988 h 2344739"/>
              <a:gd name="connsiteX99" fmla="*/ 7719893 w 12193149"/>
              <a:gd name="connsiteY99" fmla="*/ 2142703 h 2344739"/>
              <a:gd name="connsiteX100" fmla="*/ 7615495 w 12193149"/>
              <a:gd name="connsiteY100" fmla="*/ 2139232 h 2344739"/>
              <a:gd name="connsiteX101" fmla="*/ 7528691 w 12193149"/>
              <a:gd name="connsiteY101" fmla="*/ 2145060 h 2344739"/>
              <a:gd name="connsiteX102" fmla="*/ 7520719 w 12193149"/>
              <a:gd name="connsiteY102" fmla="*/ 2147613 h 2344739"/>
              <a:gd name="connsiteX103" fmla="*/ 7508559 w 12193149"/>
              <a:gd name="connsiteY103" fmla="*/ 2148948 h 2344739"/>
              <a:gd name="connsiteX104" fmla="*/ 7508188 w 12193149"/>
              <a:gd name="connsiteY104" fmla="*/ 2148621 h 2344739"/>
              <a:gd name="connsiteX105" fmla="*/ 7496943 w 12193149"/>
              <a:gd name="connsiteY105" fmla="*/ 2150573 h 2344739"/>
              <a:gd name="connsiteX106" fmla="*/ 7406539 w 12193149"/>
              <a:gd name="connsiteY106" fmla="*/ 2142468 h 2344739"/>
              <a:gd name="connsiteX107" fmla="*/ 7219707 w 12193149"/>
              <a:gd name="connsiteY107" fmla="*/ 2156680 h 2344739"/>
              <a:gd name="connsiteX108" fmla="*/ 7202249 w 12193149"/>
              <a:gd name="connsiteY108" fmla="*/ 2161230 h 2344739"/>
              <a:gd name="connsiteX109" fmla="*/ 7198152 w 12193149"/>
              <a:gd name="connsiteY109" fmla="*/ 2166588 h 2344739"/>
              <a:gd name="connsiteX110" fmla="*/ 7171956 w 12193149"/>
              <a:gd name="connsiteY110" fmla="*/ 2171236 h 2344739"/>
              <a:gd name="connsiteX111" fmla="*/ 7098136 w 12193149"/>
              <a:gd name="connsiteY111" fmla="*/ 2183464 h 2344739"/>
              <a:gd name="connsiteX112" fmla="*/ 7019644 w 12193149"/>
              <a:gd name="connsiteY112" fmla="*/ 2183090 h 2344739"/>
              <a:gd name="connsiteX113" fmla="*/ 6905294 w 12193149"/>
              <a:gd name="connsiteY113" fmla="*/ 2212596 h 2344739"/>
              <a:gd name="connsiteX114" fmla="*/ 6709370 w 12193149"/>
              <a:gd name="connsiteY114" fmla="*/ 2240551 h 2344739"/>
              <a:gd name="connsiteX115" fmla="*/ 6550602 w 12193149"/>
              <a:gd name="connsiteY115" fmla="*/ 2269327 h 2344739"/>
              <a:gd name="connsiteX116" fmla="*/ 6318708 w 12193149"/>
              <a:gd name="connsiteY116" fmla="*/ 2316127 h 2344739"/>
              <a:gd name="connsiteX117" fmla="*/ 6169822 w 12193149"/>
              <a:gd name="connsiteY117" fmla="*/ 2318214 h 2344739"/>
              <a:gd name="connsiteX118" fmla="*/ 6074996 w 12193149"/>
              <a:gd name="connsiteY118" fmla="*/ 2338676 h 2344739"/>
              <a:gd name="connsiteX119" fmla="*/ 6069677 w 12193149"/>
              <a:gd name="connsiteY119" fmla="*/ 2337139 h 2344739"/>
              <a:gd name="connsiteX120" fmla="*/ 6049786 w 12193149"/>
              <a:gd name="connsiteY120" fmla="*/ 2337822 h 2344739"/>
              <a:gd name="connsiteX121" fmla="*/ 6042433 w 12193149"/>
              <a:gd name="connsiteY121" fmla="*/ 2329473 h 2344739"/>
              <a:gd name="connsiteX122" fmla="*/ 6011238 w 12193149"/>
              <a:gd name="connsiteY122" fmla="*/ 2324380 h 2344739"/>
              <a:gd name="connsiteX123" fmla="*/ 5958523 w 12193149"/>
              <a:gd name="connsiteY123" fmla="*/ 2328024 h 2344739"/>
              <a:gd name="connsiteX124" fmla="*/ 5760067 w 12193149"/>
              <a:gd name="connsiteY124" fmla="*/ 2343716 h 2344739"/>
              <a:gd name="connsiteX125" fmla="*/ 5628108 w 12193149"/>
              <a:gd name="connsiteY125" fmla="*/ 2344739 h 2344739"/>
              <a:gd name="connsiteX126" fmla="*/ 5472054 w 12193149"/>
              <a:gd name="connsiteY126" fmla="*/ 2330719 h 2344739"/>
              <a:gd name="connsiteX127" fmla="*/ 5433909 w 12193149"/>
              <a:gd name="connsiteY127" fmla="*/ 2319466 h 2344739"/>
              <a:gd name="connsiteX128" fmla="*/ 5382817 w 12193149"/>
              <a:gd name="connsiteY128" fmla="*/ 2301764 h 2344739"/>
              <a:gd name="connsiteX129" fmla="*/ 5262912 w 12193149"/>
              <a:gd name="connsiteY129" fmla="*/ 2281347 h 2344739"/>
              <a:gd name="connsiteX130" fmla="*/ 5224109 w 12193149"/>
              <a:gd name="connsiteY130" fmla="*/ 2270223 h 2344739"/>
              <a:gd name="connsiteX131" fmla="*/ 5175808 w 12193149"/>
              <a:gd name="connsiteY131" fmla="*/ 2267233 h 2344739"/>
              <a:gd name="connsiteX132" fmla="*/ 5157702 w 12193149"/>
              <a:gd name="connsiteY132" fmla="*/ 2260010 h 2344739"/>
              <a:gd name="connsiteX133" fmla="*/ 5143747 w 12193149"/>
              <a:gd name="connsiteY133" fmla="*/ 2256610 h 2344739"/>
              <a:gd name="connsiteX134" fmla="*/ 5140744 w 12193149"/>
              <a:gd name="connsiteY134" fmla="*/ 2254509 h 2344739"/>
              <a:gd name="connsiteX135" fmla="*/ 5122807 w 12193149"/>
              <a:gd name="connsiteY135" fmla="*/ 2243656 h 2344739"/>
              <a:gd name="connsiteX136" fmla="*/ 5066938 w 12193149"/>
              <a:gd name="connsiteY136" fmla="*/ 2250227 h 2344739"/>
              <a:gd name="connsiteX137" fmla="*/ 5012662 w 12193149"/>
              <a:gd name="connsiteY137" fmla="*/ 2233846 h 2344739"/>
              <a:gd name="connsiteX138" fmla="*/ 4841589 w 12193149"/>
              <a:gd name="connsiteY138" fmla="*/ 2209829 h 2344739"/>
              <a:gd name="connsiteX139" fmla="*/ 4763595 w 12193149"/>
              <a:gd name="connsiteY139" fmla="*/ 2182061 h 2344739"/>
              <a:gd name="connsiteX140" fmla="*/ 4724334 w 12193149"/>
              <a:gd name="connsiteY140" fmla="*/ 2173047 h 2344739"/>
              <a:gd name="connsiteX141" fmla="*/ 4722324 w 12193149"/>
              <a:gd name="connsiteY141" fmla="*/ 2172298 h 2344739"/>
              <a:gd name="connsiteX142" fmla="*/ 4723259 w 12193149"/>
              <a:gd name="connsiteY142" fmla="*/ 2172087 h 2344739"/>
              <a:gd name="connsiteX143" fmla="*/ 4718350 w 12193149"/>
              <a:gd name="connsiteY143" fmla="*/ 2170817 h 2344739"/>
              <a:gd name="connsiteX144" fmla="*/ 4722324 w 12193149"/>
              <a:gd name="connsiteY144" fmla="*/ 2172298 h 2344739"/>
              <a:gd name="connsiteX145" fmla="*/ 4716674 w 12193149"/>
              <a:gd name="connsiteY145" fmla="*/ 2173573 h 2344739"/>
              <a:gd name="connsiteX146" fmla="*/ 4516962 w 12193149"/>
              <a:gd name="connsiteY146" fmla="*/ 2163671 h 2344739"/>
              <a:gd name="connsiteX147" fmla="*/ 4429691 w 12193149"/>
              <a:gd name="connsiteY147" fmla="*/ 2153020 h 2344739"/>
              <a:gd name="connsiteX148" fmla="*/ 4364023 w 12193149"/>
              <a:gd name="connsiteY148" fmla="*/ 2151674 h 2344739"/>
              <a:gd name="connsiteX149" fmla="*/ 4318114 w 12193149"/>
              <a:gd name="connsiteY149" fmla="*/ 2158289 h 2344739"/>
              <a:gd name="connsiteX150" fmla="*/ 4316258 w 12193149"/>
              <a:gd name="connsiteY150" fmla="*/ 2156948 h 2344739"/>
              <a:gd name="connsiteX151" fmla="*/ 4296292 w 12193149"/>
              <a:gd name="connsiteY151" fmla="*/ 2155069 h 2344739"/>
              <a:gd name="connsiteX152" fmla="*/ 4291212 w 12193149"/>
              <a:gd name="connsiteY152" fmla="*/ 2157986 h 2344739"/>
              <a:gd name="connsiteX153" fmla="*/ 4277290 w 12193149"/>
              <a:gd name="connsiteY153" fmla="*/ 2157740 h 2344739"/>
              <a:gd name="connsiteX154" fmla="*/ 4249265 w 12193149"/>
              <a:gd name="connsiteY154" fmla="*/ 2160064 h 2344739"/>
              <a:gd name="connsiteX155" fmla="*/ 4203199 w 12193149"/>
              <a:gd name="connsiteY155" fmla="*/ 2157269 h 2344739"/>
              <a:gd name="connsiteX156" fmla="*/ 4202893 w 12193149"/>
              <a:gd name="connsiteY156" fmla="*/ 2156010 h 2344739"/>
              <a:gd name="connsiteX157" fmla="*/ 4192396 w 12193149"/>
              <a:gd name="connsiteY157" fmla="*/ 2150376 h 2344739"/>
              <a:gd name="connsiteX158" fmla="*/ 4143893 w 12193149"/>
              <a:gd name="connsiteY158" fmla="*/ 2134511 h 2344739"/>
              <a:gd name="connsiteX159" fmla="*/ 4084245 w 12193149"/>
              <a:gd name="connsiteY159" fmla="*/ 2107978 h 2344739"/>
              <a:gd name="connsiteX160" fmla="*/ 4075694 w 12193149"/>
              <a:gd name="connsiteY160" fmla="*/ 2107143 h 2344739"/>
              <a:gd name="connsiteX161" fmla="*/ 4075575 w 12193149"/>
              <a:gd name="connsiteY161" fmla="*/ 2106844 h 2344739"/>
              <a:gd name="connsiteX162" fmla="*/ 4066658 w 12193149"/>
              <a:gd name="connsiteY162" fmla="*/ 2105400 h 2344739"/>
              <a:gd name="connsiteX163" fmla="*/ 4060102 w 12193149"/>
              <a:gd name="connsiteY163" fmla="*/ 2105618 h 2344739"/>
              <a:gd name="connsiteX164" fmla="*/ 4043512 w 12193149"/>
              <a:gd name="connsiteY164" fmla="*/ 2103997 h 2344739"/>
              <a:gd name="connsiteX165" fmla="*/ 4038145 w 12193149"/>
              <a:gd name="connsiteY165" fmla="*/ 2101563 h 2344739"/>
              <a:gd name="connsiteX166" fmla="*/ 4036511 w 12193149"/>
              <a:gd name="connsiteY166" fmla="*/ 2097896 h 2344739"/>
              <a:gd name="connsiteX167" fmla="*/ 4034926 w 12193149"/>
              <a:gd name="connsiteY167" fmla="*/ 2098131 h 2344739"/>
              <a:gd name="connsiteX168" fmla="*/ 4005686 w 12193149"/>
              <a:gd name="connsiteY168" fmla="*/ 2085563 h 2344739"/>
              <a:gd name="connsiteX169" fmla="*/ 3937994 w 12193149"/>
              <a:gd name="connsiteY169" fmla="*/ 2068106 h 2344739"/>
              <a:gd name="connsiteX170" fmla="*/ 3898423 w 12193149"/>
              <a:gd name="connsiteY170" fmla="*/ 2062451 h 2344739"/>
              <a:gd name="connsiteX171" fmla="*/ 3790908 w 12193149"/>
              <a:gd name="connsiteY171" fmla="*/ 2042213 h 2344739"/>
              <a:gd name="connsiteX172" fmla="*/ 3683661 w 12193149"/>
              <a:gd name="connsiteY172" fmla="*/ 2018290 h 2344739"/>
              <a:gd name="connsiteX173" fmla="*/ 3611183 w 12193149"/>
              <a:gd name="connsiteY173" fmla="*/ 1986019 h 2344739"/>
              <a:gd name="connsiteX174" fmla="*/ 3605003 w 12193149"/>
              <a:gd name="connsiteY174" fmla="*/ 1987381 h 2344739"/>
              <a:gd name="connsiteX175" fmla="*/ 3595884 w 12193149"/>
              <a:gd name="connsiteY175" fmla="*/ 1987545 h 2344739"/>
              <a:gd name="connsiteX176" fmla="*/ 3595649 w 12193149"/>
              <a:gd name="connsiteY176" fmla="*/ 1987276 h 2344739"/>
              <a:gd name="connsiteX177" fmla="*/ 3587126 w 12193149"/>
              <a:gd name="connsiteY177" fmla="*/ 1987966 h 2344739"/>
              <a:gd name="connsiteX178" fmla="*/ 3537283 w 12193149"/>
              <a:gd name="connsiteY178" fmla="*/ 1978267 h 2344739"/>
              <a:gd name="connsiteX179" fmla="*/ 3474371 w 12193149"/>
              <a:gd name="connsiteY179" fmla="*/ 1974606 h 2344739"/>
              <a:gd name="connsiteX180" fmla="*/ 3401876 w 12193149"/>
              <a:gd name="connsiteY180" fmla="*/ 1962558 h 2344739"/>
              <a:gd name="connsiteX181" fmla="*/ 3365036 w 12193149"/>
              <a:gd name="connsiteY181" fmla="*/ 1979510 h 2344739"/>
              <a:gd name="connsiteX182" fmla="*/ 3345174 w 12193149"/>
              <a:gd name="connsiteY182" fmla="*/ 1981192 h 2344739"/>
              <a:gd name="connsiteX183" fmla="*/ 3342846 w 12193149"/>
              <a:gd name="connsiteY183" fmla="*/ 1980217 h 2344739"/>
              <a:gd name="connsiteX184" fmla="*/ 3263504 w 12193149"/>
              <a:gd name="connsiteY184" fmla="*/ 1986094 h 2344739"/>
              <a:gd name="connsiteX185" fmla="*/ 3143704 w 12193149"/>
              <a:gd name="connsiteY185" fmla="*/ 1993869 h 2344739"/>
              <a:gd name="connsiteX186" fmla="*/ 3031439 w 12193149"/>
              <a:gd name="connsiteY186" fmla="*/ 1996512 h 2344739"/>
              <a:gd name="connsiteX187" fmla="*/ 2782717 w 12193149"/>
              <a:gd name="connsiteY187" fmla="*/ 2018333 h 2344739"/>
              <a:gd name="connsiteX188" fmla="*/ 2647675 w 12193149"/>
              <a:gd name="connsiteY188" fmla="*/ 2028869 h 2344739"/>
              <a:gd name="connsiteX189" fmla="*/ 2569176 w 12193149"/>
              <a:gd name="connsiteY189" fmla="*/ 2002628 h 2344739"/>
              <a:gd name="connsiteX190" fmla="*/ 2444403 w 12193149"/>
              <a:gd name="connsiteY190" fmla="*/ 2016529 h 2344739"/>
              <a:gd name="connsiteX191" fmla="*/ 2316260 w 12193149"/>
              <a:gd name="connsiteY191" fmla="*/ 2024996 h 2344739"/>
              <a:gd name="connsiteX192" fmla="*/ 2209726 w 12193149"/>
              <a:gd name="connsiteY192" fmla="*/ 2019763 h 2344739"/>
              <a:gd name="connsiteX193" fmla="*/ 2095813 w 12193149"/>
              <a:gd name="connsiteY193" fmla="*/ 2003052 h 2344739"/>
              <a:gd name="connsiteX194" fmla="*/ 1998504 w 12193149"/>
              <a:gd name="connsiteY194" fmla="*/ 1995032 h 2344739"/>
              <a:gd name="connsiteX195" fmla="*/ 1929320 w 12193149"/>
              <a:gd name="connsiteY195" fmla="*/ 2016977 h 2344739"/>
              <a:gd name="connsiteX196" fmla="*/ 1922798 w 12193149"/>
              <a:gd name="connsiteY196" fmla="*/ 2012146 h 2344739"/>
              <a:gd name="connsiteX197" fmla="*/ 1874228 w 12193149"/>
              <a:gd name="connsiteY197" fmla="*/ 2013741 h 2344739"/>
              <a:gd name="connsiteX198" fmla="*/ 1787803 w 12193149"/>
              <a:gd name="connsiteY198" fmla="*/ 2041363 h 2344739"/>
              <a:gd name="connsiteX199" fmla="*/ 1739352 w 12193149"/>
              <a:gd name="connsiteY199" fmla="*/ 2036312 h 2344739"/>
              <a:gd name="connsiteX200" fmla="*/ 1676219 w 12193149"/>
              <a:gd name="connsiteY200" fmla="*/ 2019963 h 2344739"/>
              <a:gd name="connsiteX201" fmla="*/ 1609817 w 12193149"/>
              <a:gd name="connsiteY201" fmla="*/ 2013066 h 2344739"/>
              <a:gd name="connsiteX202" fmla="*/ 1497258 w 12193149"/>
              <a:gd name="connsiteY202" fmla="*/ 1987476 h 2344739"/>
              <a:gd name="connsiteX203" fmla="*/ 1151127 w 12193149"/>
              <a:gd name="connsiteY203" fmla="*/ 1938041 h 2344739"/>
              <a:gd name="connsiteX204" fmla="*/ 859417 w 12193149"/>
              <a:gd name="connsiteY204" fmla="*/ 1928608 h 2344739"/>
              <a:gd name="connsiteX205" fmla="*/ 838688 w 12193149"/>
              <a:gd name="connsiteY205" fmla="*/ 1929821 h 2344739"/>
              <a:gd name="connsiteX206" fmla="*/ 817957 w 12193149"/>
              <a:gd name="connsiteY206" fmla="*/ 1927857 h 2344739"/>
              <a:gd name="connsiteX207" fmla="*/ 812654 w 12193149"/>
              <a:gd name="connsiteY207" fmla="*/ 1930751 h 2344739"/>
              <a:gd name="connsiteX208" fmla="*/ 721195 w 12193149"/>
              <a:gd name="connsiteY208" fmla="*/ 1929661 h 2344739"/>
              <a:gd name="connsiteX209" fmla="*/ 720890 w 12193149"/>
              <a:gd name="connsiteY209" fmla="*/ 1928399 h 2344739"/>
              <a:gd name="connsiteX210" fmla="*/ 710023 w 12193149"/>
              <a:gd name="connsiteY210" fmla="*/ 1922722 h 2344739"/>
              <a:gd name="connsiteX211" fmla="*/ 597940 w 12193149"/>
              <a:gd name="connsiteY211" fmla="*/ 1879864 h 2344739"/>
              <a:gd name="connsiteX212" fmla="*/ 579683 w 12193149"/>
              <a:gd name="connsiteY212" fmla="*/ 1877212 h 2344739"/>
              <a:gd name="connsiteX213" fmla="*/ 572865 w 12193149"/>
              <a:gd name="connsiteY213" fmla="*/ 1877401 h 2344739"/>
              <a:gd name="connsiteX214" fmla="*/ 446247 w 12193149"/>
              <a:gd name="connsiteY214" fmla="*/ 1839371 h 2344739"/>
              <a:gd name="connsiteX215" fmla="*/ 405163 w 12193149"/>
              <a:gd name="connsiteY215" fmla="*/ 1833548 h 2344739"/>
              <a:gd name="connsiteX216" fmla="*/ 293583 w 12193149"/>
              <a:gd name="connsiteY216" fmla="*/ 1812852 h 2344739"/>
              <a:gd name="connsiteX217" fmla="*/ 119529 w 12193149"/>
              <a:gd name="connsiteY217" fmla="*/ 1761047 h 2344739"/>
              <a:gd name="connsiteX218" fmla="*/ 16674 w 12193149"/>
              <a:gd name="connsiteY218" fmla="*/ 1758191 h 2344739"/>
              <a:gd name="connsiteX219" fmla="*/ 1150 w 12193149"/>
              <a:gd name="connsiteY219" fmla="*/ 1752722 h 2344739"/>
              <a:gd name="connsiteX220" fmla="*/ 1148 w 12193149"/>
              <a:gd name="connsiteY220" fmla="*/ 222213 h 2344739"/>
              <a:gd name="connsiteX221" fmla="*/ 1148 w 12193149"/>
              <a:gd name="connsiteY221"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56690 w 12193149"/>
              <a:gd name="connsiteY67" fmla="*/ 1903228 h 2344739"/>
              <a:gd name="connsiteX68" fmla="*/ 9054601 w 12193149"/>
              <a:gd name="connsiteY68" fmla="*/ 1910755 h 2344739"/>
              <a:gd name="connsiteX69" fmla="*/ 9006634 w 12193149"/>
              <a:gd name="connsiteY69" fmla="*/ 1914040 h 2344739"/>
              <a:gd name="connsiteX70" fmla="*/ 9006349 w 12193149"/>
              <a:gd name="connsiteY70" fmla="*/ 1913800 h 2344739"/>
              <a:gd name="connsiteX71" fmla="*/ 8997380 w 12193149"/>
              <a:gd name="connsiteY71" fmla="*/ 1915011 h 2344739"/>
              <a:gd name="connsiteX72" fmla="*/ 8991542 w 12193149"/>
              <a:gd name="connsiteY72" fmla="*/ 1917072 h 2344739"/>
              <a:gd name="connsiteX73" fmla="*/ 8975485 w 12193149"/>
              <a:gd name="connsiteY73" fmla="*/ 1920298 h 2344739"/>
              <a:gd name="connsiteX74" fmla="*/ 8969159 w 12193149"/>
              <a:gd name="connsiteY74" fmla="*/ 1919598 h 2344739"/>
              <a:gd name="connsiteX75" fmla="*/ 8964196 w 12193149"/>
              <a:gd name="connsiteY75" fmla="*/ 1917373 h 2344739"/>
              <a:gd name="connsiteX76" fmla="*/ 8930136 w 12193149"/>
              <a:gd name="connsiteY76" fmla="*/ 1914185 h 2344739"/>
              <a:gd name="connsiteX77" fmla="*/ 8753592 w 12193149"/>
              <a:gd name="connsiteY77" fmla="*/ 1933417 h 2344739"/>
              <a:gd name="connsiteX78" fmla="*/ 8708995 w 12193149"/>
              <a:gd name="connsiteY78" fmla="*/ 1935518 h 2344739"/>
              <a:gd name="connsiteX79" fmla="*/ 8597219 w 12193149"/>
              <a:gd name="connsiteY79" fmla="*/ 1944090 h 2344739"/>
              <a:gd name="connsiteX80" fmla="*/ 8526378 w 12193149"/>
              <a:gd name="connsiteY80" fmla="*/ 1929248 h 2344739"/>
              <a:gd name="connsiteX81" fmla="*/ 8512131 w 12193149"/>
              <a:gd name="connsiteY81" fmla="*/ 1935163 h 2344739"/>
              <a:gd name="connsiteX82" fmla="*/ 8507315 w 12193149"/>
              <a:gd name="connsiteY82" fmla="*/ 1938164 h 2344739"/>
              <a:gd name="connsiteX83" fmla="*/ 8499116 w 12193149"/>
              <a:gd name="connsiteY83" fmla="*/ 1940902 h 2344739"/>
              <a:gd name="connsiteX84" fmla="*/ 8498742 w 12193149"/>
              <a:gd name="connsiteY84" fmla="*/ 1940723 h 2344739"/>
              <a:gd name="connsiteX85" fmla="*/ 8491397 w 12193149"/>
              <a:gd name="connsiteY85" fmla="*/ 1943773 h 2344739"/>
              <a:gd name="connsiteX86" fmla="*/ 8368330 w 12193149"/>
              <a:gd name="connsiteY86" fmla="*/ 1957815 h 2344739"/>
              <a:gd name="connsiteX87" fmla="*/ 8354947 w 12193149"/>
              <a:gd name="connsiteY87" fmla="*/ 1958009 h 2344739"/>
              <a:gd name="connsiteX88" fmla="*/ 8321252 w 12193149"/>
              <a:gd name="connsiteY88" fmla="*/ 1974587 h 2344739"/>
              <a:gd name="connsiteX89" fmla="*/ 8315581 w 12193149"/>
              <a:gd name="connsiteY89" fmla="*/ 1974913 h 2344739"/>
              <a:gd name="connsiteX90" fmla="*/ 8296322 w 12193149"/>
              <a:gd name="connsiteY90" fmla="*/ 1988808 h 2344739"/>
              <a:gd name="connsiteX91" fmla="*/ 8285424 w 12193149"/>
              <a:gd name="connsiteY91" fmla="*/ 1994631 h 2344739"/>
              <a:gd name="connsiteX92" fmla="*/ 8284298 w 12193149"/>
              <a:gd name="connsiteY92" fmla="*/ 1999074 h 2344739"/>
              <a:gd name="connsiteX93" fmla="*/ 8267224 w 12193149"/>
              <a:gd name="connsiteY93" fmla="*/ 2006249 h 2344739"/>
              <a:gd name="connsiteX94" fmla="*/ 8264525 w 12193149"/>
              <a:gd name="connsiteY94" fmla="*/ 2006019 h 2344739"/>
              <a:gd name="connsiteX95" fmla="*/ 8253181 w 12193149"/>
              <a:gd name="connsiteY95" fmla="*/ 2015862 h 2344739"/>
              <a:gd name="connsiteX96" fmla="*/ 8246982 w 12193149"/>
              <a:gd name="connsiteY96" fmla="*/ 2028854 h 2344739"/>
              <a:gd name="connsiteX97" fmla="*/ 8091420 w 12193149"/>
              <a:gd name="connsiteY97" fmla="*/ 2075015 h 2344739"/>
              <a:gd name="connsiteX98" fmla="*/ 7906555 w 12193149"/>
              <a:gd name="connsiteY98" fmla="*/ 2116988 h 2344739"/>
              <a:gd name="connsiteX99" fmla="*/ 7719893 w 12193149"/>
              <a:gd name="connsiteY99" fmla="*/ 2142703 h 2344739"/>
              <a:gd name="connsiteX100" fmla="*/ 7615495 w 12193149"/>
              <a:gd name="connsiteY100" fmla="*/ 2139232 h 2344739"/>
              <a:gd name="connsiteX101" fmla="*/ 7528691 w 12193149"/>
              <a:gd name="connsiteY101" fmla="*/ 2145060 h 2344739"/>
              <a:gd name="connsiteX102" fmla="*/ 7520719 w 12193149"/>
              <a:gd name="connsiteY102" fmla="*/ 2147613 h 2344739"/>
              <a:gd name="connsiteX103" fmla="*/ 7508559 w 12193149"/>
              <a:gd name="connsiteY103" fmla="*/ 2148948 h 2344739"/>
              <a:gd name="connsiteX104" fmla="*/ 7508188 w 12193149"/>
              <a:gd name="connsiteY104" fmla="*/ 2148621 h 2344739"/>
              <a:gd name="connsiteX105" fmla="*/ 7496943 w 12193149"/>
              <a:gd name="connsiteY105" fmla="*/ 2150573 h 2344739"/>
              <a:gd name="connsiteX106" fmla="*/ 7406539 w 12193149"/>
              <a:gd name="connsiteY106" fmla="*/ 2142468 h 2344739"/>
              <a:gd name="connsiteX107" fmla="*/ 7219707 w 12193149"/>
              <a:gd name="connsiteY107" fmla="*/ 2156680 h 2344739"/>
              <a:gd name="connsiteX108" fmla="*/ 7202249 w 12193149"/>
              <a:gd name="connsiteY108" fmla="*/ 2161230 h 2344739"/>
              <a:gd name="connsiteX109" fmla="*/ 7198152 w 12193149"/>
              <a:gd name="connsiteY109" fmla="*/ 2166588 h 2344739"/>
              <a:gd name="connsiteX110" fmla="*/ 7171956 w 12193149"/>
              <a:gd name="connsiteY110" fmla="*/ 2171236 h 2344739"/>
              <a:gd name="connsiteX111" fmla="*/ 7098136 w 12193149"/>
              <a:gd name="connsiteY111" fmla="*/ 2183464 h 2344739"/>
              <a:gd name="connsiteX112" fmla="*/ 7019644 w 12193149"/>
              <a:gd name="connsiteY112" fmla="*/ 2183090 h 2344739"/>
              <a:gd name="connsiteX113" fmla="*/ 6905294 w 12193149"/>
              <a:gd name="connsiteY113" fmla="*/ 2212596 h 2344739"/>
              <a:gd name="connsiteX114" fmla="*/ 6709370 w 12193149"/>
              <a:gd name="connsiteY114" fmla="*/ 2240551 h 2344739"/>
              <a:gd name="connsiteX115" fmla="*/ 6550602 w 12193149"/>
              <a:gd name="connsiteY115" fmla="*/ 2269327 h 2344739"/>
              <a:gd name="connsiteX116" fmla="*/ 6318708 w 12193149"/>
              <a:gd name="connsiteY116" fmla="*/ 2316127 h 2344739"/>
              <a:gd name="connsiteX117" fmla="*/ 6169822 w 12193149"/>
              <a:gd name="connsiteY117" fmla="*/ 2318214 h 2344739"/>
              <a:gd name="connsiteX118" fmla="*/ 6074996 w 12193149"/>
              <a:gd name="connsiteY118" fmla="*/ 2338676 h 2344739"/>
              <a:gd name="connsiteX119" fmla="*/ 6069677 w 12193149"/>
              <a:gd name="connsiteY119" fmla="*/ 2337139 h 2344739"/>
              <a:gd name="connsiteX120" fmla="*/ 6049786 w 12193149"/>
              <a:gd name="connsiteY120" fmla="*/ 2337822 h 2344739"/>
              <a:gd name="connsiteX121" fmla="*/ 6042433 w 12193149"/>
              <a:gd name="connsiteY121" fmla="*/ 2329473 h 2344739"/>
              <a:gd name="connsiteX122" fmla="*/ 6011238 w 12193149"/>
              <a:gd name="connsiteY122" fmla="*/ 2324380 h 2344739"/>
              <a:gd name="connsiteX123" fmla="*/ 5958523 w 12193149"/>
              <a:gd name="connsiteY123" fmla="*/ 2328024 h 2344739"/>
              <a:gd name="connsiteX124" fmla="*/ 5760067 w 12193149"/>
              <a:gd name="connsiteY124" fmla="*/ 2343716 h 2344739"/>
              <a:gd name="connsiteX125" fmla="*/ 5628108 w 12193149"/>
              <a:gd name="connsiteY125" fmla="*/ 2344739 h 2344739"/>
              <a:gd name="connsiteX126" fmla="*/ 5472054 w 12193149"/>
              <a:gd name="connsiteY126" fmla="*/ 2330719 h 2344739"/>
              <a:gd name="connsiteX127" fmla="*/ 5433909 w 12193149"/>
              <a:gd name="connsiteY127" fmla="*/ 2319466 h 2344739"/>
              <a:gd name="connsiteX128" fmla="*/ 5382817 w 12193149"/>
              <a:gd name="connsiteY128" fmla="*/ 2301764 h 2344739"/>
              <a:gd name="connsiteX129" fmla="*/ 5262912 w 12193149"/>
              <a:gd name="connsiteY129" fmla="*/ 2281347 h 2344739"/>
              <a:gd name="connsiteX130" fmla="*/ 5224109 w 12193149"/>
              <a:gd name="connsiteY130" fmla="*/ 2270223 h 2344739"/>
              <a:gd name="connsiteX131" fmla="*/ 5175808 w 12193149"/>
              <a:gd name="connsiteY131" fmla="*/ 2267233 h 2344739"/>
              <a:gd name="connsiteX132" fmla="*/ 5157702 w 12193149"/>
              <a:gd name="connsiteY132" fmla="*/ 2260010 h 2344739"/>
              <a:gd name="connsiteX133" fmla="*/ 5143747 w 12193149"/>
              <a:gd name="connsiteY133" fmla="*/ 2256610 h 2344739"/>
              <a:gd name="connsiteX134" fmla="*/ 5140744 w 12193149"/>
              <a:gd name="connsiteY134" fmla="*/ 2254509 h 2344739"/>
              <a:gd name="connsiteX135" fmla="*/ 5122807 w 12193149"/>
              <a:gd name="connsiteY135" fmla="*/ 2243656 h 2344739"/>
              <a:gd name="connsiteX136" fmla="*/ 5066938 w 12193149"/>
              <a:gd name="connsiteY136" fmla="*/ 2250227 h 2344739"/>
              <a:gd name="connsiteX137" fmla="*/ 5012662 w 12193149"/>
              <a:gd name="connsiteY137" fmla="*/ 2233846 h 2344739"/>
              <a:gd name="connsiteX138" fmla="*/ 4841589 w 12193149"/>
              <a:gd name="connsiteY138" fmla="*/ 2209829 h 2344739"/>
              <a:gd name="connsiteX139" fmla="*/ 4763595 w 12193149"/>
              <a:gd name="connsiteY139" fmla="*/ 2182061 h 2344739"/>
              <a:gd name="connsiteX140" fmla="*/ 4724334 w 12193149"/>
              <a:gd name="connsiteY140" fmla="*/ 2173047 h 2344739"/>
              <a:gd name="connsiteX141" fmla="*/ 4722324 w 12193149"/>
              <a:gd name="connsiteY141" fmla="*/ 2172298 h 2344739"/>
              <a:gd name="connsiteX142" fmla="*/ 4723259 w 12193149"/>
              <a:gd name="connsiteY142" fmla="*/ 2172087 h 2344739"/>
              <a:gd name="connsiteX143" fmla="*/ 4718350 w 12193149"/>
              <a:gd name="connsiteY143" fmla="*/ 2170817 h 2344739"/>
              <a:gd name="connsiteX144" fmla="*/ 4722324 w 12193149"/>
              <a:gd name="connsiteY144" fmla="*/ 2172298 h 2344739"/>
              <a:gd name="connsiteX145" fmla="*/ 4716674 w 12193149"/>
              <a:gd name="connsiteY145" fmla="*/ 2173573 h 2344739"/>
              <a:gd name="connsiteX146" fmla="*/ 4516962 w 12193149"/>
              <a:gd name="connsiteY146" fmla="*/ 2163671 h 2344739"/>
              <a:gd name="connsiteX147" fmla="*/ 4429691 w 12193149"/>
              <a:gd name="connsiteY147" fmla="*/ 2153020 h 2344739"/>
              <a:gd name="connsiteX148" fmla="*/ 4364023 w 12193149"/>
              <a:gd name="connsiteY148" fmla="*/ 2151674 h 2344739"/>
              <a:gd name="connsiteX149" fmla="*/ 4318114 w 12193149"/>
              <a:gd name="connsiteY149" fmla="*/ 2158289 h 2344739"/>
              <a:gd name="connsiteX150" fmla="*/ 4316258 w 12193149"/>
              <a:gd name="connsiteY150" fmla="*/ 2156948 h 2344739"/>
              <a:gd name="connsiteX151" fmla="*/ 4296292 w 12193149"/>
              <a:gd name="connsiteY151" fmla="*/ 2155069 h 2344739"/>
              <a:gd name="connsiteX152" fmla="*/ 4291212 w 12193149"/>
              <a:gd name="connsiteY152" fmla="*/ 2157986 h 2344739"/>
              <a:gd name="connsiteX153" fmla="*/ 4277290 w 12193149"/>
              <a:gd name="connsiteY153" fmla="*/ 2157740 h 2344739"/>
              <a:gd name="connsiteX154" fmla="*/ 4249265 w 12193149"/>
              <a:gd name="connsiteY154" fmla="*/ 2160064 h 2344739"/>
              <a:gd name="connsiteX155" fmla="*/ 4203199 w 12193149"/>
              <a:gd name="connsiteY155" fmla="*/ 2157269 h 2344739"/>
              <a:gd name="connsiteX156" fmla="*/ 4202893 w 12193149"/>
              <a:gd name="connsiteY156" fmla="*/ 2156010 h 2344739"/>
              <a:gd name="connsiteX157" fmla="*/ 4192396 w 12193149"/>
              <a:gd name="connsiteY157" fmla="*/ 2150376 h 2344739"/>
              <a:gd name="connsiteX158" fmla="*/ 4143893 w 12193149"/>
              <a:gd name="connsiteY158" fmla="*/ 2134511 h 2344739"/>
              <a:gd name="connsiteX159" fmla="*/ 4084245 w 12193149"/>
              <a:gd name="connsiteY159" fmla="*/ 2107978 h 2344739"/>
              <a:gd name="connsiteX160" fmla="*/ 4075694 w 12193149"/>
              <a:gd name="connsiteY160" fmla="*/ 2107143 h 2344739"/>
              <a:gd name="connsiteX161" fmla="*/ 4075575 w 12193149"/>
              <a:gd name="connsiteY161" fmla="*/ 2106844 h 2344739"/>
              <a:gd name="connsiteX162" fmla="*/ 4066658 w 12193149"/>
              <a:gd name="connsiteY162" fmla="*/ 2105400 h 2344739"/>
              <a:gd name="connsiteX163" fmla="*/ 4060102 w 12193149"/>
              <a:gd name="connsiteY163" fmla="*/ 2105618 h 2344739"/>
              <a:gd name="connsiteX164" fmla="*/ 4043512 w 12193149"/>
              <a:gd name="connsiteY164" fmla="*/ 2103997 h 2344739"/>
              <a:gd name="connsiteX165" fmla="*/ 4038145 w 12193149"/>
              <a:gd name="connsiteY165" fmla="*/ 2101563 h 2344739"/>
              <a:gd name="connsiteX166" fmla="*/ 4036511 w 12193149"/>
              <a:gd name="connsiteY166" fmla="*/ 2097896 h 2344739"/>
              <a:gd name="connsiteX167" fmla="*/ 4034926 w 12193149"/>
              <a:gd name="connsiteY167" fmla="*/ 2098131 h 2344739"/>
              <a:gd name="connsiteX168" fmla="*/ 4005686 w 12193149"/>
              <a:gd name="connsiteY168" fmla="*/ 2085563 h 2344739"/>
              <a:gd name="connsiteX169" fmla="*/ 3937994 w 12193149"/>
              <a:gd name="connsiteY169" fmla="*/ 2068106 h 2344739"/>
              <a:gd name="connsiteX170" fmla="*/ 3898423 w 12193149"/>
              <a:gd name="connsiteY170" fmla="*/ 2062451 h 2344739"/>
              <a:gd name="connsiteX171" fmla="*/ 3790908 w 12193149"/>
              <a:gd name="connsiteY171" fmla="*/ 2042213 h 2344739"/>
              <a:gd name="connsiteX172" fmla="*/ 3683661 w 12193149"/>
              <a:gd name="connsiteY172" fmla="*/ 2018290 h 2344739"/>
              <a:gd name="connsiteX173" fmla="*/ 3611183 w 12193149"/>
              <a:gd name="connsiteY173" fmla="*/ 1986019 h 2344739"/>
              <a:gd name="connsiteX174" fmla="*/ 3605003 w 12193149"/>
              <a:gd name="connsiteY174" fmla="*/ 1987381 h 2344739"/>
              <a:gd name="connsiteX175" fmla="*/ 3595884 w 12193149"/>
              <a:gd name="connsiteY175" fmla="*/ 1987545 h 2344739"/>
              <a:gd name="connsiteX176" fmla="*/ 3595649 w 12193149"/>
              <a:gd name="connsiteY176" fmla="*/ 1987276 h 2344739"/>
              <a:gd name="connsiteX177" fmla="*/ 3587126 w 12193149"/>
              <a:gd name="connsiteY177" fmla="*/ 1987966 h 2344739"/>
              <a:gd name="connsiteX178" fmla="*/ 3537283 w 12193149"/>
              <a:gd name="connsiteY178" fmla="*/ 1978267 h 2344739"/>
              <a:gd name="connsiteX179" fmla="*/ 3474371 w 12193149"/>
              <a:gd name="connsiteY179" fmla="*/ 1974606 h 2344739"/>
              <a:gd name="connsiteX180" fmla="*/ 3401876 w 12193149"/>
              <a:gd name="connsiteY180" fmla="*/ 1962558 h 2344739"/>
              <a:gd name="connsiteX181" fmla="*/ 3365036 w 12193149"/>
              <a:gd name="connsiteY181" fmla="*/ 1979510 h 2344739"/>
              <a:gd name="connsiteX182" fmla="*/ 3345174 w 12193149"/>
              <a:gd name="connsiteY182" fmla="*/ 1981192 h 2344739"/>
              <a:gd name="connsiteX183" fmla="*/ 3342846 w 12193149"/>
              <a:gd name="connsiteY183" fmla="*/ 1980217 h 2344739"/>
              <a:gd name="connsiteX184" fmla="*/ 3263504 w 12193149"/>
              <a:gd name="connsiteY184" fmla="*/ 1986094 h 2344739"/>
              <a:gd name="connsiteX185" fmla="*/ 3143704 w 12193149"/>
              <a:gd name="connsiteY185" fmla="*/ 1993869 h 2344739"/>
              <a:gd name="connsiteX186" fmla="*/ 3031439 w 12193149"/>
              <a:gd name="connsiteY186" fmla="*/ 1996512 h 2344739"/>
              <a:gd name="connsiteX187" fmla="*/ 2782717 w 12193149"/>
              <a:gd name="connsiteY187" fmla="*/ 2018333 h 2344739"/>
              <a:gd name="connsiteX188" fmla="*/ 2647675 w 12193149"/>
              <a:gd name="connsiteY188" fmla="*/ 2028869 h 2344739"/>
              <a:gd name="connsiteX189" fmla="*/ 2569176 w 12193149"/>
              <a:gd name="connsiteY189" fmla="*/ 2002628 h 2344739"/>
              <a:gd name="connsiteX190" fmla="*/ 2444403 w 12193149"/>
              <a:gd name="connsiteY190" fmla="*/ 2016529 h 2344739"/>
              <a:gd name="connsiteX191" fmla="*/ 2316260 w 12193149"/>
              <a:gd name="connsiteY191" fmla="*/ 2024996 h 2344739"/>
              <a:gd name="connsiteX192" fmla="*/ 2209726 w 12193149"/>
              <a:gd name="connsiteY192" fmla="*/ 2019763 h 2344739"/>
              <a:gd name="connsiteX193" fmla="*/ 2095813 w 12193149"/>
              <a:gd name="connsiteY193" fmla="*/ 2003052 h 2344739"/>
              <a:gd name="connsiteX194" fmla="*/ 1998504 w 12193149"/>
              <a:gd name="connsiteY194" fmla="*/ 1995032 h 2344739"/>
              <a:gd name="connsiteX195" fmla="*/ 1929320 w 12193149"/>
              <a:gd name="connsiteY195" fmla="*/ 2016977 h 2344739"/>
              <a:gd name="connsiteX196" fmla="*/ 1922798 w 12193149"/>
              <a:gd name="connsiteY196" fmla="*/ 2012146 h 2344739"/>
              <a:gd name="connsiteX197" fmla="*/ 1874228 w 12193149"/>
              <a:gd name="connsiteY197" fmla="*/ 2013741 h 2344739"/>
              <a:gd name="connsiteX198" fmla="*/ 1787803 w 12193149"/>
              <a:gd name="connsiteY198" fmla="*/ 2041363 h 2344739"/>
              <a:gd name="connsiteX199" fmla="*/ 1739352 w 12193149"/>
              <a:gd name="connsiteY199" fmla="*/ 2036312 h 2344739"/>
              <a:gd name="connsiteX200" fmla="*/ 1676219 w 12193149"/>
              <a:gd name="connsiteY200" fmla="*/ 2019963 h 2344739"/>
              <a:gd name="connsiteX201" fmla="*/ 1609817 w 12193149"/>
              <a:gd name="connsiteY201" fmla="*/ 2013066 h 2344739"/>
              <a:gd name="connsiteX202" fmla="*/ 1497258 w 12193149"/>
              <a:gd name="connsiteY202" fmla="*/ 1987476 h 2344739"/>
              <a:gd name="connsiteX203" fmla="*/ 1151127 w 12193149"/>
              <a:gd name="connsiteY203" fmla="*/ 1938041 h 2344739"/>
              <a:gd name="connsiteX204" fmla="*/ 859417 w 12193149"/>
              <a:gd name="connsiteY204" fmla="*/ 1928608 h 2344739"/>
              <a:gd name="connsiteX205" fmla="*/ 838688 w 12193149"/>
              <a:gd name="connsiteY205" fmla="*/ 1929821 h 2344739"/>
              <a:gd name="connsiteX206" fmla="*/ 817957 w 12193149"/>
              <a:gd name="connsiteY206" fmla="*/ 1927857 h 2344739"/>
              <a:gd name="connsiteX207" fmla="*/ 812654 w 12193149"/>
              <a:gd name="connsiteY207" fmla="*/ 1930751 h 2344739"/>
              <a:gd name="connsiteX208" fmla="*/ 721195 w 12193149"/>
              <a:gd name="connsiteY208" fmla="*/ 1929661 h 2344739"/>
              <a:gd name="connsiteX209" fmla="*/ 720890 w 12193149"/>
              <a:gd name="connsiteY209" fmla="*/ 1928399 h 2344739"/>
              <a:gd name="connsiteX210" fmla="*/ 710023 w 12193149"/>
              <a:gd name="connsiteY210" fmla="*/ 1922722 h 2344739"/>
              <a:gd name="connsiteX211" fmla="*/ 597940 w 12193149"/>
              <a:gd name="connsiteY211" fmla="*/ 1879864 h 2344739"/>
              <a:gd name="connsiteX212" fmla="*/ 579683 w 12193149"/>
              <a:gd name="connsiteY212" fmla="*/ 1877212 h 2344739"/>
              <a:gd name="connsiteX213" fmla="*/ 572865 w 12193149"/>
              <a:gd name="connsiteY213" fmla="*/ 1877401 h 2344739"/>
              <a:gd name="connsiteX214" fmla="*/ 446247 w 12193149"/>
              <a:gd name="connsiteY214" fmla="*/ 1839371 h 2344739"/>
              <a:gd name="connsiteX215" fmla="*/ 405163 w 12193149"/>
              <a:gd name="connsiteY215" fmla="*/ 1833548 h 2344739"/>
              <a:gd name="connsiteX216" fmla="*/ 293583 w 12193149"/>
              <a:gd name="connsiteY216" fmla="*/ 1812852 h 2344739"/>
              <a:gd name="connsiteX217" fmla="*/ 119529 w 12193149"/>
              <a:gd name="connsiteY217" fmla="*/ 1761047 h 2344739"/>
              <a:gd name="connsiteX218" fmla="*/ 16674 w 12193149"/>
              <a:gd name="connsiteY218" fmla="*/ 1758191 h 2344739"/>
              <a:gd name="connsiteX219" fmla="*/ 1150 w 12193149"/>
              <a:gd name="connsiteY219" fmla="*/ 1752722 h 2344739"/>
              <a:gd name="connsiteX220" fmla="*/ 1148 w 12193149"/>
              <a:gd name="connsiteY220" fmla="*/ 222213 h 2344739"/>
              <a:gd name="connsiteX221" fmla="*/ 1148 w 12193149"/>
              <a:gd name="connsiteY221"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38590 w 12193149"/>
              <a:gd name="connsiteY65" fmla="*/ 1869293 h 2344739"/>
              <a:gd name="connsiteX66" fmla="*/ 9232518 w 12193149"/>
              <a:gd name="connsiteY66" fmla="*/ 1893149 h 2344739"/>
              <a:gd name="connsiteX67" fmla="*/ 9156690 w 12193149"/>
              <a:gd name="connsiteY67" fmla="*/ 1903228 h 2344739"/>
              <a:gd name="connsiteX68" fmla="*/ 9054601 w 12193149"/>
              <a:gd name="connsiteY68" fmla="*/ 1910755 h 2344739"/>
              <a:gd name="connsiteX69" fmla="*/ 9006634 w 12193149"/>
              <a:gd name="connsiteY69" fmla="*/ 1914040 h 2344739"/>
              <a:gd name="connsiteX70" fmla="*/ 9006349 w 12193149"/>
              <a:gd name="connsiteY70" fmla="*/ 1913800 h 2344739"/>
              <a:gd name="connsiteX71" fmla="*/ 8997380 w 12193149"/>
              <a:gd name="connsiteY71" fmla="*/ 1915011 h 2344739"/>
              <a:gd name="connsiteX72" fmla="*/ 8991542 w 12193149"/>
              <a:gd name="connsiteY72" fmla="*/ 1917072 h 2344739"/>
              <a:gd name="connsiteX73" fmla="*/ 8975485 w 12193149"/>
              <a:gd name="connsiteY73" fmla="*/ 1920298 h 2344739"/>
              <a:gd name="connsiteX74" fmla="*/ 8969159 w 12193149"/>
              <a:gd name="connsiteY74" fmla="*/ 1919598 h 2344739"/>
              <a:gd name="connsiteX75" fmla="*/ 8964196 w 12193149"/>
              <a:gd name="connsiteY75" fmla="*/ 1917373 h 2344739"/>
              <a:gd name="connsiteX76" fmla="*/ 8930136 w 12193149"/>
              <a:gd name="connsiteY76" fmla="*/ 1914185 h 2344739"/>
              <a:gd name="connsiteX77" fmla="*/ 8753592 w 12193149"/>
              <a:gd name="connsiteY77" fmla="*/ 1933417 h 2344739"/>
              <a:gd name="connsiteX78" fmla="*/ 8708995 w 12193149"/>
              <a:gd name="connsiteY78" fmla="*/ 1935518 h 2344739"/>
              <a:gd name="connsiteX79" fmla="*/ 8597219 w 12193149"/>
              <a:gd name="connsiteY79" fmla="*/ 1944090 h 2344739"/>
              <a:gd name="connsiteX80" fmla="*/ 8526378 w 12193149"/>
              <a:gd name="connsiteY80" fmla="*/ 1929248 h 2344739"/>
              <a:gd name="connsiteX81" fmla="*/ 8512131 w 12193149"/>
              <a:gd name="connsiteY81" fmla="*/ 1935163 h 2344739"/>
              <a:gd name="connsiteX82" fmla="*/ 8507315 w 12193149"/>
              <a:gd name="connsiteY82" fmla="*/ 1938164 h 2344739"/>
              <a:gd name="connsiteX83" fmla="*/ 8499116 w 12193149"/>
              <a:gd name="connsiteY83" fmla="*/ 1940902 h 2344739"/>
              <a:gd name="connsiteX84" fmla="*/ 8498742 w 12193149"/>
              <a:gd name="connsiteY84" fmla="*/ 1940723 h 2344739"/>
              <a:gd name="connsiteX85" fmla="*/ 8491397 w 12193149"/>
              <a:gd name="connsiteY85" fmla="*/ 1943773 h 2344739"/>
              <a:gd name="connsiteX86" fmla="*/ 8368330 w 12193149"/>
              <a:gd name="connsiteY86" fmla="*/ 1957815 h 2344739"/>
              <a:gd name="connsiteX87" fmla="*/ 8354947 w 12193149"/>
              <a:gd name="connsiteY87" fmla="*/ 1958009 h 2344739"/>
              <a:gd name="connsiteX88" fmla="*/ 8321252 w 12193149"/>
              <a:gd name="connsiteY88" fmla="*/ 1974587 h 2344739"/>
              <a:gd name="connsiteX89" fmla="*/ 8315581 w 12193149"/>
              <a:gd name="connsiteY89" fmla="*/ 1974913 h 2344739"/>
              <a:gd name="connsiteX90" fmla="*/ 8296322 w 12193149"/>
              <a:gd name="connsiteY90" fmla="*/ 1988808 h 2344739"/>
              <a:gd name="connsiteX91" fmla="*/ 8285424 w 12193149"/>
              <a:gd name="connsiteY91" fmla="*/ 1994631 h 2344739"/>
              <a:gd name="connsiteX92" fmla="*/ 8284298 w 12193149"/>
              <a:gd name="connsiteY92" fmla="*/ 1999074 h 2344739"/>
              <a:gd name="connsiteX93" fmla="*/ 8267224 w 12193149"/>
              <a:gd name="connsiteY93" fmla="*/ 2006249 h 2344739"/>
              <a:gd name="connsiteX94" fmla="*/ 8264525 w 12193149"/>
              <a:gd name="connsiteY94" fmla="*/ 2006019 h 2344739"/>
              <a:gd name="connsiteX95" fmla="*/ 8253181 w 12193149"/>
              <a:gd name="connsiteY95" fmla="*/ 2015862 h 2344739"/>
              <a:gd name="connsiteX96" fmla="*/ 8246982 w 12193149"/>
              <a:gd name="connsiteY96" fmla="*/ 2028854 h 2344739"/>
              <a:gd name="connsiteX97" fmla="*/ 8091420 w 12193149"/>
              <a:gd name="connsiteY97" fmla="*/ 2075015 h 2344739"/>
              <a:gd name="connsiteX98" fmla="*/ 7906555 w 12193149"/>
              <a:gd name="connsiteY98" fmla="*/ 2116988 h 2344739"/>
              <a:gd name="connsiteX99" fmla="*/ 7719893 w 12193149"/>
              <a:gd name="connsiteY99" fmla="*/ 2142703 h 2344739"/>
              <a:gd name="connsiteX100" fmla="*/ 7615495 w 12193149"/>
              <a:gd name="connsiteY100" fmla="*/ 2139232 h 2344739"/>
              <a:gd name="connsiteX101" fmla="*/ 7528691 w 12193149"/>
              <a:gd name="connsiteY101" fmla="*/ 2145060 h 2344739"/>
              <a:gd name="connsiteX102" fmla="*/ 7520719 w 12193149"/>
              <a:gd name="connsiteY102" fmla="*/ 2147613 h 2344739"/>
              <a:gd name="connsiteX103" fmla="*/ 7508559 w 12193149"/>
              <a:gd name="connsiteY103" fmla="*/ 2148948 h 2344739"/>
              <a:gd name="connsiteX104" fmla="*/ 7508188 w 12193149"/>
              <a:gd name="connsiteY104" fmla="*/ 2148621 h 2344739"/>
              <a:gd name="connsiteX105" fmla="*/ 7496943 w 12193149"/>
              <a:gd name="connsiteY105" fmla="*/ 2150573 h 2344739"/>
              <a:gd name="connsiteX106" fmla="*/ 7406539 w 12193149"/>
              <a:gd name="connsiteY106" fmla="*/ 2142468 h 2344739"/>
              <a:gd name="connsiteX107" fmla="*/ 7219707 w 12193149"/>
              <a:gd name="connsiteY107" fmla="*/ 2156680 h 2344739"/>
              <a:gd name="connsiteX108" fmla="*/ 7202249 w 12193149"/>
              <a:gd name="connsiteY108" fmla="*/ 2161230 h 2344739"/>
              <a:gd name="connsiteX109" fmla="*/ 7198152 w 12193149"/>
              <a:gd name="connsiteY109" fmla="*/ 2166588 h 2344739"/>
              <a:gd name="connsiteX110" fmla="*/ 7171956 w 12193149"/>
              <a:gd name="connsiteY110" fmla="*/ 2171236 h 2344739"/>
              <a:gd name="connsiteX111" fmla="*/ 7098136 w 12193149"/>
              <a:gd name="connsiteY111" fmla="*/ 2183464 h 2344739"/>
              <a:gd name="connsiteX112" fmla="*/ 7019644 w 12193149"/>
              <a:gd name="connsiteY112" fmla="*/ 2183090 h 2344739"/>
              <a:gd name="connsiteX113" fmla="*/ 6905294 w 12193149"/>
              <a:gd name="connsiteY113" fmla="*/ 2212596 h 2344739"/>
              <a:gd name="connsiteX114" fmla="*/ 6709370 w 12193149"/>
              <a:gd name="connsiteY114" fmla="*/ 2240551 h 2344739"/>
              <a:gd name="connsiteX115" fmla="*/ 6550602 w 12193149"/>
              <a:gd name="connsiteY115" fmla="*/ 2269327 h 2344739"/>
              <a:gd name="connsiteX116" fmla="*/ 6318708 w 12193149"/>
              <a:gd name="connsiteY116" fmla="*/ 2316127 h 2344739"/>
              <a:gd name="connsiteX117" fmla="*/ 6169822 w 12193149"/>
              <a:gd name="connsiteY117" fmla="*/ 2318214 h 2344739"/>
              <a:gd name="connsiteX118" fmla="*/ 6074996 w 12193149"/>
              <a:gd name="connsiteY118" fmla="*/ 2338676 h 2344739"/>
              <a:gd name="connsiteX119" fmla="*/ 6069677 w 12193149"/>
              <a:gd name="connsiteY119" fmla="*/ 2337139 h 2344739"/>
              <a:gd name="connsiteX120" fmla="*/ 6049786 w 12193149"/>
              <a:gd name="connsiteY120" fmla="*/ 2337822 h 2344739"/>
              <a:gd name="connsiteX121" fmla="*/ 6042433 w 12193149"/>
              <a:gd name="connsiteY121" fmla="*/ 2329473 h 2344739"/>
              <a:gd name="connsiteX122" fmla="*/ 6011238 w 12193149"/>
              <a:gd name="connsiteY122" fmla="*/ 2324380 h 2344739"/>
              <a:gd name="connsiteX123" fmla="*/ 5958523 w 12193149"/>
              <a:gd name="connsiteY123" fmla="*/ 2328024 h 2344739"/>
              <a:gd name="connsiteX124" fmla="*/ 5760067 w 12193149"/>
              <a:gd name="connsiteY124" fmla="*/ 2343716 h 2344739"/>
              <a:gd name="connsiteX125" fmla="*/ 5628108 w 12193149"/>
              <a:gd name="connsiteY125" fmla="*/ 2344739 h 2344739"/>
              <a:gd name="connsiteX126" fmla="*/ 5472054 w 12193149"/>
              <a:gd name="connsiteY126" fmla="*/ 2330719 h 2344739"/>
              <a:gd name="connsiteX127" fmla="*/ 5433909 w 12193149"/>
              <a:gd name="connsiteY127" fmla="*/ 2319466 h 2344739"/>
              <a:gd name="connsiteX128" fmla="*/ 5382817 w 12193149"/>
              <a:gd name="connsiteY128" fmla="*/ 2301764 h 2344739"/>
              <a:gd name="connsiteX129" fmla="*/ 5262912 w 12193149"/>
              <a:gd name="connsiteY129" fmla="*/ 2281347 h 2344739"/>
              <a:gd name="connsiteX130" fmla="*/ 5224109 w 12193149"/>
              <a:gd name="connsiteY130" fmla="*/ 2270223 h 2344739"/>
              <a:gd name="connsiteX131" fmla="*/ 5175808 w 12193149"/>
              <a:gd name="connsiteY131" fmla="*/ 2267233 h 2344739"/>
              <a:gd name="connsiteX132" fmla="*/ 5157702 w 12193149"/>
              <a:gd name="connsiteY132" fmla="*/ 2260010 h 2344739"/>
              <a:gd name="connsiteX133" fmla="*/ 5143747 w 12193149"/>
              <a:gd name="connsiteY133" fmla="*/ 2256610 h 2344739"/>
              <a:gd name="connsiteX134" fmla="*/ 5140744 w 12193149"/>
              <a:gd name="connsiteY134" fmla="*/ 2254509 h 2344739"/>
              <a:gd name="connsiteX135" fmla="*/ 5122807 w 12193149"/>
              <a:gd name="connsiteY135" fmla="*/ 2243656 h 2344739"/>
              <a:gd name="connsiteX136" fmla="*/ 5066938 w 12193149"/>
              <a:gd name="connsiteY136" fmla="*/ 2250227 h 2344739"/>
              <a:gd name="connsiteX137" fmla="*/ 5012662 w 12193149"/>
              <a:gd name="connsiteY137" fmla="*/ 2233846 h 2344739"/>
              <a:gd name="connsiteX138" fmla="*/ 4841589 w 12193149"/>
              <a:gd name="connsiteY138" fmla="*/ 2209829 h 2344739"/>
              <a:gd name="connsiteX139" fmla="*/ 4763595 w 12193149"/>
              <a:gd name="connsiteY139" fmla="*/ 2182061 h 2344739"/>
              <a:gd name="connsiteX140" fmla="*/ 4724334 w 12193149"/>
              <a:gd name="connsiteY140" fmla="*/ 2173047 h 2344739"/>
              <a:gd name="connsiteX141" fmla="*/ 4722324 w 12193149"/>
              <a:gd name="connsiteY141" fmla="*/ 2172298 h 2344739"/>
              <a:gd name="connsiteX142" fmla="*/ 4723259 w 12193149"/>
              <a:gd name="connsiteY142" fmla="*/ 2172087 h 2344739"/>
              <a:gd name="connsiteX143" fmla="*/ 4718350 w 12193149"/>
              <a:gd name="connsiteY143" fmla="*/ 2170817 h 2344739"/>
              <a:gd name="connsiteX144" fmla="*/ 4722324 w 12193149"/>
              <a:gd name="connsiteY144" fmla="*/ 2172298 h 2344739"/>
              <a:gd name="connsiteX145" fmla="*/ 4716674 w 12193149"/>
              <a:gd name="connsiteY145" fmla="*/ 2173573 h 2344739"/>
              <a:gd name="connsiteX146" fmla="*/ 4516962 w 12193149"/>
              <a:gd name="connsiteY146" fmla="*/ 2163671 h 2344739"/>
              <a:gd name="connsiteX147" fmla="*/ 4429691 w 12193149"/>
              <a:gd name="connsiteY147" fmla="*/ 2153020 h 2344739"/>
              <a:gd name="connsiteX148" fmla="*/ 4364023 w 12193149"/>
              <a:gd name="connsiteY148" fmla="*/ 2151674 h 2344739"/>
              <a:gd name="connsiteX149" fmla="*/ 4318114 w 12193149"/>
              <a:gd name="connsiteY149" fmla="*/ 2158289 h 2344739"/>
              <a:gd name="connsiteX150" fmla="*/ 4316258 w 12193149"/>
              <a:gd name="connsiteY150" fmla="*/ 2156948 h 2344739"/>
              <a:gd name="connsiteX151" fmla="*/ 4296292 w 12193149"/>
              <a:gd name="connsiteY151" fmla="*/ 2155069 h 2344739"/>
              <a:gd name="connsiteX152" fmla="*/ 4291212 w 12193149"/>
              <a:gd name="connsiteY152" fmla="*/ 2157986 h 2344739"/>
              <a:gd name="connsiteX153" fmla="*/ 4277290 w 12193149"/>
              <a:gd name="connsiteY153" fmla="*/ 2157740 h 2344739"/>
              <a:gd name="connsiteX154" fmla="*/ 4249265 w 12193149"/>
              <a:gd name="connsiteY154" fmla="*/ 2160064 h 2344739"/>
              <a:gd name="connsiteX155" fmla="*/ 4203199 w 12193149"/>
              <a:gd name="connsiteY155" fmla="*/ 2157269 h 2344739"/>
              <a:gd name="connsiteX156" fmla="*/ 4202893 w 12193149"/>
              <a:gd name="connsiteY156" fmla="*/ 2156010 h 2344739"/>
              <a:gd name="connsiteX157" fmla="*/ 4192396 w 12193149"/>
              <a:gd name="connsiteY157" fmla="*/ 2150376 h 2344739"/>
              <a:gd name="connsiteX158" fmla="*/ 4143893 w 12193149"/>
              <a:gd name="connsiteY158" fmla="*/ 2134511 h 2344739"/>
              <a:gd name="connsiteX159" fmla="*/ 4084245 w 12193149"/>
              <a:gd name="connsiteY159" fmla="*/ 2107978 h 2344739"/>
              <a:gd name="connsiteX160" fmla="*/ 4075694 w 12193149"/>
              <a:gd name="connsiteY160" fmla="*/ 2107143 h 2344739"/>
              <a:gd name="connsiteX161" fmla="*/ 4075575 w 12193149"/>
              <a:gd name="connsiteY161" fmla="*/ 2106844 h 2344739"/>
              <a:gd name="connsiteX162" fmla="*/ 4066658 w 12193149"/>
              <a:gd name="connsiteY162" fmla="*/ 2105400 h 2344739"/>
              <a:gd name="connsiteX163" fmla="*/ 4060102 w 12193149"/>
              <a:gd name="connsiteY163" fmla="*/ 2105618 h 2344739"/>
              <a:gd name="connsiteX164" fmla="*/ 4043512 w 12193149"/>
              <a:gd name="connsiteY164" fmla="*/ 2103997 h 2344739"/>
              <a:gd name="connsiteX165" fmla="*/ 4038145 w 12193149"/>
              <a:gd name="connsiteY165" fmla="*/ 2101563 h 2344739"/>
              <a:gd name="connsiteX166" fmla="*/ 4036511 w 12193149"/>
              <a:gd name="connsiteY166" fmla="*/ 2097896 h 2344739"/>
              <a:gd name="connsiteX167" fmla="*/ 4034926 w 12193149"/>
              <a:gd name="connsiteY167" fmla="*/ 2098131 h 2344739"/>
              <a:gd name="connsiteX168" fmla="*/ 4005686 w 12193149"/>
              <a:gd name="connsiteY168" fmla="*/ 2085563 h 2344739"/>
              <a:gd name="connsiteX169" fmla="*/ 3937994 w 12193149"/>
              <a:gd name="connsiteY169" fmla="*/ 2068106 h 2344739"/>
              <a:gd name="connsiteX170" fmla="*/ 3898423 w 12193149"/>
              <a:gd name="connsiteY170" fmla="*/ 2062451 h 2344739"/>
              <a:gd name="connsiteX171" fmla="*/ 3790908 w 12193149"/>
              <a:gd name="connsiteY171" fmla="*/ 2042213 h 2344739"/>
              <a:gd name="connsiteX172" fmla="*/ 3683661 w 12193149"/>
              <a:gd name="connsiteY172" fmla="*/ 2018290 h 2344739"/>
              <a:gd name="connsiteX173" fmla="*/ 3611183 w 12193149"/>
              <a:gd name="connsiteY173" fmla="*/ 1986019 h 2344739"/>
              <a:gd name="connsiteX174" fmla="*/ 3605003 w 12193149"/>
              <a:gd name="connsiteY174" fmla="*/ 1987381 h 2344739"/>
              <a:gd name="connsiteX175" fmla="*/ 3595884 w 12193149"/>
              <a:gd name="connsiteY175" fmla="*/ 1987545 h 2344739"/>
              <a:gd name="connsiteX176" fmla="*/ 3595649 w 12193149"/>
              <a:gd name="connsiteY176" fmla="*/ 1987276 h 2344739"/>
              <a:gd name="connsiteX177" fmla="*/ 3587126 w 12193149"/>
              <a:gd name="connsiteY177" fmla="*/ 1987966 h 2344739"/>
              <a:gd name="connsiteX178" fmla="*/ 3537283 w 12193149"/>
              <a:gd name="connsiteY178" fmla="*/ 1978267 h 2344739"/>
              <a:gd name="connsiteX179" fmla="*/ 3474371 w 12193149"/>
              <a:gd name="connsiteY179" fmla="*/ 1974606 h 2344739"/>
              <a:gd name="connsiteX180" fmla="*/ 3401876 w 12193149"/>
              <a:gd name="connsiteY180" fmla="*/ 1962558 h 2344739"/>
              <a:gd name="connsiteX181" fmla="*/ 3365036 w 12193149"/>
              <a:gd name="connsiteY181" fmla="*/ 1979510 h 2344739"/>
              <a:gd name="connsiteX182" fmla="*/ 3345174 w 12193149"/>
              <a:gd name="connsiteY182" fmla="*/ 1981192 h 2344739"/>
              <a:gd name="connsiteX183" fmla="*/ 3342846 w 12193149"/>
              <a:gd name="connsiteY183" fmla="*/ 1980217 h 2344739"/>
              <a:gd name="connsiteX184" fmla="*/ 3263504 w 12193149"/>
              <a:gd name="connsiteY184" fmla="*/ 1986094 h 2344739"/>
              <a:gd name="connsiteX185" fmla="*/ 3143704 w 12193149"/>
              <a:gd name="connsiteY185" fmla="*/ 1993869 h 2344739"/>
              <a:gd name="connsiteX186" fmla="*/ 3031439 w 12193149"/>
              <a:gd name="connsiteY186" fmla="*/ 1996512 h 2344739"/>
              <a:gd name="connsiteX187" fmla="*/ 2782717 w 12193149"/>
              <a:gd name="connsiteY187" fmla="*/ 2018333 h 2344739"/>
              <a:gd name="connsiteX188" fmla="*/ 2647675 w 12193149"/>
              <a:gd name="connsiteY188" fmla="*/ 2028869 h 2344739"/>
              <a:gd name="connsiteX189" fmla="*/ 2569176 w 12193149"/>
              <a:gd name="connsiteY189" fmla="*/ 2002628 h 2344739"/>
              <a:gd name="connsiteX190" fmla="*/ 2444403 w 12193149"/>
              <a:gd name="connsiteY190" fmla="*/ 2016529 h 2344739"/>
              <a:gd name="connsiteX191" fmla="*/ 2316260 w 12193149"/>
              <a:gd name="connsiteY191" fmla="*/ 2024996 h 2344739"/>
              <a:gd name="connsiteX192" fmla="*/ 2209726 w 12193149"/>
              <a:gd name="connsiteY192" fmla="*/ 2019763 h 2344739"/>
              <a:gd name="connsiteX193" fmla="*/ 2095813 w 12193149"/>
              <a:gd name="connsiteY193" fmla="*/ 2003052 h 2344739"/>
              <a:gd name="connsiteX194" fmla="*/ 1998504 w 12193149"/>
              <a:gd name="connsiteY194" fmla="*/ 1995032 h 2344739"/>
              <a:gd name="connsiteX195" fmla="*/ 1929320 w 12193149"/>
              <a:gd name="connsiteY195" fmla="*/ 2016977 h 2344739"/>
              <a:gd name="connsiteX196" fmla="*/ 1922798 w 12193149"/>
              <a:gd name="connsiteY196" fmla="*/ 2012146 h 2344739"/>
              <a:gd name="connsiteX197" fmla="*/ 1874228 w 12193149"/>
              <a:gd name="connsiteY197" fmla="*/ 2013741 h 2344739"/>
              <a:gd name="connsiteX198" fmla="*/ 1787803 w 12193149"/>
              <a:gd name="connsiteY198" fmla="*/ 2041363 h 2344739"/>
              <a:gd name="connsiteX199" fmla="*/ 1739352 w 12193149"/>
              <a:gd name="connsiteY199" fmla="*/ 2036312 h 2344739"/>
              <a:gd name="connsiteX200" fmla="*/ 1676219 w 12193149"/>
              <a:gd name="connsiteY200" fmla="*/ 2019963 h 2344739"/>
              <a:gd name="connsiteX201" fmla="*/ 1609817 w 12193149"/>
              <a:gd name="connsiteY201" fmla="*/ 2013066 h 2344739"/>
              <a:gd name="connsiteX202" fmla="*/ 1497258 w 12193149"/>
              <a:gd name="connsiteY202" fmla="*/ 1987476 h 2344739"/>
              <a:gd name="connsiteX203" fmla="*/ 1151127 w 12193149"/>
              <a:gd name="connsiteY203" fmla="*/ 1938041 h 2344739"/>
              <a:gd name="connsiteX204" fmla="*/ 859417 w 12193149"/>
              <a:gd name="connsiteY204" fmla="*/ 1928608 h 2344739"/>
              <a:gd name="connsiteX205" fmla="*/ 838688 w 12193149"/>
              <a:gd name="connsiteY205" fmla="*/ 1929821 h 2344739"/>
              <a:gd name="connsiteX206" fmla="*/ 817957 w 12193149"/>
              <a:gd name="connsiteY206" fmla="*/ 1927857 h 2344739"/>
              <a:gd name="connsiteX207" fmla="*/ 812654 w 12193149"/>
              <a:gd name="connsiteY207" fmla="*/ 1930751 h 2344739"/>
              <a:gd name="connsiteX208" fmla="*/ 721195 w 12193149"/>
              <a:gd name="connsiteY208" fmla="*/ 1929661 h 2344739"/>
              <a:gd name="connsiteX209" fmla="*/ 720890 w 12193149"/>
              <a:gd name="connsiteY209" fmla="*/ 1928399 h 2344739"/>
              <a:gd name="connsiteX210" fmla="*/ 710023 w 12193149"/>
              <a:gd name="connsiteY210" fmla="*/ 1922722 h 2344739"/>
              <a:gd name="connsiteX211" fmla="*/ 597940 w 12193149"/>
              <a:gd name="connsiteY211" fmla="*/ 1879864 h 2344739"/>
              <a:gd name="connsiteX212" fmla="*/ 579683 w 12193149"/>
              <a:gd name="connsiteY212" fmla="*/ 1877212 h 2344739"/>
              <a:gd name="connsiteX213" fmla="*/ 572865 w 12193149"/>
              <a:gd name="connsiteY213" fmla="*/ 1877401 h 2344739"/>
              <a:gd name="connsiteX214" fmla="*/ 446247 w 12193149"/>
              <a:gd name="connsiteY214" fmla="*/ 1839371 h 2344739"/>
              <a:gd name="connsiteX215" fmla="*/ 405163 w 12193149"/>
              <a:gd name="connsiteY215" fmla="*/ 1833548 h 2344739"/>
              <a:gd name="connsiteX216" fmla="*/ 293583 w 12193149"/>
              <a:gd name="connsiteY216" fmla="*/ 1812852 h 2344739"/>
              <a:gd name="connsiteX217" fmla="*/ 119529 w 12193149"/>
              <a:gd name="connsiteY217" fmla="*/ 1761047 h 2344739"/>
              <a:gd name="connsiteX218" fmla="*/ 16674 w 12193149"/>
              <a:gd name="connsiteY218" fmla="*/ 1758191 h 2344739"/>
              <a:gd name="connsiteX219" fmla="*/ 1150 w 12193149"/>
              <a:gd name="connsiteY219" fmla="*/ 1752722 h 2344739"/>
              <a:gd name="connsiteX220" fmla="*/ 1148 w 12193149"/>
              <a:gd name="connsiteY220" fmla="*/ 222213 h 2344739"/>
              <a:gd name="connsiteX221" fmla="*/ 1148 w 12193149"/>
              <a:gd name="connsiteY221"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083317 w 12193149"/>
              <a:gd name="connsiteY58" fmla="*/ 1743296 h 2344739"/>
              <a:gd name="connsiteX59" fmla="*/ 10040388 w 12193149"/>
              <a:gd name="connsiteY59" fmla="*/ 1741632 h 2344739"/>
              <a:gd name="connsiteX60" fmla="*/ 9961167 w 12193149"/>
              <a:gd name="connsiteY60" fmla="*/ 1757147 h 2344739"/>
              <a:gd name="connsiteX61" fmla="*/ 9848940 w 12193149"/>
              <a:gd name="connsiteY61" fmla="*/ 1763915 h 2344739"/>
              <a:gd name="connsiteX62" fmla="*/ 9729457 w 12193149"/>
              <a:gd name="connsiteY62" fmla="*/ 1784122 h 2344739"/>
              <a:gd name="connsiteX63" fmla="*/ 9585655 w 12193149"/>
              <a:gd name="connsiteY63" fmla="*/ 1795542 h 2344739"/>
              <a:gd name="connsiteX64" fmla="*/ 9338590 w 12193149"/>
              <a:gd name="connsiteY64" fmla="*/ 1869293 h 2344739"/>
              <a:gd name="connsiteX65" fmla="*/ 9232518 w 12193149"/>
              <a:gd name="connsiteY65" fmla="*/ 1893149 h 2344739"/>
              <a:gd name="connsiteX66" fmla="*/ 9156690 w 12193149"/>
              <a:gd name="connsiteY66" fmla="*/ 1903228 h 2344739"/>
              <a:gd name="connsiteX67" fmla="*/ 9054601 w 12193149"/>
              <a:gd name="connsiteY67" fmla="*/ 1910755 h 2344739"/>
              <a:gd name="connsiteX68" fmla="*/ 9006634 w 12193149"/>
              <a:gd name="connsiteY68" fmla="*/ 1914040 h 2344739"/>
              <a:gd name="connsiteX69" fmla="*/ 9006349 w 12193149"/>
              <a:gd name="connsiteY69" fmla="*/ 1913800 h 2344739"/>
              <a:gd name="connsiteX70" fmla="*/ 8997380 w 12193149"/>
              <a:gd name="connsiteY70" fmla="*/ 1915011 h 2344739"/>
              <a:gd name="connsiteX71" fmla="*/ 8991542 w 12193149"/>
              <a:gd name="connsiteY71" fmla="*/ 1917072 h 2344739"/>
              <a:gd name="connsiteX72" fmla="*/ 8975485 w 12193149"/>
              <a:gd name="connsiteY72" fmla="*/ 1920298 h 2344739"/>
              <a:gd name="connsiteX73" fmla="*/ 8969159 w 12193149"/>
              <a:gd name="connsiteY73" fmla="*/ 1919598 h 2344739"/>
              <a:gd name="connsiteX74" fmla="*/ 8964196 w 12193149"/>
              <a:gd name="connsiteY74" fmla="*/ 1917373 h 2344739"/>
              <a:gd name="connsiteX75" fmla="*/ 8930136 w 12193149"/>
              <a:gd name="connsiteY75" fmla="*/ 1914185 h 2344739"/>
              <a:gd name="connsiteX76" fmla="*/ 8753592 w 12193149"/>
              <a:gd name="connsiteY76" fmla="*/ 1933417 h 2344739"/>
              <a:gd name="connsiteX77" fmla="*/ 8708995 w 12193149"/>
              <a:gd name="connsiteY77" fmla="*/ 1935518 h 2344739"/>
              <a:gd name="connsiteX78" fmla="*/ 8597219 w 12193149"/>
              <a:gd name="connsiteY78" fmla="*/ 1944090 h 2344739"/>
              <a:gd name="connsiteX79" fmla="*/ 8526378 w 12193149"/>
              <a:gd name="connsiteY79" fmla="*/ 1929248 h 2344739"/>
              <a:gd name="connsiteX80" fmla="*/ 8512131 w 12193149"/>
              <a:gd name="connsiteY80" fmla="*/ 1935163 h 2344739"/>
              <a:gd name="connsiteX81" fmla="*/ 8507315 w 12193149"/>
              <a:gd name="connsiteY81" fmla="*/ 1938164 h 2344739"/>
              <a:gd name="connsiteX82" fmla="*/ 8499116 w 12193149"/>
              <a:gd name="connsiteY82" fmla="*/ 1940902 h 2344739"/>
              <a:gd name="connsiteX83" fmla="*/ 8498742 w 12193149"/>
              <a:gd name="connsiteY83" fmla="*/ 1940723 h 2344739"/>
              <a:gd name="connsiteX84" fmla="*/ 8491397 w 12193149"/>
              <a:gd name="connsiteY84" fmla="*/ 1943773 h 2344739"/>
              <a:gd name="connsiteX85" fmla="*/ 8368330 w 12193149"/>
              <a:gd name="connsiteY85" fmla="*/ 1957815 h 2344739"/>
              <a:gd name="connsiteX86" fmla="*/ 8354947 w 12193149"/>
              <a:gd name="connsiteY86" fmla="*/ 1958009 h 2344739"/>
              <a:gd name="connsiteX87" fmla="*/ 8321252 w 12193149"/>
              <a:gd name="connsiteY87" fmla="*/ 1974587 h 2344739"/>
              <a:gd name="connsiteX88" fmla="*/ 8315581 w 12193149"/>
              <a:gd name="connsiteY88" fmla="*/ 1974913 h 2344739"/>
              <a:gd name="connsiteX89" fmla="*/ 8296322 w 12193149"/>
              <a:gd name="connsiteY89" fmla="*/ 1988808 h 2344739"/>
              <a:gd name="connsiteX90" fmla="*/ 8285424 w 12193149"/>
              <a:gd name="connsiteY90" fmla="*/ 1994631 h 2344739"/>
              <a:gd name="connsiteX91" fmla="*/ 8284298 w 12193149"/>
              <a:gd name="connsiteY91" fmla="*/ 1999074 h 2344739"/>
              <a:gd name="connsiteX92" fmla="*/ 8267224 w 12193149"/>
              <a:gd name="connsiteY92" fmla="*/ 2006249 h 2344739"/>
              <a:gd name="connsiteX93" fmla="*/ 8264525 w 12193149"/>
              <a:gd name="connsiteY93" fmla="*/ 2006019 h 2344739"/>
              <a:gd name="connsiteX94" fmla="*/ 8253181 w 12193149"/>
              <a:gd name="connsiteY94" fmla="*/ 2015862 h 2344739"/>
              <a:gd name="connsiteX95" fmla="*/ 8246982 w 12193149"/>
              <a:gd name="connsiteY95" fmla="*/ 2028854 h 2344739"/>
              <a:gd name="connsiteX96" fmla="*/ 8091420 w 12193149"/>
              <a:gd name="connsiteY96" fmla="*/ 2075015 h 2344739"/>
              <a:gd name="connsiteX97" fmla="*/ 7906555 w 12193149"/>
              <a:gd name="connsiteY97" fmla="*/ 2116988 h 2344739"/>
              <a:gd name="connsiteX98" fmla="*/ 7719893 w 12193149"/>
              <a:gd name="connsiteY98" fmla="*/ 2142703 h 2344739"/>
              <a:gd name="connsiteX99" fmla="*/ 7615495 w 12193149"/>
              <a:gd name="connsiteY99" fmla="*/ 2139232 h 2344739"/>
              <a:gd name="connsiteX100" fmla="*/ 7528691 w 12193149"/>
              <a:gd name="connsiteY100" fmla="*/ 2145060 h 2344739"/>
              <a:gd name="connsiteX101" fmla="*/ 7520719 w 12193149"/>
              <a:gd name="connsiteY101" fmla="*/ 2147613 h 2344739"/>
              <a:gd name="connsiteX102" fmla="*/ 7508559 w 12193149"/>
              <a:gd name="connsiteY102" fmla="*/ 2148948 h 2344739"/>
              <a:gd name="connsiteX103" fmla="*/ 7508188 w 12193149"/>
              <a:gd name="connsiteY103" fmla="*/ 2148621 h 2344739"/>
              <a:gd name="connsiteX104" fmla="*/ 7496943 w 12193149"/>
              <a:gd name="connsiteY104" fmla="*/ 2150573 h 2344739"/>
              <a:gd name="connsiteX105" fmla="*/ 7406539 w 12193149"/>
              <a:gd name="connsiteY105" fmla="*/ 2142468 h 2344739"/>
              <a:gd name="connsiteX106" fmla="*/ 7219707 w 12193149"/>
              <a:gd name="connsiteY106" fmla="*/ 2156680 h 2344739"/>
              <a:gd name="connsiteX107" fmla="*/ 7202249 w 12193149"/>
              <a:gd name="connsiteY107" fmla="*/ 2161230 h 2344739"/>
              <a:gd name="connsiteX108" fmla="*/ 7198152 w 12193149"/>
              <a:gd name="connsiteY108" fmla="*/ 2166588 h 2344739"/>
              <a:gd name="connsiteX109" fmla="*/ 7171956 w 12193149"/>
              <a:gd name="connsiteY109" fmla="*/ 2171236 h 2344739"/>
              <a:gd name="connsiteX110" fmla="*/ 7098136 w 12193149"/>
              <a:gd name="connsiteY110" fmla="*/ 2183464 h 2344739"/>
              <a:gd name="connsiteX111" fmla="*/ 7019644 w 12193149"/>
              <a:gd name="connsiteY111" fmla="*/ 2183090 h 2344739"/>
              <a:gd name="connsiteX112" fmla="*/ 6905294 w 12193149"/>
              <a:gd name="connsiteY112" fmla="*/ 2212596 h 2344739"/>
              <a:gd name="connsiteX113" fmla="*/ 6709370 w 12193149"/>
              <a:gd name="connsiteY113" fmla="*/ 2240551 h 2344739"/>
              <a:gd name="connsiteX114" fmla="*/ 6550602 w 12193149"/>
              <a:gd name="connsiteY114" fmla="*/ 2269327 h 2344739"/>
              <a:gd name="connsiteX115" fmla="*/ 6318708 w 12193149"/>
              <a:gd name="connsiteY115" fmla="*/ 2316127 h 2344739"/>
              <a:gd name="connsiteX116" fmla="*/ 6169822 w 12193149"/>
              <a:gd name="connsiteY116" fmla="*/ 2318214 h 2344739"/>
              <a:gd name="connsiteX117" fmla="*/ 6074996 w 12193149"/>
              <a:gd name="connsiteY117" fmla="*/ 2338676 h 2344739"/>
              <a:gd name="connsiteX118" fmla="*/ 6069677 w 12193149"/>
              <a:gd name="connsiteY118" fmla="*/ 2337139 h 2344739"/>
              <a:gd name="connsiteX119" fmla="*/ 6049786 w 12193149"/>
              <a:gd name="connsiteY119" fmla="*/ 2337822 h 2344739"/>
              <a:gd name="connsiteX120" fmla="*/ 6042433 w 12193149"/>
              <a:gd name="connsiteY120" fmla="*/ 2329473 h 2344739"/>
              <a:gd name="connsiteX121" fmla="*/ 6011238 w 12193149"/>
              <a:gd name="connsiteY121" fmla="*/ 2324380 h 2344739"/>
              <a:gd name="connsiteX122" fmla="*/ 5958523 w 12193149"/>
              <a:gd name="connsiteY122" fmla="*/ 2328024 h 2344739"/>
              <a:gd name="connsiteX123" fmla="*/ 5760067 w 12193149"/>
              <a:gd name="connsiteY123" fmla="*/ 2343716 h 2344739"/>
              <a:gd name="connsiteX124" fmla="*/ 5628108 w 12193149"/>
              <a:gd name="connsiteY124" fmla="*/ 2344739 h 2344739"/>
              <a:gd name="connsiteX125" fmla="*/ 5472054 w 12193149"/>
              <a:gd name="connsiteY125" fmla="*/ 2330719 h 2344739"/>
              <a:gd name="connsiteX126" fmla="*/ 5433909 w 12193149"/>
              <a:gd name="connsiteY126" fmla="*/ 2319466 h 2344739"/>
              <a:gd name="connsiteX127" fmla="*/ 5382817 w 12193149"/>
              <a:gd name="connsiteY127" fmla="*/ 2301764 h 2344739"/>
              <a:gd name="connsiteX128" fmla="*/ 5262912 w 12193149"/>
              <a:gd name="connsiteY128" fmla="*/ 2281347 h 2344739"/>
              <a:gd name="connsiteX129" fmla="*/ 5224109 w 12193149"/>
              <a:gd name="connsiteY129" fmla="*/ 2270223 h 2344739"/>
              <a:gd name="connsiteX130" fmla="*/ 5175808 w 12193149"/>
              <a:gd name="connsiteY130" fmla="*/ 2267233 h 2344739"/>
              <a:gd name="connsiteX131" fmla="*/ 5157702 w 12193149"/>
              <a:gd name="connsiteY131" fmla="*/ 2260010 h 2344739"/>
              <a:gd name="connsiteX132" fmla="*/ 5143747 w 12193149"/>
              <a:gd name="connsiteY132" fmla="*/ 2256610 h 2344739"/>
              <a:gd name="connsiteX133" fmla="*/ 5140744 w 12193149"/>
              <a:gd name="connsiteY133" fmla="*/ 2254509 h 2344739"/>
              <a:gd name="connsiteX134" fmla="*/ 5122807 w 12193149"/>
              <a:gd name="connsiteY134" fmla="*/ 2243656 h 2344739"/>
              <a:gd name="connsiteX135" fmla="*/ 5066938 w 12193149"/>
              <a:gd name="connsiteY135" fmla="*/ 2250227 h 2344739"/>
              <a:gd name="connsiteX136" fmla="*/ 5012662 w 12193149"/>
              <a:gd name="connsiteY136" fmla="*/ 2233846 h 2344739"/>
              <a:gd name="connsiteX137" fmla="*/ 4841589 w 12193149"/>
              <a:gd name="connsiteY137" fmla="*/ 2209829 h 2344739"/>
              <a:gd name="connsiteX138" fmla="*/ 4763595 w 12193149"/>
              <a:gd name="connsiteY138" fmla="*/ 2182061 h 2344739"/>
              <a:gd name="connsiteX139" fmla="*/ 4724334 w 12193149"/>
              <a:gd name="connsiteY139" fmla="*/ 2173047 h 2344739"/>
              <a:gd name="connsiteX140" fmla="*/ 4722324 w 12193149"/>
              <a:gd name="connsiteY140" fmla="*/ 2172298 h 2344739"/>
              <a:gd name="connsiteX141" fmla="*/ 4723259 w 12193149"/>
              <a:gd name="connsiteY141" fmla="*/ 2172087 h 2344739"/>
              <a:gd name="connsiteX142" fmla="*/ 4718350 w 12193149"/>
              <a:gd name="connsiteY142" fmla="*/ 2170817 h 2344739"/>
              <a:gd name="connsiteX143" fmla="*/ 4722324 w 12193149"/>
              <a:gd name="connsiteY143" fmla="*/ 2172298 h 2344739"/>
              <a:gd name="connsiteX144" fmla="*/ 4716674 w 12193149"/>
              <a:gd name="connsiteY144" fmla="*/ 2173573 h 2344739"/>
              <a:gd name="connsiteX145" fmla="*/ 4516962 w 12193149"/>
              <a:gd name="connsiteY145" fmla="*/ 2163671 h 2344739"/>
              <a:gd name="connsiteX146" fmla="*/ 4429691 w 12193149"/>
              <a:gd name="connsiteY146" fmla="*/ 2153020 h 2344739"/>
              <a:gd name="connsiteX147" fmla="*/ 4364023 w 12193149"/>
              <a:gd name="connsiteY147" fmla="*/ 2151674 h 2344739"/>
              <a:gd name="connsiteX148" fmla="*/ 4318114 w 12193149"/>
              <a:gd name="connsiteY148" fmla="*/ 2158289 h 2344739"/>
              <a:gd name="connsiteX149" fmla="*/ 4316258 w 12193149"/>
              <a:gd name="connsiteY149" fmla="*/ 2156948 h 2344739"/>
              <a:gd name="connsiteX150" fmla="*/ 4296292 w 12193149"/>
              <a:gd name="connsiteY150" fmla="*/ 2155069 h 2344739"/>
              <a:gd name="connsiteX151" fmla="*/ 4291212 w 12193149"/>
              <a:gd name="connsiteY151" fmla="*/ 2157986 h 2344739"/>
              <a:gd name="connsiteX152" fmla="*/ 4277290 w 12193149"/>
              <a:gd name="connsiteY152" fmla="*/ 2157740 h 2344739"/>
              <a:gd name="connsiteX153" fmla="*/ 4249265 w 12193149"/>
              <a:gd name="connsiteY153" fmla="*/ 2160064 h 2344739"/>
              <a:gd name="connsiteX154" fmla="*/ 4203199 w 12193149"/>
              <a:gd name="connsiteY154" fmla="*/ 2157269 h 2344739"/>
              <a:gd name="connsiteX155" fmla="*/ 4202893 w 12193149"/>
              <a:gd name="connsiteY155" fmla="*/ 2156010 h 2344739"/>
              <a:gd name="connsiteX156" fmla="*/ 4192396 w 12193149"/>
              <a:gd name="connsiteY156" fmla="*/ 2150376 h 2344739"/>
              <a:gd name="connsiteX157" fmla="*/ 4143893 w 12193149"/>
              <a:gd name="connsiteY157" fmla="*/ 2134511 h 2344739"/>
              <a:gd name="connsiteX158" fmla="*/ 4084245 w 12193149"/>
              <a:gd name="connsiteY158" fmla="*/ 2107978 h 2344739"/>
              <a:gd name="connsiteX159" fmla="*/ 4075694 w 12193149"/>
              <a:gd name="connsiteY159" fmla="*/ 2107143 h 2344739"/>
              <a:gd name="connsiteX160" fmla="*/ 4075575 w 12193149"/>
              <a:gd name="connsiteY160" fmla="*/ 2106844 h 2344739"/>
              <a:gd name="connsiteX161" fmla="*/ 4066658 w 12193149"/>
              <a:gd name="connsiteY161" fmla="*/ 2105400 h 2344739"/>
              <a:gd name="connsiteX162" fmla="*/ 4060102 w 12193149"/>
              <a:gd name="connsiteY162" fmla="*/ 2105618 h 2344739"/>
              <a:gd name="connsiteX163" fmla="*/ 4043512 w 12193149"/>
              <a:gd name="connsiteY163" fmla="*/ 2103997 h 2344739"/>
              <a:gd name="connsiteX164" fmla="*/ 4038145 w 12193149"/>
              <a:gd name="connsiteY164" fmla="*/ 2101563 h 2344739"/>
              <a:gd name="connsiteX165" fmla="*/ 4036511 w 12193149"/>
              <a:gd name="connsiteY165" fmla="*/ 2097896 h 2344739"/>
              <a:gd name="connsiteX166" fmla="*/ 4034926 w 12193149"/>
              <a:gd name="connsiteY166" fmla="*/ 2098131 h 2344739"/>
              <a:gd name="connsiteX167" fmla="*/ 4005686 w 12193149"/>
              <a:gd name="connsiteY167" fmla="*/ 2085563 h 2344739"/>
              <a:gd name="connsiteX168" fmla="*/ 3937994 w 12193149"/>
              <a:gd name="connsiteY168" fmla="*/ 2068106 h 2344739"/>
              <a:gd name="connsiteX169" fmla="*/ 3898423 w 12193149"/>
              <a:gd name="connsiteY169" fmla="*/ 2062451 h 2344739"/>
              <a:gd name="connsiteX170" fmla="*/ 3790908 w 12193149"/>
              <a:gd name="connsiteY170" fmla="*/ 2042213 h 2344739"/>
              <a:gd name="connsiteX171" fmla="*/ 3683661 w 12193149"/>
              <a:gd name="connsiteY171" fmla="*/ 2018290 h 2344739"/>
              <a:gd name="connsiteX172" fmla="*/ 3611183 w 12193149"/>
              <a:gd name="connsiteY172" fmla="*/ 1986019 h 2344739"/>
              <a:gd name="connsiteX173" fmla="*/ 3605003 w 12193149"/>
              <a:gd name="connsiteY173" fmla="*/ 1987381 h 2344739"/>
              <a:gd name="connsiteX174" fmla="*/ 3595884 w 12193149"/>
              <a:gd name="connsiteY174" fmla="*/ 1987545 h 2344739"/>
              <a:gd name="connsiteX175" fmla="*/ 3595649 w 12193149"/>
              <a:gd name="connsiteY175" fmla="*/ 1987276 h 2344739"/>
              <a:gd name="connsiteX176" fmla="*/ 3587126 w 12193149"/>
              <a:gd name="connsiteY176" fmla="*/ 1987966 h 2344739"/>
              <a:gd name="connsiteX177" fmla="*/ 3537283 w 12193149"/>
              <a:gd name="connsiteY177" fmla="*/ 1978267 h 2344739"/>
              <a:gd name="connsiteX178" fmla="*/ 3474371 w 12193149"/>
              <a:gd name="connsiteY178" fmla="*/ 1974606 h 2344739"/>
              <a:gd name="connsiteX179" fmla="*/ 3401876 w 12193149"/>
              <a:gd name="connsiteY179" fmla="*/ 1962558 h 2344739"/>
              <a:gd name="connsiteX180" fmla="*/ 3365036 w 12193149"/>
              <a:gd name="connsiteY180" fmla="*/ 1979510 h 2344739"/>
              <a:gd name="connsiteX181" fmla="*/ 3345174 w 12193149"/>
              <a:gd name="connsiteY181" fmla="*/ 1981192 h 2344739"/>
              <a:gd name="connsiteX182" fmla="*/ 3342846 w 12193149"/>
              <a:gd name="connsiteY182" fmla="*/ 1980217 h 2344739"/>
              <a:gd name="connsiteX183" fmla="*/ 3263504 w 12193149"/>
              <a:gd name="connsiteY183" fmla="*/ 1986094 h 2344739"/>
              <a:gd name="connsiteX184" fmla="*/ 3143704 w 12193149"/>
              <a:gd name="connsiteY184" fmla="*/ 1993869 h 2344739"/>
              <a:gd name="connsiteX185" fmla="*/ 3031439 w 12193149"/>
              <a:gd name="connsiteY185" fmla="*/ 1996512 h 2344739"/>
              <a:gd name="connsiteX186" fmla="*/ 2782717 w 12193149"/>
              <a:gd name="connsiteY186" fmla="*/ 2018333 h 2344739"/>
              <a:gd name="connsiteX187" fmla="*/ 2647675 w 12193149"/>
              <a:gd name="connsiteY187" fmla="*/ 2028869 h 2344739"/>
              <a:gd name="connsiteX188" fmla="*/ 2569176 w 12193149"/>
              <a:gd name="connsiteY188" fmla="*/ 2002628 h 2344739"/>
              <a:gd name="connsiteX189" fmla="*/ 2444403 w 12193149"/>
              <a:gd name="connsiteY189" fmla="*/ 2016529 h 2344739"/>
              <a:gd name="connsiteX190" fmla="*/ 2316260 w 12193149"/>
              <a:gd name="connsiteY190" fmla="*/ 2024996 h 2344739"/>
              <a:gd name="connsiteX191" fmla="*/ 2209726 w 12193149"/>
              <a:gd name="connsiteY191" fmla="*/ 2019763 h 2344739"/>
              <a:gd name="connsiteX192" fmla="*/ 2095813 w 12193149"/>
              <a:gd name="connsiteY192" fmla="*/ 2003052 h 2344739"/>
              <a:gd name="connsiteX193" fmla="*/ 1998504 w 12193149"/>
              <a:gd name="connsiteY193" fmla="*/ 1995032 h 2344739"/>
              <a:gd name="connsiteX194" fmla="*/ 1929320 w 12193149"/>
              <a:gd name="connsiteY194" fmla="*/ 2016977 h 2344739"/>
              <a:gd name="connsiteX195" fmla="*/ 1922798 w 12193149"/>
              <a:gd name="connsiteY195" fmla="*/ 2012146 h 2344739"/>
              <a:gd name="connsiteX196" fmla="*/ 1874228 w 12193149"/>
              <a:gd name="connsiteY196" fmla="*/ 2013741 h 2344739"/>
              <a:gd name="connsiteX197" fmla="*/ 1787803 w 12193149"/>
              <a:gd name="connsiteY197" fmla="*/ 2041363 h 2344739"/>
              <a:gd name="connsiteX198" fmla="*/ 1739352 w 12193149"/>
              <a:gd name="connsiteY198" fmla="*/ 2036312 h 2344739"/>
              <a:gd name="connsiteX199" fmla="*/ 1676219 w 12193149"/>
              <a:gd name="connsiteY199" fmla="*/ 2019963 h 2344739"/>
              <a:gd name="connsiteX200" fmla="*/ 1609817 w 12193149"/>
              <a:gd name="connsiteY200" fmla="*/ 2013066 h 2344739"/>
              <a:gd name="connsiteX201" fmla="*/ 1497258 w 12193149"/>
              <a:gd name="connsiteY201" fmla="*/ 1987476 h 2344739"/>
              <a:gd name="connsiteX202" fmla="*/ 1151127 w 12193149"/>
              <a:gd name="connsiteY202" fmla="*/ 1938041 h 2344739"/>
              <a:gd name="connsiteX203" fmla="*/ 859417 w 12193149"/>
              <a:gd name="connsiteY203" fmla="*/ 1928608 h 2344739"/>
              <a:gd name="connsiteX204" fmla="*/ 838688 w 12193149"/>
              <a:gd name="connsiteY204" fmla="*/ 1929821 h 2344739"/>
              <a:gd name="connsiteX205" fmla="*/ 817957 w 12193149"/>
              <a:gd name="connsiteY205" fmla="*/ 1927857 h 2344739"/>
              <a:gd name="connsiteX206" fmla="*/ 812654 w 12193149"/>
              <a:gd name="connsiteY206" fmla="*/ 1930751 h 2344739"/>
              <a:gd name="connsiteX207" fmla="*/ 721195 w 12193149"/>
              <a:gd name="connsiteY207" fmla="*/ 1929661 h 2344739"/>
              <a:gd name="connsiteX208" fmla="*/ 720890 w 12193149"/>
              <a:gd name="connsiteY208" fmla="*/ 1928399 h 2344739"/>
              <a:gd name="connsiteX209" fmla="*/ 710023 w 12193149"/>
              <a:gd name="connsiteY209" fmla="*/ 1922722 h 2344739"/>
              <a:gd name="connsiteX210" fmla="*/ 597940 w 12193149"/>
              <a:gd name="connsiteY210" fmla="*/ 1879864 h 2344739"/>
              <a:gd name="connsiteX211" fmla="*/ 579683 w 12193149"/>
              <a:gd name="connsiteY211" fmla="*/ 1877212 h 2344739"/>
              <a:gd name="connsiteX212" fmla="*/ 572865 w 12193149"/>
              <a:gd name="connsiteY212" fmla="*/ 1877401 h 2344739"/>
              <a:gd name="connsiteX213" fmla="*/ 446247 w 12193149"/>
              <a:gd name="connsiteY213" fmla="*/ 1839371 h 2344739"/>
              <a:gd name="connsiteX214" fmla="*/ 405163 w 12193149"/>
              <a:gd name="connsiteY214" fmla="*/ 1833548 h 2344739"/>
              <a:gd name="connsiteX215" fmla="*/ 293583 w 12193149"/>
              <a:gd name="connsiteY215" fmla="*/ 1812852 h 2344739"/>
              <a:gd name="connsiteX216" fmla="*/ 119529 w 12193149"/>
              <a:gd name="connsiteY216" fmla="*/ 1761047 h 2344739"/>
              <a:gd name="connsiteX217" fmla="*/ 16674 w 12193149"/>
              <a:gd name="connsiteY217" fmla="*/ 1758191 h 2344739"/>
              <a:gd name="connsiteX218" fmla="*/ 1150 w 12193149"/>
              <a:gd name="connsiteY218" fmla="*/ 1752722 h 2344739"/>
              <a:gd name="connsiteX219" fmla="*/ 1148 w 12193149"/>
              <a:gd name="connsiteY219" fmla="*/ 222213 h 2344739"/>
              <a:gd name="connsiteX220" fmla="*/ 1148 w 12193149"/>
              <a:gd name="connsiteY220"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083317 w 12193149"/>
              <a:gd name="connsiteY58" fmla="*/ 1743296 h 2344739"/>
              <a:gd name="connsiteX59" fmla="*/ 10040388 w 12193149"/>
              <a:gd name="connsiteY59" fmla="*/ 1741632 h 2344739"/>
              <a:gd name="connsiteX60" fmla="*/ 9961167 w 12193149"/>
              <a:gd name="connsiteY60" fmla="*/ 1757147 h 2344739"/>
              <a:gd name="connsiteX61" fmla="*/ 9848940 w 12193149"/>
              <a:gd name="connsiteY61" fmla="*/ 1763915 h 2344739"/>
              <a:gd name="connsiteX62" fmla="*/ 9729457 w 12193149"/>
              <a:gd name="connsiteY62" fmla="*/ 1784122 h 2344739"/>
              <a:gd name="connsiteX63" fmla="*/ 9613704 w 12193149"/>
              <a:gd name="connsiteY63" fmla="*/ 1812371 h 2344739"/>
              <a:gd name="connsiteX64" fmla="*/ 9338590 w 12193149"/>
              <a:gd name="connsiteY64" fmla="*/ 1869293 h 2344739"/>
              <a:gd name="connsiteX65" fmla="*/ 9232518 w 12193149"/>
              <a:gd name="connsiteY65" fmla="*/ 1893149 h 2344739"/>
              <a:gd name="connsiteX66" fmla="*/ 9156690 w 12193149"/>
              <a:gd name="connsiteY66" fmla="*/ 1903228 h 2344739"/>
              <a:gd name="connsiteX67" fmla="*/ 9054601 w 12193149"/>
              <a:gd name="connsiteY67" fmla="*/ 1910755 h 2344739"/>
              <a:gd name="connsiteX68" fmla="*/ 9006634 w 12193149"/>
              <a:gd name="connsiteY68" fmla="*/ 1914040 h 2344739"/>
              <a:gd name="connsiteX69" fmla="*/ 9006349 w 12193149"/>
              <a:gd name="connsiteY69" fmla="*/ 1913800 h 2344739"/>
              <a:gd name="connsiteX70" fmla="*/ 8997380 w 12193149"/>
              <a:gd name="connsiteY70" fmla="*/ 1915011 h 2344739"/>
              <a:gd name="connsiteX71" fmla="*/ 8991542 w 12193149"/>
              <a:gd name="connsiteY71" fmla="*/ 1917072 h 2344739"/>
              <a:gd name="connsiteX72" fmla="*/ 8975485 w 12193149"/>
              <a:gd name="connsiteY72" fmla="*/ 1920298 h 2344739"/>
              <a:gd name="connsiteX73" fmla="*/ 8969159 w 12193149"/>
              <a:gd name="connsiteY73" fmla="*/ 1919598 h 2344739"/>
              <a:gd name="connsiteX74" fmla="*/ 8964196 w 12193149"/>
              <a:gd name="connsiteY74" fmla="*/ 1917373 h 2344739"/>
              <a:gd name="connsiteX75" fmla="*/ 8930136 w 12193149"/>
              <a:gd name="connsiteY75" fmla="*/ 1914185 h 2344739"/>
              <a:gd name="connsiteX76" fmla="*/ 8753592 w 12193149"/>
              <a:gd name="connsiteY76" fmla="*/ 1933417 h 2344739"/>
              <a:gd name="connsiteX77" fmla="*/ 8708995 w 12193149"/>
              <a:gd name="connsiteY77" fmla="*/ 1935518 h 2344739"/>
              <a:gd name="connsiteX78" fmla="*/ 8597219 w 12193149"/>
              <a:gd name="connsiteY78" fmla="*/ 1944090 h 2344739"/>
              <a:gd name="connsiteX79" fmla="*/ 8526378 w 12193149"/>
              <a:gd name="connsiteY79" fmla="*/ 1929248 h 2344739"/>
              <a:gd name="connsiteX80" fmla="*/ 8512131 w 12193149"/>
              <a:gd name="connsiteY80" fmla="*/ 1935163 h 2344739"/>
              <a:gd name="connsiteX81" fmla="*/ 8507315 w 12193149"/>
              <a:gd name="connsiteY81" fmla="*/ 1938164 h 2344739"/>
              <a:gd name="connsiteX82" fmla="*/ 8499116 w 12193149"/>
              <a:gd name="connsiteY82" fmla="*/ 1940902 h 2344739"/>
              <a:gd name="connsiteX83" fmla="*/ 8498742 w 12193149"/>
              <a:gd name="connsiteY83" fmla="*/ 1940723 h 2344739"/>
              <a:gd name="connsiteX84" fmla="*/ 8491397 w 12193149"/>
              <a:gd name="connsiteY84" fmla="*/ 1943773 h 2344739"/>
              <a:gd name="connsiteX85" fmla="*/ 8368330 w 12193149"/>
              <a:gd name="connsiteY85" fmla="*/ 1957815 h 2344739"/>
              <a:gd name="connsiteX86" fmla="*/ 8354947 w 12193149"/>
              <a:gd name="connsiteY86" fmla="*/ 1958009 h 2344739"/>
              <a:gd name="connsiteX87" fmla="*/ 8321252 w 12193149"/>
              <a:gd name="connsiteY87" fmla="*/ 1974587 h 2344739"/>
              <a:gd name="connsiteX88" fmla="*/ 8315581 w 12193149"/>
              <a:gd name="connsiteY88" fmla="*/ 1974913 h 2344739"/>
              <a:gd name="connsiteX89" fmla="*/ 8296322 w 12193149"/>
              <a:gd name="connsiteY89" fmla="*/ 1988808 h 2344739"/>
              <a:gd name="connsiteX90" fmla="*/ 8285424 w 12193149"/>
              <a:gd name="connsiteY90" fmla="*/ 1994631 h 2344739"/>
              <a:gd name="connsiteX91" fmla="*/ 8284298 w 12193149"/>
              <a:gd name="connsiteY91" fmla="*/ 1999074 h 2344739"/>
              <a:gd name="connsiteX92" fmla="*/ 8267224 w 12193149"/>
              <a:gd name="connsiteY92" fmla="*/ 2006249 h 2344739"/>
              <a:gd name="connsiteX93" fmla="*/ 8264525 w 12193149"/>
              <a:gd name="connsiteY93" fmla="*/ 2006019 h 2344739"/>
              <a:gd name="connsiteX94" fmla="*/ 8253181 w 12193149"/>
              <a:gd name="connsiteY94" fmla="*/ 2015862 h 2344739"/>
              <a:gd name="connsiteX95" fmla="*/ 8246982 w 12193149"/>
              <a:gd name="connsiteY95" fmla="*/ 2028854 h 2344739"/>
              <a:gd name="connsiteX96" fmla="*/ 8091420 w 12193149"/>
              <a:gd name="connsiteY96" fmla="*/ 2075015 h 2344739"/>
              <a:gd name="connsiteX97" fmla="*/ 7906555 w 12193149"/>
              <a:gd name="connsiteY97" fmla="*/ 2116988 h 2344739"/>
              <a:gd name="connsiteX98" fmla="*/ 7719893 w 12193149"/>
              <a:gd name="connsiteY98" fmla="*/ 2142703 h 2344739"/>
              <a:gd name="connsiteX99" fmla="*/ 7615495 w 12193149"/>
              <a:gd name="connsiteY99" fmla="*/ 2139232 h 2344739"/>
              <a:gd name="connsiteX100" fmla="*/ 7528691 w 12193149"/>
              <a:gd name="connsiteY100" fmla="*/ 2145060 h 2344739"/>
              <a:gd name="connsiteX101" fmla="*/ 7520719 w 12193149"/>
              <a:gd name="connsiteY101" fmla="*/ 2147613 h 2344739"/>
              <a:gd name="connsiteX102" fmla="*/ 7508559 w 12193149"/>
              <a:gd name="connsiteY102" fmla="*/ 2148948 h 2344739"/>
              <a:gd name="connsiteX103" fmla="*/ 7508188 w 12193149"/>
              <a:gd name="connsiteY103" fmla="*/ 2148621 h 2344739"/>
              <a:gd name="connsiteX104" fmla="*/ 7496943 w 12193149"/>
              <a:gd name="connsiteY104" fmla="*/ 2150573 h 2344739"/>
              <a:gd name="connsiteX105" fmla="*/ 7406539 w 12193149"/>
              <a:gd name="connsiteY105" fmla="*/ 2142468 h 2344739"/>
              <a:gd name="connsiteX106" fmla="*/ 7219707 w 12193149"/>
              <a:gd name="connsiteY106" fmla="*/ 2156680 h 2344739"/>
              <a:gd name="connsiteX107" fmla="*/ 7202249 w 12193149"/>
              <a:gd name="connsiteY107" fmla="*/ 2161230 h 2344739"/>
              <a:gd name="connsiteX108" fmla="*/ 7198152 w 12193149"/>
              <a:gd name="connsiteY108" fmla="*/ 2166588 h 2344739"/>
              <a:gd name="connsiteX109" fmla="*/ 7171956 w 12193149"/>
              <a:gd name="connsiteY109" fmla="*/ 2171236 h 2344739"/>
              <a:gd name="connsiteX110" fmla="*/ 7098136 w 12193149"/>
              <a:gd name="connsiteY110" fmla="*/ 2183464 h 2344739"/>
              <a:gd name="connsiteX111" fmla="*/ 7019644 w 12193149"/>
              <a:gd name="connsiteY111" fmla="*/ 2183090 h 2344739"/>
              <a:gd name="connsiteX112" fmla="*/ 6905294 w 12193149"/>
              <a:gd name="connsiteY112" fmla="*/ 2212596 h 2344739"/>
              <a:gd name="connsiteX113" fmla="*/ 6709370 w 12193149"/>
              <a:gd name="connsiteY113" fmla="*/ 2240551 h 2344739"/>
              <a:gd name="connsiteX114" fmla="*/ 6550602 w 12193149"/>
              <a:gd name="connsiteY114" fmla="*/ 2269327 h 2344739"/>
              <a:gd name="connsiteX115" fmla="*/ 6318708 w 12193149"/>
              <a:gd name="connsiteY115" fmla="*/ 2316127 h 2344739"/>
              <a:gd name="connsiteX116" fmla="*/ 6169822 w 12193149"/>
              <a:gd name="connsiteY116" fmla="*/ 2318214 h 2344739"/>
              <a:gd name="connsiteX117" fmla="*/ 6074996 w 12193149"/>
              <a:gd name="connsiteY117" fmla="*/ 2338676 h 2344739"/>
              <a:gd name="connsiteX118" fmla="*/ 6069677 w 12193149"/>
              <a:gd name="connsiteY118" fmla="*/ 2337139 h 2344739"/>
              <a:gd name="connsiteX119" fmla="*/ 6049786 w 12193149"/>
              <a:gd name="connsiteY119" fmla="*/ 2337822 h 2344739"/>
              <a:gd name="connsiteX120" fmla="*/ 6042433 w 12193149"/>
              <a:gd name="connsiteY120" fmla="*/ 2329473 h 2344739"/>
              <a:gd name="connsiteX121" fmla="*/ 6011238 w 12193149"/>
              <a:gd name="connsiteY121" fmla="*/ 2324380 h 2344739"/>
              <a:gd name="connsiteX122" fmla="*/ 5958523 w 12193149"/>
              <a:gd name="connsiteY122" fmla="*/ 2328024 h 2344739"/>
              <a:gd name="connsiteX123" fmla="*/ 5760067 w 12193149"/>
              <a:gd name="connsiteY123" fmla="*/ 2343716 h 2344739"/>
              <a:gd name="connsiteX124" fmla="*/ 5628108 w 12193149"/>
              <a:gd name="connsiteY124" fmla="*/ 2344739 h 2344739"/>
              <a:gd name="connsiteX125" fmla="*/ 5472054 w 12193149"/>
              <a:gd name="connsiteY125" fmla="*/ 2330719 h 2344739"/>
              <a:gd name="connsiteX126" fmla="*/ 5433909 w 12193149"/>
              <a:gd name="connsiteY126" fmla="*/ 2319466 h 2344739"/>
              <a:gd name="connsiteX127" fmla="*/ 5382817 w 12193149"/>
              <a:gd name="connsiteY127" fmla="*/ 2301764 h 2344739"/>
              <a:gd name="connsiteX128" fmla="*/ 5262912 w 12193149"/>
              <a:gd name="connsiteY128" fmla="*/ 2281347 h 2344739"/>
              <a:gd name="connsiteX129" fmla="*/ 5224109 w 12193149"/>
              <a:gd name="connsiteY129" fmla="*/ 2270223 h 2344739"/>
              <a:gd name="connsiteX130" fmla="*/ 5175808 w 12193149"/>
              <a:gd name="connsiteY130" fmla="*/ 2267233 h 2344739"/>
              <a:gd name="connsiteX131" fmla="*/ 5157702 w 12193149"/>
              <a:gd name="connsiteY131" fmla="*/ 2260010 h 2344739"/>
              <a:gd name="connsiteX132" fmla="*/ 5143747 w 12193149"/>
              <a:gd name="connsiteY132" fmla="*/ 2256610 h 2344739"/>
              <a:gd name="connsiteX133" fmla="*/ 5140744 w 12193149"/>
              <a:gd name="connsiteY133" fmla="*/ 2254509 h 2344739"/>
              <a:gd name="connsiteX134" fmla="*/ 5122807 w 12193149"/>
              <a:gd name="connsiteY134" fmla="*/ 2243656 h 2344739"/>
              <a:gd name="connsiteX135" fmla="*/ 5066938 w 12193149"/>
              <a:gd name="connsiteY135" fmla="*/ 2250227 h 2344739"/>
              <a:gd name="connsiteX136" fmla="*/ 5012662 w 12193149"/>
              <a:gd name="connsiteY136" fmla="*/ 2233846 h 2344739"/>
              <a:gd name="connsiteX137" fmla="*/ 4841589 w 12193149"/>
              <a:gd name="connsiteY137" fmla="*/ 2209829 h 2344739"/>
              <a:gd name="connsiteX138" fmla="*/ 4763595 w 12193149"/>
              <a:gd name="connsiteY138" fmla="*/ 2182061 h 2344739"/>
              <a:gd name="connsiteX139" fmla="*/ 4724334 w 12193149"/>
              <a:gd name="connsiteY139" fmla="*/ 2173047 h 2344739"/>
              <a:gd name="connsiteX140" fmla="*/ 4722324 w 12193149"/>
              <a:gd name="connsiteY140" fmla="*/ 2172298 h 2344739"/>
              <a:gd name="connsiteX141" fmla="*/ 4723259 w 12193149"/>
              <a:gd name="connsiteY141" fmla="*/ 2172087 h 2344739"/>
              <a:gd name="connsiteX142" fmla="*/ 4718350 w 12193149"/>
              <a:gd name="connsiteY142" fmla="*/ 2170817 h 2344739"/>
              <a:gd name="connsiteX143" fmla="*/ 4722324 w 12193149"/>
              <a:gd name="connsiteY143" fmla="*/ 2172298 h 2344739"/>
              <a:gd name="connsiteX144" fmla="*/ 4716674 w 12193149"/>
              <a:gd name="connsiteY144" fmla="*/ 2173573 h 2344739"/>
              <a:gd name="connsiteX145" fmla="*/ 4516962 w 12193149"/>
              <a:gd name="connsiteY145" fmla="*/ 2163671 h 2344739"/>
              <a:gd name="connsiteX146" fmla="*/ 4429691 w 12193149"/>
              <a:gd name="connsiteY146" fmla="*/ 2153020 h 2344739"/>
              <a:gd name="connsiteX147" fmla="*/ 4364023 w 12193149"/>
              <a:gd name="connsiteY147" fmla="*/ 2151674 h 2344739"/>
              <a:gd name="connsiteX148" fmla="*/ 4318114 w 12193149"/>
              <a:gd name="connsiteY148" fmla="*/ 2158289 h 2344739"/>
              <a:gd name="connsiteX149" fmla="*/ 4316258 w 12193149"/>
              <a:gd name="connsiteY149" fmla="*/ 2156948 h 2344739"/>
              <a:gd name="connsiteX150" fmla="*/ 4296292 w 12193149"/>
              <a:gd name="connsiteY150" fmla="*/ 2155069 h 2344739"/>
              <a:gd name="connsiteX151" fmla="*/ 4291212 w 12193149"/>
              <a:gd name="connsiteY151" fmla="*/ 2157986 h 2344739"/>
              <a:gd name="connsiteX152" fmla="*/ 4277290 w 12193149"/>
              <a:gd name="connsiteY152" fmla="*/ 2157740 h 2344739"/>
              <a:gd name="connsiteX153" fmla="*/ 4249265 w 12193149"/>
              <a:gd name="connsiteY153" fmla="*/ 2160064 h 2344739"/>
              <a:gd name="connsiteX154" fmla="*/ 4203199 w 12193149"/>
              <a:gd name="connsiteY154" fmla="*/ 2157269 h 2344739"/>
              <a:gd name="connsiteX155" fmla="*/ 4202893 w 12193149"/>
              <a:gd name="connsiteY155" fmla="*/ 2156010 h 2344739"/>
              <a:gd name="connsiteX156" fmla="*/ 4192396 w 12193149"/>
              <a:gd name="connsiteY156" fmla="*/ 2150376 h 2344739"/>
              <a:gd name="connsiteX157" fmla="*/ 4143893 w 12193149"/>
              <a:gd name="connsiteY157" fmla="*/ 2134511 h 2344739"/>
              <a:gd name="connsiteX158" fmla="*/ 4084245 w 12193149"/>
              <a:gd name="connsiteY158" fmla="*/ 2107978 h 2344739"/>
              <a:gd name="connsiteX159" fmla="*/ 4075694 w 12193149"/>
              <a:gd name="connsiteY159" fmla="*/ 2107143 h 2344739"/>
              <a:gd name="connsiteX160" fmla="*/ 4075575 w 12193149"/>
              <a:gd name="connsiteY160" fmla="*/ 2106844 h 2344739"/>
              <a:gd name="connsiteX161" fmla="*/ 4066658 w 12193149"/>
              <a:gd name="connsiteY161" fmla="*/ 2105400 h 2344739"/>
              <a:gd name="connsiteX162" fmla="*/ 4060102 w 12193149"/>
              <a:gd name="connsiteY162" fmla="*/ 2105618 h 2344739"/>
              <a:gd name="connsiteX163" fmla="*/ 4043512 w 12193149"/>
              <a:gd name="connsiteY163" fmla="*/ 2103997 h 2344739"/>
              <a:gd name="connsiteX164" fmla="*/ 4038145 w 12193149"/>
              <a:gd name="connsiteY164" fmla="*/ 2101563 h 2344739"/>
              <a:gd name="connsiteX165" fmla="*/ 4036511 w 12193149"/>
              <a:gd name="connsiteY165" fmla="*/ 2097896 h 2344739"/>
              <a:gd name="connsiteX166" fmla="*/ 4034926 w 12193149"/>
              <a:gd name="connsiteY166" fmla="*/ 2098131 h 2344739"/>
              <a:gd name="connsiteX167" fmla="*/ 4005686 w 12193149"/>
              <a:gd name="connsiteY167" fmla="*/ 2085563 h 2344739"/>
              <a:gd name="connsiteX168" fmla="*/ 3937994 w 12193149"/>
              <a:gd name="connsiteY168" fmla="*/ 2068106 h 2344739"/>
              <a:gd name="connsiteX169" fmla="*/ 3898423 w 12193149"/>
              <a:gd name="connsiteY169" fmla="*/ 2062451 h 2344739"/>
              <a:gd name="connsiteX170" fmla="*/ 3790908 w 12193149"/>
              <a:gd name="connsiteY170" fmla="*/ 2042213 h 2344739"/>
              <a:gd name="connsiteX171" fmla="*/ 3683661 w 12193149"/>
              <a:gd name="connsiteY171" fmla="*/ 2018290 h 2344739"/>
              <a:gd name="connsiteX172" fmla="*/ 3611183 w 12193149"/>
              <a:gd name="connsiteY172" fmla="*/ 1986019 h 2344739"/>
              <a:gd name="connsiteX173" fmla="*/ 3605003 w 12193149"/>
              <a:gd name="connsiteY173" fmla="*/ 1987381 h 2344739"/>
              <a:gd name="connsiteX174" fmla="*/ 3595884 w 12193149"/>
              <a:gd name="connsiteY174" fmla="*/ 1987545 h 2344739"/>
              <a:gd name="connsiteX175" fmla="*/ 3595649 w 12193149"/>
              <a:gd name="connsiteY175" fmla="*/ 1987276 h 2344739"/>
              <a:gd name="connsiteX176" fmla="*/ 3587126 w 12193149"/>
              <a:gd name="connsiteY176" fmla="*/ 1987966 h 2344739"/>
              <a:gd name="connsiteX177" fmla="*/ 3537283 w 12193149"/>
              <a:gd name="connsiteY177" fmla="*/ 1978267 h 2344739"/>
              <a:gd name="connsiteX178" fmla="*/ 3474371 w 12193149"/>
              <a:gd name="connsiteY178" fmla="*/ 1974606 h 2344739"/>
              <a:gd name="connsiteX179" fmla="*/ 3401876 w 12193149"/>
              <a:gd name="connsiteY179" fmla="*/ 1962558 h 2344739"/>
              <a:gd name="connsiteX180" fmla="*/ 3365036 w 12193149"/>
              <a:gd name="connsiteY180" fmla="*/ 1979510 h 2344739"/>
              <a:gd name="connsiteX181" fmla="*/ 3345174 w 12193149"/>
              <a:gd name="connsiteY181" fmla="*/ 1981192 h 2344739"/>
              <a:gd name="connsiteX182" fmla="*/ 3342846 w 12193149"/>
              <a:gd name="connsiteY182" fmla="*/ 1980217 h 2344739"/>
              <a:gd name="connsiteX183" fmla="*/ 3263504 w 12193149"/>
              <a:gd name="connsiteY183" fmla="*/ 1986094 h 2344739"/>
              <a:gd name="connsiteX184" fmla="*/ 3143704 w 12193149"/>
              <a:gd name="connsiteY184" fmla="*/ 1993869 h 2344739"/>
              <a:gd name="connsiteX185" fmla="*/ 3031439 w 12193149"/>
              <a:gd name="connsiteY185" fmla="*/ 1996512 h 2344739"/>
              <a:gd name="connsiteX186" fmla="*/ 2782717 w 12193149"/>
              <a:gd name="connsiteY186" fmla="*/ 2018333 h 2344739"/>
              <a:gd name="connsiteX187" fmla="*/ 2647675 w 12193149"/>
              <a:gd name="connsiteY187" fmla="*/ 2028869 h 2344739"/>
              <a:gd name="connsiteX188" fmla="*/ 2569176 w 12193149"/>
              <a:gd name="connsiteY188" fmla="*/ 2002628 h 2344739"/>
              <a:gd name="connsiteX189" fmla="*/ 2444403 w 12193149"/>
              <a:gd name="connsiteY189" fmla="*/ 2016529 h 2344739"/>
              <a:gd name="connsiteX190" fmla="*/ 2316260 w 12193149"/>
              <a:gd name="connsiteY190" fmla="*/ 2024996 h 2344739"/>
              <a:gd name="connsiteX191" fmla="*/ 2209726 w 12193149"/>
              <a:gd name="connsiteY191" fmla="*/ 2019763 h 2344739"/>
              <a:gd name="connsiteX192" fmla="*/ 2095813 w 12193149"/>
              <a:gd name="connsiteY192" fmla="*/ 2003052 h 2344739"/>
              <a:gd name="connsiteX193" fmla="*/ 1998504 w 12193149"/>
              <a:gd name="connsiteY193" fmla="*/ 1995032 h 2344739"/>
              <a:gd name="connsiteX194" fmla="*/ 1929320 w 12193149"/>
              <a:gd name="connsiteY194" fmla="*/ 2016977 h 2344739"/>
              <a:gd name="connsiteX195" fmla="*/ 1922798 w 12193149"/>
              <a:gd name="connsiteY195" fmla="*/ 2012146 h 2344739"/>
              <a:gd name="connsiteX196" fmla="*/ 1874228 w 12193149"/>
              <a:gd name="connsiteY196" fmla="*/ 2013741 h 2344739"/>
              <a:gd name="connsiteX197" fmla="*/ 1787803 w 12193149"/>
              <a:gd name="connsiteY197" fmla="*/ 2041363 h 2344739"/>
              <a:gd name="connsiteX198" fmla="*/ 1739352 w 12193149"/>
              <a:gd name="connsiteY198" fmla="*/ 2036312 h 2344739"/>
              <a:gd name="connsiteX199" fmla="*/ 1676219 w 12193149"/>
              <a:gd name="connsiteY199" fmla="*/ 2019963 h 2344739"/>
              <a:gd name="connsiteX200" fmla="*/ 1609817 w 12193149"/>
              <a:gd name="connsiteY200" fmla="*/ 2013066 h 2344739"/>
              <a:gd name="connsiteX201" fmla="*/ 1497258 w 12193149"/>
              <a:gd name="connsiteY201" fmla="*/ 1987476 h 2344739"/>
              <a:gd name="connsiteX202" fmla="*/ 1151127 w 12193149"/>
              <a:gd name="connsiteY202" fmla="*/ 1938041 h 2344739"/>
              <a:gd name="connsiteX203" fmla="*/ 859417 w 12193149"/>
              <a:gd name="connsiteY203" fmla="*/ 1928608 h 2344739"/>
              <a:gd name="connsiteX204" fmla="*/ 838688 w 12193149"/>
              <a:gd name="connsiteY204" fmla="*/ 1929821 h 2344739"/>
              <a:gd name="connsiteX205" fmla="*/ 817957 w 12193149"/>
              <a:gd name="connsiteY205" fmla="*/ 1927857 h 2344739"/>
              <a:gd name="connsiteX206" fmla="*/ 812654 w 12193149"/>
              <a:gd name="connsiteY206" fmla="*/ 1930751 h 2344739"/>
              <a:gd name="connsiteX207" fmla="*/ 721195 w 12193149"/>
              <a:gd name="connsiteY207" fmla="*/ 1929661 h 2344739"/>
              <a:gd name="connsiteX208" fmla="*/ 720890 w 12193149"/>
              <a:gd name="connsiteY208" fmla="*/ 1928399 h 2344739"/>
              <a:gd name="connsiteX209" fmla="*/ 710023 w 12193149"/>
              <a:gd name="connsiteY209" fmla="*/ 1922722 h 2344739"/>
              <a:gd name="connsiteX210" fmla="*/ 597940 w 12193149"/>
              <a:gd name="connsiteY210" fmla="*/ 1879864 h 2344739"/>
              <a:gd name="connsiteX211" fmla="*/ 579683 w 12193149"/>
              <a:gd name="connsiteY211" fmla="*/ 1877212 h 2344739"/>
              <a:gd name="connsiteX212" fmla="*/ 572865 w 12193149"/>
              <a:gd name="connsiteY212" fmla="*/ 1877401 h 2344739"/>
              <a:gd name="connsiteX213" fmla="*/ 446247 w 12193149"/>
              <a:gd name="connsiteY213" fmla="*/ 1839371 h 2344739"/>
              <a:gd name="connsiteX214" fmla="*/ 405163 w 12193149"/>
              <a:gd name="connsiteY214" fmla="*/ 1833548 h 2344739"/>
              <a:gd name="connsiteX215" fmla="*/ 293583 w 12193149"/>
              <a:gd name="connsiteY215" fmla="*/ 1812852 h 2344739"/>
              <a:gd name="connsiteX216" fmla="*/ 119529 w 12193149"/>
              <a:gd name="connsiteY216" fmla="*/ 1761047 h 2344739"/>
              <a:gd name="connsiteX217" fmla="*/ 16674 w 12193149"/>
              <a:gd name="connsiteY217" fmla="*/ 1758191 h 2344739"/>
              <a:gd name="connsiteX218" fmla="*/ 1150 w 12193149"/>
              <a:gd name="connsiteY218" fmla="*/ 1752722 h 2344739"/>
              <a:gd name="connsiteX219" fmla="*/ 1148 w 12193149"/>
              <a:gd name="connsiteY219" fmla="*/ 222213 h 2344739"/>
              <a:gd name="connsiteX220" fmla="*/ 1148 w 12193149"/>
              <a:gd name="connsiteY220"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083317 w 12193149"/>
              <a:gd name="connsiteY58" fmla="*/ 1743296 h 2344739"/>
              <a:gd name="connsiteX59" fmla="*/ 10040388 w 12193149"/>
              <a:gd name="connsiteY59" fmla="*/ 1741632 h 2344739"/>
              <a:gd name="connsiteX60" fmla="*/ 9961167 w 12193149"/>
              <a:gd name="connsiteY60" fmla="*/ 1757147 h 2344739"/>
              <a:gd name="connsiteX61" fmla="*/ 9848940 w 12193149"/>
              <a:gd name="connsiteY61" fmla="*/ 1763915 h 2344739"/>
              <a:gd name="connsiteX62" fmla="*/ 9729457 w 12193149"/>
              <a:gd name="connsiteY62" fmla="*/ 1784122 h 2344739"/>
              <a:gd name="connsiteX63" fmla="*/ 9613704 w 12193149"/>
              <a:gd name="connsiteY63" fmla="*/ 1812371 h 2344739"/>
              <a:gd name="connsiteX64" fmla="*/ 9338590 w 12193149"/>
              <a:gd name="connsiteY64" fmla="*/ 1869293 h 2344739"/>
              <a:gd name="connsiteX65" fmla="*/ 9232518 w 12193149"/>
              <a:gd name="connsiteY65" fmla="*/ 1893149 h 2344739"/>
              <a:gd name="connsiteX66" fmla="*/ 9156690 w 12193149"/>
              <a:gd name="connsiteY66" fmla="*/ 1903228 h 2344739"/>
              <a:gd name="connsiteX67" fmla="*/ 9054601 w 12193149"/>
              <a:gd name="connsiteY67" fmla="*/ 1910755 h 2344739"/>
              <a:gd name="connsiteX68" fmla="*/ 9006634 w 12193149"/>
              <a:gd name="connsiteY68" fmla="*/ 1914040 h 2344739"/>
              <a:gd name="connsiteX69" fmla="*/ 9006349 w 12193149"/>
              <a:gd name="connsiteY69" fmla="*/ 1913800 h 2344739"/>
              <a:gd name="connsiteX70" fmla="*/ 8997380 w 12193149"/>
              <a:gd name="connsiteY70" fmla="*/ 1915011 h 2344739"/>
              <a:gd name="connsiteX71" fmla="*/ 8991542 w 12193149"/>
              <a:gd name="connsiteY71" fmla="*/ 1917072 h 2344739"/>
              <a:gd name="connsiteX72" fmla="*/ 8975485 w 12193149"/>
              <a:gd name="connsiteY72" fmla="*/ 1920298 h 2344739"/>
              <a:gd name="connsiteX73" fmla="*/ 8969159 w 12193149"/>
              <a:gd name="connsiteY73" fmla="*/ 1919598 h 2344739"/>
              <a:gd name="connsiteX74" fmla="*/ 8964196 w 12193149"/>
              <a:gd name="connsiteY74" fmla="*/ 1917373 h 2344739"/>
              <a:gd name="connsiteX75" fmla="*/ 8930136 w 12193149"/>
              <a:gd name="connsiteY75" fmla="*/ 1914185 h 2344739"/>
              <a:gd name="connsiteX76" fmla="*/ 8753592 w 12193149"/>
              <a:gd name="connsiteY76" fmla="*/ 1933417 h 2344739"/>
              <a:gd name="connsiteX77" fmla="*/ 8708995 w 12193149"/>
              <a:gd name="connsiteY77" fmla="*/ 1935518 h 2344739"/>
              <a:gd name="connsiteX78" fmla="*/ 8597219 w 12193149"/>
              <a:gd name="connsiteY78" fmla="*/ 1944090 h 2344739"/>
              <a:gd name="connsiteX79" fmla="*/ 8526378 w 12193149"/>
              <a:gd name="connsiteY79" fmla="*/ 1929248 h 2344739"/>
              <a:gd name="connsiteX80" fmla="*/ 8512131 w 12193149"/>
              <a:gd name="connsiteY80" fmla="*/ 1935163 h 2344739"/>
              <a:gd name="connsiteX81" fmla="*/ 8507315 w 12193149"/>
              <a:gd name="connsiteY81" fmla="*/ 1938164 h 2344739"/>
              <a:gd name="connsiteX82" fmla="*/ 8499116 w 12193149"/>
              <a:gd name="connsiteY82" fmla="*/ 1940902 h 2344739"/>
              <a:gd name="connsiteX83" fmla="*/ 8498742 w 12193149"/>
              <a:gd name="connsiteY83" fmla="*/ 1940723 h 2344739"/>
              <a:gd name="connsiteX84" fmla="*/ 8491397 w 12193149"/>
              <a:gd name="connsiteY84" fmla="*/ 1943773 h 2344739"/>
              <a:gd name="connsiteX85" fmla="*/ 8368330 w 12193149"/>
              <a:gd name="connsiteY85" fmla="*/ 1957815 h 2344739"/>
              <a:gd name="connsiteX86" fmla="*/ 8354947 w 12193149"/>
              <a:gd name="connsiteY86" fmla="*/ 1958009 h 2344739"/>
              <a:gd name="connsiteX87" fmla="*/ 8321252 w 12193149"/>
              <a:gd name="connsiteY87" fmla="*/ 1974587 h 2344739"/>
              <a:gd name="connsiteX88" fmla="*/ 8315581 w 12193149"/>
              <a:gd name="connsiteY88" fmla="*/ 1974913 h 2344739"/>
              <a:gd name="connsiteX89" fmla="*/ 8296322 w 12193149"/>
              <a:gd name="connsiteY89" fmla="*/ 1988808 h 2344739"/>
              <a:gd name="connsiteX90" fmla="*/ 8285424 w 12193149"/>
              <a:gd name="connsiteY90" fmla="*/ 1994631 h 2344739"/>
              <a:gd name="connsiteX91" fmla="*/ 8284298 w 12193149"/>
              <a:gd name="connsiteY91" fmla="*/ 1999074 h 2344739"/>
              <a:gd name="connsiteX92" fmla="*/ 8267224 w 12193149"/>
              <a:gd name="connsiteY92" fmla="*/ 2006249 h 2344739"/>
              <a:gd name="connsiteX93" fmla="*/ 8264525 w 12193149"/>
              <a:gd name="connsiteY93" fmla="*/ 2006019 h 2344739"/>
              <a:gd name="connsiteX94" fmla="*/ 8253181 w 12193149"/>
              <a:gd name="connsiteY94" fmla="*/ 2015862 h 2344739"/>
              <a:gd name="connsiteX95" fmla="*/ 8246982 w 12193149"/>
              <a:gd name="connsiteY95" fmla="*/ 2028854 h 2344739"/>
              <a:gd name="connsiteX96" fmla="*/ 8091420 w 12193149"/>
              <a:gd name="connsiteY96" fmla="*/ 2075015 h 2344739"/>
              <a:gd name="connsiteX97" fmla="*/ 7906555 w 12193149"/>
              <a:gd name="connsiteY97" fmla="*/ 2116988 h 2344739"/>
              <a:gd name="connsiteX98" fmla="*/ 7719893 w 12193149"/>
              <a:gd name="connsiteY98" fmla="*/ 2142703 h 2344739"/>
              <a:gd name="connsiteX99" fmla="*/ 7615495 w 12193149"/>
              <a:gd name="connsiteY99" fmla="*/ 2139232 h 2344739"/>
              <a:gd name="connsiteX100" fmla="*/ 7528691 w 12193149"/>
              <a:gd name="connsiteY100" fmla="*/ 2145060 h 2344739"/>
              <a:gd name="connsiteX101" fmla="*/ 7520719 w 12193149"/>
              <a:gd name="connsiteY101" fmla="*/ 2147613 h 2344739"/>
              <a:gd name="connsiteX102" fmla="*/ 7508559 w 12193149"/>
              <a:gd name="connsiteY102" fmla="*/ 2148948 h 2344739"/>
              <a:gd name="connsiteX103" fmla="*/ 7508188 w 12193149"/>
              <a:gd name="connsiteY103" fmla="*/ 2148621 h 2344739"/>
              <a:gd name="connsiteX104" fmla="*/ 7496943 w 12193149"/>
              <a:gd name="connsiteY104" fmla="*/ 2150573 h 2344739"/>
              <a:gd name="connsiteX105" fmla="*/ 7219707 w 12193149"/>
              <a:gd name="connsiteY105" fmla="*/ 2156680 h 2344739"/>
              <a:gd name="connsiteX106" fmla="*/ 7202249 w 12193149"/>
              <a:gd name="connsiteY106" fmla="*/ 2161230 h 2344739"/>
              <a:gd name="connsiteX107" fmla="*/ 7198152 w 12193149"/>
              <a:gd name="connsiteY107" fmla="*/ 2166588 h 2344739"/>
              <a:gd name="connsiteX108" fmla="*/ 7171956 w 12193149"/>
              <a:gd name="connsiteY108" fmla="*/ 2171236 h 2344739"/>
              <a:gd name="connsiteX109" fmla="*/ 7098136 w 12193149"/>
              <a:gd name="connsiteY109" fmla="*/ 2183464 h 2344739"/>
              <a:gd name="connsiteX110" fmla="*/ 7019644 w 12193149"/>
              <a:gd name="connsiteY110" fmla="*/ 2183090 h 2344739"/>
              <a:gd name="connsiteX111" fmla="*/ 6905294 w 12193149"/>
              <a:gd name="connsiteY111" fmla="*/ 2212596 h 2344739"/>
              <a:gd name="connsiteX112" fmla="*/ 6709370 w 12193149"/>
              <a:gd name="connsiteY112" fmla="*/ 2240551 h 2344739"/>
              <a:gd name="connsiteX113" fmla="*/ 6550602 w 12193149"/>
              <a:gd name="connsiteY113" fmla="*/ 2269327 h 2344739"/>
              <a:gd name="connsiteX114" fmla="*/ 6318708 w 12193149"/>
              <a:gd name="connsiteY114" fmla="*/ 2316127 h 2344739"/>
              <a:gd name="connsiteX115" fmla="*/ 6169822 w 12193149"/>
              <a:gd name="connsiteY115" fmla="*/ 2318214 h 2344739"/>
              <a:gd name="connsiteX116" fmla="*/ 6074996 w 12193149"/>
              <a:gd name="connsiteY116" fmla="*/ 2338676 h 2344739"/>
              <a:gd name="connsiteX117" fmla="*/ 6069677 w 12193149"/>
              <a:gd name="connsiteY117" fmla="*/ 2337139 h 2344739"/>
              <a:gd name="connsiteX118" fmla="*/ 6049786 w 12193149"/>
              <a:gd name="connsiteY118" fmla="*/ 2337822 h 2344739"/>
              <a:gd name="connsiteX119" fmla="*/ 6042433 w 12193149"/>
              <a:gd name="connsiteY119" fmla="*/ 2329473 h 2344739"/>
              <a:gd name="connsiteX120" fmla="*/ 6011238 w 12193149"/>
              <a:gd name="connsiteY120" fmla="*/ 2324380 h 2344739"/>
              <a:gd name="connsiteX121" fmla="*/ 5958523 w 12193149"/>
              <a:gd name="connsiteY121" fmla="*/ 2328024 h 2344739"/>
              <a:gd name="connsiteX122" fmla="*/ 5760067 w 12193149"/>
              <a:gd name="connsiteY122" fmla="*/ 2343716 h 2344739"/>
              <a:gd name="connsiteX123" fmla="*/ 5628108 w 12193149"/>
              <a:gd name="connsiteY123" fmla="*/ 2344739 h 2344739"/>
              <a:gd name="connsiteX124" fmla="*/ 5472054 w 12193149"/>
              <a:gd name="connsiteY124" fmla="*/ 2330719 h 2344739"/>
              <a:gd name="connsiteX125" fmla="*/ 5433909 w 12193149"/>
              <a:gd name="connsiteY125" fmla="*/ 2319466 h 2344739"/>
              <a:gd name="connsiteX126" fmla="*/ 5382817 w 12193149"/>
              <a:gd name="connsiteY126" fmla="*/ 2301764 h 2344739"/>
              <a:gd name="connsiteX127" fmla="*/ 5262912 w 12193149"/>
              <a:gd name="connsiteY127" fmla="*/ 2281347 h 2344739"/>
              <a:gd name="connsiteX128" fmla="*/ 5224109 w 12193149"/>
              <a:gd name="connsiteY128" fmla="*/ 2270223 h 2344739"/>
              <a:gd name="connsiteX129" fmla="*/ 5175808 w 12193149"/>
              <a:gd name="connsiteY129" fmla="*/ 2267233 h 2344739"/>
              <a:gd name="connsiteX130" fmla="*/ 5157702 w 12193149"/>
              <a:gd name="connsiteY130" fmla="*/ 2260010 h 2344739"/>
              <a:gd name="connsiteX131" fmla="*/ 5143747 w 12193149"/>
              <a:gd name="connsiteY131" fmla="*/ 2256610 h 2344739"/>
              <a:gd name="connsiteX132" fmla="*/ 5140744 w 12193149"/>
              <a:gd name="connsiteY132" fmla="*/ 2254509 h 2344739"/>
              <a:gd name="connsiteX133" fmla="*/ 5122807 w 12193149"/>
              <a:gd name="connsiteY133" fmla="*/ 2243656 h 2344739"/>
              <a:gd name="connsiteX134" fmla="*/ 5066938 w 12193149"/>
              <a:gd name="connsiteY134" fmla="*/ 2250227 h 2344739"/>
              <a:gd name="connsiteX135" fmla="*/ 5012662 w 12193149"/>
              <a:gd name="connsiteY135" fmla="*/ 2233846 h 2344739"/>
              <a:gd name="connsiteX136" fmla="*/ 4841589 w 12193149"/>
              <a:gd name="connsiteY136" fmla="*/ 2209829 h 2344739"/>
              <a:gd name="connsiteX137" fmla="*/ 4763595 w 12193149"/>
              <a:gd name="connsiteY137" fmla="*/ 2182061 h 2344739"/>
              <a:gd name="connsiteX138" fmla="*/ 4724334 w 12193149"/>
              <a:gd name="connsiteY138" fmla="*/ 2173047 h 2344739"/>
              <a:gd name="connsiteX139" fmla="*/ 4722324 w 12193149"/>
              <a:gd name="connsiteY139" fmla="*/ 2172298 h 2344739"/>
              <a:gd name="connsiteX140" fmla="*/ 4723259 w 12193149"/>
              <a:gd name="connsiteY140" fmla="*/ 2172087 h 2344739"/>
              <a:gd name="connsiteX141" fmla="*/ 4718350 w 12193149"/>
              <a:gd name="connsiteY141" fmla="*/ 2170817 h 2344739"/>
              <a:gd name="connsiteX142" fmla="*/ 4722324 w 12193149"/>
              <a:gd name="connsiteY142" fmla="*/ 2172298 h 2344739"/>
              <a:gd name="connsiteX143" fmla="*/ 4716674 w 12193149"/>
              <a:gd name="connsiteY143" fmla="*/ 2173573 h 2344739"/>
              <a:gd name="connsiteX144" fmla="*/ 4516962 w 12193149"/>
              <a:gd name="connsiteY144" fmla="*/ 2163671 h 2344739"/>
              <a:gd name="connsiteX145" fmla="*/ 4429691 w 12193149"/>
              <a:gd name="connsiteY145" fmla="*/ 2153020 h 2344739"/>
              <a:gd name="connsiteX146" fmla="*/ 4364023 w 12193149"/>
              <a:gd name="connsiteY146" fmla="*/ 2151674 h 2344739"/>
              <a:gd name="connsiteX147" fmla="*/ 4318114 w 12193149"/>
              <a:gd name="connsiteY147" fmla="*/ 2158289 h 2344739"/>
              <a:gd name="connsiteX148" fmla="*/ 4316258 w 12193149"/>
              <a:gd name="connsiteY148" fmla="*/ 2156948 h 2344739"/>
              <a:gd name="connsiteX149" fmla="*/ 4296292 w 12193149"/>
              <a:gd name="connsiteY149" fmla="*/ 2155069 h 2344739"/>
              <a:gd name="connsiteX150" fmla="*/ 4291212 w 12193149"/>
              <a:gd name="connsiteY150" fmla="*/ 2157986 h 2344739"/>
              <a:gd name="connsiteX151" fmla="*/ 4277290 w 12193149"/>
              <a:gd name="connsiteY151" fmla="*/ 2157740 h 2344739"/>
              <a:gd name="connsiteX152" fmla="*/ 4249265 w 12193149"/>
              <a:gd name="connsiteY152" fmla="*/ 2160064 h 2344739"/>
              <a:gd name="connsiteX153" fmla="*/ 4203199 w 12193149"/>
              <a:gd name="connsiteY153" fmla="*/ 2157269 h 2344739"/>
              <a:gd name="connsiteX154" fmla="*/ 4202893 w 12193149"/>
              <a:gd name="connsiteY154" fmla="*/ 2156010 h 2344739"/>
              <a:gd name="connsiteX155" fmla="*/ 4192396 w 12193149"/>
              <a:gd name="connsiteY155" fmla="*/ 2150376 h 2344739"/>
              <a:gd name="connsiteX156" fmla="*/ 4143893 w 12193149"/>
              <a:gd name="connsiteY156" fmla="*/ 2134511 h 2344739"/>
              <a:gd name="connsiteX157" fmla="*/ 4084245 w 12193149"/>
              <a:gd name="connsiteY157" fmla="*/ 2107978 h 2344739"/>
              <a:gd name="connsiteX158" fmla="*/ 4075694 w 12193149"/>
              <a:gd name="connsiteY158" fmla="*/ 2107143 h 2344739"/>
              <a:gd name="connsiteX159" fmla="*/ 4075575 w 12193149"/>
              <a:gd name="connsiteY159" fmla="*/ 2106844 h 2344739"/>
              <a:gd name="connsiteX160" fmla="*/ 4066658 w 12193149"/>
              <a:gd name="connsiteY160" fmla="*/ 2105400 h 2344739"/>
              <a:gd name="connsiteX161" fmla="*/ 4060102 w 12193149"/>
              <a:gd name="connsiteY161" fmla="*/ 2105618 h 2344739"/>
              <a:gd name="connsiteX162" fmla="*/ 4043512 w 12193149"/>
              <a:gd name="connsiteY162" fmla="*/ 2103997 h 2344739"/>
              <a:gd name="connsiteX163" fmla="*/ 4038145 w 12193149"/>
              <a:gd name="connsiteY163" fmla="*/ 2101563 h 2344739"/>
              <a:gd name="connsiteX164" fmla="*/ 4036511 w 12193149"/>
              <a:gd name="connsiteY164" fmla="*/ 2097896 h 2344739"/>
              <a:gd name="connsiteX165" fmla="*/ 4034926 w 12193149"/>
              <a:gd name="connsiteY165" fmla="*/ 2098131 h 2344739"/>
              <a:gd name="connsiteX166" fmla="*/ 4005686 w 12193149"/>
              <a:gd name="connsiteY166" fmla="*/ 2085563 h 2344739"/>
              <a:gd name="connsiteX167" fmla="*/ 3937994 w 12193149"/>
              <a:gd name="connsiteY167" fmla="*/ 2068106 h 2344739"/>
              <a:gd name="connsiteX168" fmla="*/ 3898423 w 12193149"/>
              <a:gd name="connsiteY168" fmla="*/ 2062451 h 2344739"/>
              <a:gd name="connsiteX169" fmla="*/ 3790908 w 12193149"/>
              <a:gd name="connsiteY169" fmla="*/ 2042213 h 2344739"/>
              <a:gd name="connsiteX170" fmla="*/ 3683661 w 12193149"/>
              <a:gd name="connsiteY170" fmla="*/ 2018290 h 2344739"/>
              <a:gd name="connsiteX171" fmla="*/ 3611183 w 12193149"/>
              <a:gd name="connsiteY171" fmla="*/ 1986019 h 2344739"/>
              <a:gd name="connsiteX172" fmla="*/ 3605003 w 12193149"/>
              <a:gd name="connsiteY172" fmla="*/ 1987381 h 2344739"/>
              <a:gd name="connsiteX173" fmla="*/ 3595884 w 12193149"/>
              <a:gd name="connsiteY173" fmla="*/ 1987545 h 2344739"/>
              <a:gd name="connsiteX174" fmla="*/ 3595649 w 12193149"/>
              <a:gd name="connsiteY174" fmla="*/ 1987276 h 2344739"/>
              <a:gd name="connsiteX175" fmla="*/ 3587126 w 12193149"/>
              <a:gd name="connsiteY175" fmla="*/ 1987966 h 2344739"/>
              <a:gd name="connsiteX176" fmla="*/ 3537283 w 12193149"/>
              <a:gd name="connsiteY176" fmla="*/ 1978267 h 2344739"/>
              <a:gd name="connsiteX177" fmla="*/ 3474371 w 12193149"/>
              <a:gd name="connsiteY177" fmla="*/ 1974606 h 2344739"/>
              <a:gd name="connsiteX178" fmla="*/ 3401876 w 12193149"/>
              <a:gd name="connsiteY178" fmla="*/ 1962558 h 2344739"/>
              <a:gd name="connsiteX179" fmla="*/ 3365036 w 12193149"/>
              <a:gd name="connsiteY179" fmla="*/ 1979510 h 2344739"/>
              <a:gd name="connsiteX180" fmla="*/ 3345174 w 12193149"/>
              <a:gd name="connsiteY180" fmla="*/ 1981192 h 2344739"/>
              <a:gd name="connsiteX181" fmla="*/ 3342846 w 12193149"/>
              <a:gd name="connsiteY181" fmla="*/ 1980217 h 2344739"/>
              <a:gd name="connsiteX182" fmla="*/ 3263504 w 12193149"/>
              <a:gd name="connsiteY182" fmla="*/ 1986094 h 2344739"/>
              <a:gd name="connsiteX183" fmla="*/ 3143704 w 12193149"/>
              <a:gd name="connsiteY183" fmla="*/ 1993869 h 2344739"/>
              <a:gd name="connsiteX184" fmla="*/ 3031439 w 12193149"/>
              <a:gd name="connsiteY184" fmla="*/ 1996512 h 2344739"/>
              <a:gd name="connsiteX185" fmla="*/ 2782717 w 12193149"/>
              <a:gd name="connsiteY185" fmla="*/ 2018333 h 2344739"/>
              <a:gd name="connsiteX186" fmla="*/ 2647675 w 12193149"/>
              <a:gd name="connsiteY186" fmla="*/ 2028869 h 2344739"/>
              <a:gd name="connsiteX187" fmla="*/ 2569176 w 12193149"/>
              <a:gd name="connsiteY187" fmla="*/ 2002628 h 2344739"/>
              <a:gd name="connsiteX188" fmla="*/ 2444403 w 12193149"/>
              <a:gd name="connsiteY188" fmla="*/ 2016529 h 2344739"/>
              <a:gd name="connsiteX189" fmla="*/ 2316260 w 12193149"/>
              <a:gd name="connsiteY189" fmla="*/ 2024996 h 2344739"/>
              <a:gd name="connsiteX190" fmla="*/ 2209726 w 12193149"/>
              <a:gd name="connsiteY190" fmla="*/ 2019763 h 2344739"/>
              <a:gd name="connsiteX191" fmla="*/ 2095813 w 12193149"/>
              <a:gd name="connsiteY191" fmla="*/ 2003052 h 2344739"/>
              <a:gd name="connsiteX192" fmla="*/ 1998504 w 12193149"/>
              <a:gd name="connsiteY192" fmla="*/ 1995032 h 2344739"/>
              <a:gd name="connsiteX193" fmla="*/ 1929320 w 12193149"/>
              <a:gd name="connsiteY193" fmla="*/ 2016977 h 2344739"/>
              <a:gd name="connsiteX194" fmla="*/ 1922798 w 12193149"/>
              <a:gd name="connsiteY194" fmla="*/ 2012146 h 2344739"/>
              <a:gd name="connsiteX195" fmla="*/ 1874228 w 12193149"/>
              <a:gd name="connsiteY195" fmla="*/ 2013741 h 2344739"/>
              <a:gd name="connsiteX196" fmla="*/ 1787803 w 12193149"/>
              <a:gd name="connsiteY196" fmla="*/ 2041363 h 2344739"/>
              <a:gd name="connsiteX197" fmla="*/ 1739352 w 12193149"/>
              <a:gd name="connsiteY197" fmla="*/ 2036312 h 2344739"/>
              <a:gd name="connsiteX198" fmla="*/ 1676219 w 12193149"/>
              <a:gd name="connsiteY198" fmla="*/ 2019963 h 2344739"/>
              <a:gd name="connsiteX199" fmla="*/ 1609817 w 12193149"/>
              <a:gd name="connsiteY199" fmla="*/ 2013066 h 2344739"/>
              <a:gd name="connsiteX200" fmla="*/ 1497258 w 12193149"/>
              <a:gd name="connsiteY200" fmla="*/ 1987476 h 2344739"/>
              <a:gd name="connsiteX201" fmla="*/ 1151127 w 12193149"/>
              <a:gd name="connsiteY201" fmla="*/ 1938041 h 2344739"/>
              <a:gd name="connsiteX202" fmla="*/ 859417 w 12193149"/>
              <a:gd name="connsiteY202" fmla="*/ 1928608 h 2344739"/>
              <a:gd name="connsiteX203" fmla="*/ 838688 w 12193149"/>
              <a:gd name="connsiteY203" fmla="*/ 1929821 h 2344739"/>
              <a:gd name="connsiteX204" fmla="*/ 817957 w 12193149"/>
              <a:gd name="connsiteY204" fmla="*/ 1927857 h 2344739"/>
              <a:gd name="connsiteX205" fmla="*/ 812654 w 12193149"/>
              <a:gd name="connsiteY205" fmla="*/ 1930751 h 2344739"/>
              <a:gd name="connsiteX206" fmla="*/ 721195 w 12193149"/>
              <a:gd name="connsiteY206" fmla="*/ 1929661 h 2344739"/>
              <a:gd name="connsiteX207" fmla="*/ 720890 w 12193149"/>
              <a:gd name="connsiteY207" fmla="*/ 1928399 h 2344739"/>
              <a:gd name="connsiteX208" fmla="*/ 710023 w 12193149"/>
              <a:gd name="connsiteY208" fmla="*/ 1922722 h 2344739"/>
              <a:gd name="connsiteX209" fmla="*/ 597940 w 12193149"/>
              <a:gd name="connsiteY209" fmla="*/ 1879864 h 2344739"/>
              <a:gd name="connsiteX210" fmla="*/ 579683 w 12193149"/>
              <a:gd name="connsiteY210" fmla="*/ 1877212 h 2344739"/>
              <a:gd name="connsiteX211" fmla="*/ 572865 w 12193149"/>
              <a:gd name="connsiteY211" fmla="*/ 1877401 h 2344739"/>
              <a:gd name="connsiteX212" fmla="*/ 446247 w 12193149"/>
              <a:gd name="connsiteY212" fmla="*/ 1839371 h 2344739"/>
              <a:gd name="connsiteX213" fmla="*/ 405163 w 12193149"/>
              <a:gd name="connsiteY213" fmla="*/ 1833548 h 2344739"/>
              <a:gd name="connsiteX214" fmla="*/ 293583 w 12193149"/>
              <a:gd name="connsiteY214" fmla="*/ 1812852 h 2344739"/>
              <a:gd name="connsiteX215" fmla="*/ 119529 w 12193149"/>
              <a:gd name="connsiteY215" fmla="*/ 1761047 h 2344739"/>
              <a:gd name="connsiteX216" fmla="*/ 16674 w 12193149"/>
              <a:gd name="connsiteY216" fmla="*/ 1758191 h 2344739"/>
              <a:gd name="connsiteX217" fmla="*/ 1150 w 12193149"/>
              <a:gd name="connsiteY217" fmla="*/ 1752722 h 2344739"/>
              <a:gd name="connsiteX218" fmla="*/ 1148 w 12193149"/>
              <a:gd name="connsiteY218" fmla="*/ 222213 h 2344739"/>
              <a:gd name="connsiteX219" fmla="*/ 1148 w 12193149"/>
              <a:gd name="connsiteY219"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590693 w 12193149"/>
              <a:gd name="connsiteY23" fmla="*/ 963777 h 2344739"/>
              <a:gd name="connsiteX24" fmla="*/ 11506817 w 12193149"/>
              <a:gd name="connsiteY24" fmla="*/ 1033623 h 2344739"/>
              <a:gd name="connsiteX25" fmla="*/ 11280332 w 12193149"/>
              <a:gd name="connsiteY25" fmla="*/ 1223571 h 2344739"/>
              <a:gd name="connsiteX26" fmla="*/ 11228309 w 12193149"/>
              <a:gd name="connsiteY26" fmla="*/ 1276236 h 2344739"/>
              <a:gd name="connsiteX27" fmla="*/ 11218087 w 12193149"/>
              <a:gd name="connsiteY27" fmla="*/ 1275961 h 2344739"/>
              <a:gd name="connsiteX28" fmla="*/ 11217184 w 12193149"/>
              <a:gd name="connsiteY28" fmla="*/ 1275018 h 2344739"/>
              <a:gd name="connsiteX29" fmla="*/ 11188885 w 12193149"/>
              <a:gd name="connsiteY29" fmla="*/ 1292383 h 2344739"/>
              <a:gd name="connsiteX30" fmla="*/ 11184501 w 12193149"/>
              <a:gd name="connsiteY30" fmla="*/ 1292525 h 2344739"/>
              <a:gd name="connsiteX31" fmla="*/ 11166854 w 12193149"/>
              <a:gd name="connsiteY31" fmla="*/ 1306612 h 2344739"/>
              <a:gd name="connsiteX32" fmla="*/ 11157311 w 12193149"/>
              <a:gd name="connsiteY32" fmla="*/ 1312414 h 2344739"/>
              <a:gd name="connsiteX33" fmla="*/ 11155496 w 12193149"/>
              <a:gd name="connsiteY33" fmla="*/ 1317097 h 2344739"/>
              <a:gd name="connsiteX34" fmla="*/ 11140961 w 12193149"/>
              <a:gd name="connsiteY34" fmla="*/ 1324115 h 2344739"/>
              <a:gd name="connsiteX35" fmla="*/ 11138961 w 12193149"/>
              <a:gd name="connsiteY35" fmla="*/ 1323772 h 2344739"/>
              <a:gd name="connsiteX36" fmla="*/ 11128208 w 12193149"/>
              <a:gd name="connsiteY36" fmla="*/ 1333832 h 2344739"/>
              <a:gd name="connsiteX37" fmla="*/ 11120691 w 12193149"/>
              <a:gd name="connsiteY37" fmla="*/ 1347424 h 2344739"/>
              <a:gd name="connsiteX38" fmla="*/ 10894683 w 12193149"/>
              <a:gd name="connsiteY38" fmla="*/ 1473399 h 2344739"/>
              <a:gd name="connsiteX39" fmla="*/ 10773300 w 12193149"/>
              <a:gd name="connsiteY39" fmla="*/ 1523191 h 2344739"/>
              <a:gd name="connsiteX40" fmla="*/ 10627668 w 12193149"/>
              <a:gd name="connsiteY40" fmla="*/ 1559229 h 2344739"/>
              <a:gd name="connsiteX41" fmla="*/ 10581895 w 12193149"/>
              <a:gd name="connsiteY41" fmla="*/ 1568689 h 2344739"/>
              <a:gd name="connsiteX42" fmla="*/ 10547790 w 12193149"/>
              <a:gd name="connsiteY42" fmla="*/ 1598423 h 2344739"/>
              <a:gd name="connsiteX43" fmla="*/ 10529643 w 12193149"/>
              <a:gd name="connsiteY43" fmla="*/ 1596907 h 2344739"/>
              <a:gd name="connsiteX44" fmla="*/ 10526446 w 12193149"/>
              <a:gd name="connsiteY44" fmla="*/ 1596411 h 2344739"/>
              <a:gd name="connsiteX45" fmla="*/ 10515129 w 12193149"/>
              <a:gd name="connsiteY45" fmla="*/ 1599537 h 2344739"/>
              <a:gd name="connsiteX46" fmla="*/ 10491735 w 12193149"/>
              <a:gd name="connsiteY46" fmla="*/ 1594156 h 2344739"/>
              <a:gd name="connsiteX47" fmla="*/ 10471418 w 12193149"/>
              <a:gd name="connsiteY47" fmla="*/ 1601693 h 2344739"/>
              <a:gd name="connsiteX48" fmla="*/ 10377042 w 12193149"/>
              <a:gd name="connsiteY48" fmla="*/ 1644598 h 2344739"/>
              <a:gd name="connsiteX49" fmla="*/ 10319338 w 12193149"/>
              <a:gd name="connsiteY49" fmla="*/ 1666221 h 2344739"/>
              <a:gd name="connsiteX50" fmla="*/ 10295467 w 12193149"/>
              <a:gd name="connsiteY50" fmla="*/ 1668079 h 2344739"/>
              <a:gd name="connsiteX51" fmla="*/ 10263443 w 12193149"/>
              <a:gd name="connsiteY51" fmla="*/ 1674948 h 2344739"/>
              <a:gd name="connsiteX52" fmla="*/ 10205418 w 12193149"/>
              <a:gd name="connsiteY52" fmla="*/ 1682149 h 2344739"/>
              <a:gd name="connsiteX53" fmla="*/ 10177759 w 12193149"/>
              <a:gd name="connsiteY53" fmla="*/ 1692943 h 2344739"/>
              <a:gd name="connsiteX54" fmla="*/ 10165070 w 12193149"/>
              <a:gd name="connsiteY54" fmla="*/ 1693739 h 2344739"/>
              <a:gd name="connsiteX55" fmla="*/ 10156308 w 12193149"/>
              <a:gd name="connsiteY55" fmla="*/ 1707487 h 2344739"/>
              <a:gd name="connsiteX56" fmla="*/ 10118267 w 12193149"/>
              <a:gd name="connsiteY56" fmla="*/ 1731142 h 2344739"/>
              <a:gd name="connsiteX57" fmla="*/ 10083317 w 12193149"/>
              <a:gd name="connsiteY57" fmla="*/ 1743296 h 2344739"/>
              <a:gd name="connsiteX58" fmla="*/ 10040388 w 12193149"/>
              <a:gd name="connsiteY58" fmla="*/ 1741632 h 2344739"/>
              <a:gd name="connsiteX59" fmla="*/ 9961167 w 12193149"/>
              <a:gd name="connsiteY59" fmla="*/ 1757147 h 2344739"/>
              <a:gd name="connsiteX60" fmla="*/ 9848940 w 12193149"/>
              <a:gd name="connsiteY60" fmla="*/ 1763915 h 2344739"/>
              <a:gd name="connsiteX61" fmla="*/ 9729457 w 12193149"/>
              <a:gd name="connsiteY61" fmla="*/ 1784122 h 2344739"/>
              <a:gd name="connsiteX62" fmla="*/ 9613704 w 12193149"/>
              <a:gd name="connsiteY62" fmla="*/ 1812371 h 2344739"/>
              <a:gd name="connsiteX63" fmla="*/ 9338590 w 12193149"/>
              <a:gd name="connsiteY63" fmla="*/ 1869293 h 2344739"/>
              <a:gd name="connsiteX64" fmla="*/ 9232518 w 12193149"/>
              <a:gd name="connsiteY64" fmla="*/ 1893149 h 2344739"/>
              <a:gd name="connsiteX65" fmla="*/ 9156690 w 12193149"/>
              <a:gd name="connsiteY65" fmla="*/ 1903228 h 2344739"/>
              <a:gd name="connsiteX66" fmla="*/ 9054601 w 12193149"/>
              <a:gd name="connsiteY66" fmla="*/ 1910755 h 2344739"/>
              <a:gd name="connsiteX67" fmla="*/ 9006634 w 12193149"/>
              <a:gd name="connsiteY67" fmla="*/ 1914040 h 2344739"/>
              <a:gd name="connsiteX68" fmla="*/ 9006349 w 12193149"/>
              <a:gd name="connsiteY68" fmla="*/ 1913800 h 2344739"/>
              <a:gd name="connsiteX69" fmla="*/ 8997380 w 12193149"/>
              <a:gd name="connsiteY69" fmla="*/ 1915011 h 2344739"/>
              <a:gd name="connsiteX70" fmla="*/ 8991542 w 12193149"/>
              <a:gd name="connsiteY70" fmla="*/ 1917072 h 2344739"/>
              <a:gd name="connsiteX71" fmla="*/ 8975485 w 12193149"/>
              <a:gd name="connsiteY71" fmla="*/ 1920298 h 2344739"/>
              <a:gd name="connsiteX72" fmla="*/ 8969159 w 12193149"/>
              <a:gd name="connsiteY72" fmla="*/ 1919598 h 2344739"/>
              <a:gd name="connsiteX73" fmla="*/ 8964196 w 12193149"/>
              <a:gd name="connsiteY73" fmla="*/ 1917373 h 2344739"/>
              <a:gd name="connsiteX74" fmla="*/ 8930136 w 12193149"/>
              <a:gd name="connsiteY74" fmla="*/ 1914185 h 2344739"/>
              <a:gd name="connsiteX75" fmla="*/ 8753592 w 12193149"/>
              <a:gd name="connsiteY75" fmla="*/ 1933417 h 2344739"/>
              <a:gd name="connsiteX76" fmla="*/ 8708995 w 12193149"/>
              <a:gd name="connsiteY76" fmla="*/ 1935518 h 2344739"/>
              <a:gd name="connsiteX77" fmla="*/ 8597219 w 12193149"/>
              <a:gd name="connsiteY77" fmla="*/ 1944090 h 2344739"/>
              <a:gd name="connsiteX78" fmla="*/ 8526378 w 12193149"/>
              <a:gd name="connsiteY78" fmla="*/ 1929248 h 2344739"/>
              <a:gd name="connsiteX79" fmla="*/ 8512131 w 12193149"/>
              <a:gd name="connsiteY79" fmla="*/ 1935163 h 2344739"/>
              <a:gd name="connsiteX80" fmla="*/ 8507315 w 12193149"/>
              <a:gd name="connsiteY80" fmla="*/ 1938164 h 2344739"/>
              <a:gd name="connsiteX81" fmla="*/ 8499116 w 12193149"/>
              <a:gd name="connsiteY81" fmla="*/ 1940902 h 2344739"/>
              <a:gd name="connsiteX82" fmla="*/ 8498742 w 12193149"/>
              <a:gd name="connsiteY82" fmla="*/ 1940723 h 2344739"/>
              <a:gd name="connsiteX83" fmla="*/ 8491397 w 12193149"/>
              <a:gd name="connsiteY83" fmla="*/ 1943773 h 2344739"/>
              <a:gd name="connsiteX84" fmla="*/ 8368330 w 12193149"/>
              <a:gd name="connsiteY84" fmla="*/ 1957815 h 2344739"/>
              <a:gd name="connsiteX85" fmla="*/ 8354947 w 12193149"/>
              <a:gd name="connsiteY85" fmla="*/ 1958009 h 2344739"/>
              <a:gd name="connsiteX86" fmla="*/ 8321252 w 12193149"/>
              <a:gd name="connsiteY86" fmla="*/ 1974587 h 2344739"/>
              <a:gd name="connsiteX87" fmla="*/ 8315581 w 12193149"/>
              <a:gd name="connsiteY87" fmla="*/ 1974913 h 2344739"/>
              <a:gd name="connsiteX88" fmla="*/ 8296322 w 12193149"/>
              <a:gd name="connsiteY88" fmla="*/ 1988808 h 2344739"/>
              <a:gd name="connsiteX89" fmla="*/ 8285424 w 12193149"/>
              <a:gd name="connsiteY89" fmla="*/ 1994631 h 2344739"/>
              <a:gd name="connsiteX90" fmla="*/ 8284298 w 12193149"/>
              <a:gd name="connsiteY90" fmla="*/ 1999074 h 2344739"/>
              <a:gd name="connsiteX91" fmla="*/ 8267224 w 12193149"/>
              <a:gd name="connsiteY91" fmla="*/ 2006249 h 2344739"/>
              <a:gd name="connsiteX92" fmla="*/ 8264525 w 12193149"/>
              <a:gd name="connsiteY92" fmla="*/ 2006019 h 2344739"/>
              <a:gd name="connsiteX93" fmla="*/ 8253181 w 12193149"/>
              <a:gd name="connsiteY93" fmla="*/ 2015862 h 2344739"/>
              <a:gd name="connsiteX94" fmla="*/ 8246982 w 12193149"/>
              <a:gd name="connsiteY94" fmla="*/ 2028854 h 2344739"/>
              <a:gd name="connsiteX95" fmla="*/ 8091420 w 12193149"/>
              <a:gd name="connsiteY95" fmla="*/ 2075015 h 2344739"/>
              <a:gd name="connsiteX96" fmla="*/ 7906555 w 12193149"/>
              <a:gd name="connsiteY96" fmla="*/ 2116988 h 2344739"/>
              <a:gd name="connsiteX97" fmla="*/ 7719893 w 12193149"/>
              <a:gd name="connsiteY97" fmla="*/ 2142703 h 2344739"/>
              <a:gd name="connsiteX98" fmla="*/ 7615495 w 12193149"/>
              <a:gd name="connsiteY98" fmla="*/ 2139232 h 2344739"/>
              <a:gd name="connsiteX99" fmla="*/ 7528691 w 12193149"/>
              <a:gd name="connsiteY99" fmla="*/ 2145060 h 2344739"/>
              <a:gd name="connsiteX100" fmla="*/ 7520719 w 12193149"/>
              <a:gd name="connsiteY100" fmla="*/ 2147613 h 2344739"/>
              <a:gd name="connsiteX101" fmla="*/ 7508559 w 12193149"/>
              <a:gd name="connsiteY101" fmla="*/ 2148948 h 2344739"/>
              <a:gd name="connsiteX102" fmla="*/ 7508188 w 12193149"/>
              <a:gd name="connsiteY102" fmla="*/ 2148621 h 2344739"/>
              <a:gd name="connsiteX103" fmla="*/ 7496943 w 12193149"/>
              <a:gd name="connsiteY103" fmla="*/ 2150573 h 2344739"/>
              <a:gd name="connsiteX104" fmla="*/ 7219707 w 12193149"/>
              <a:gd name="connsiteY104" fmla="*/ 2156680 h 2344739"/>
              <a:gd name="connsiteX105" fmla="*/ 7202249 w 12193149"/>
              <a:gd name="connsiteY105" fmla="*/ 2161230 h 2344739"/>
              <a:gd name="connsiteX106" fmla="*/ 7198152 w 12193149"/>
              <a:gd name="connsiteY106" fmla="*/ 2166588 h 2344739"/>
              <a:gd name="connsiteX107" fmla="*/ 7171956 w 12193149"/>
              <a:gd name="connsiteY107" fmla="*/ 2171236 h 2344739"/>
              <a:gd name="connsiteX108" fmla="*/ 7098136 w 12193149"/>
              <a:gd name="connsiteY108" fmla="*/ 2183464 h 2344739"/>
              <a:gd name="connsiteX109" fmla="*/ 7019644 w 12193149"/>
              <a:gd name="connsiteY109" fmla="*/ 2183090 h 2344739"/>
              <a:gd name="connsiteX110" fmla="*/ 6905294 w 12193149"/>
              <a:gd name="connsiteY110" fmla="*/ 2212596 h 2344739"/>
              <a:gd name="connsiteX111" fmla="*/ 6709370 w 12193149"/>
              <a:gd name="connsiteY111" fmla="*/ 2240551 h 2344739"/>
              <a:gd name="connsiteX112" fmla="*/ 6550602 w 12193149"/>
              <a:gd name="connsiteY112" fmla="*/ 2269327 h 2344739"/>
              <a:gd name="connsiteX113" fmla="*/ 6318708 w 12193149"/>
              <a:gd name="connsiteY113" fmla="*/ 2316127 h 2344739"/>
              <a:gd name="connsiteX114" fmla="*/ 6169822 w 12193149"/>
              <a:gd name="connsiteY114" fmla="*/ 2318214 h 2344739"/>
              <a:gd name="connsiteX115" fmla="*/ 6074996 w 12193149"/>
              <a:gd name="connsiteY115" fmla="*/ 2338676 h 2344739"/>
              <a:gd name="connsiteX116" fmla="*/ 6069677 w 12193149"/>
              <a:gd name="connsiteY116" fmla="*/ 2337139 h 2344739"/>
              <a:gd name="connsiteX117" fmla="*/ 6049786 w 12193149"/>
              <a:gd name="connsiteY117" fmla="*/ 2337822 h 2344739"/>
              <a:gd name="connsiteX118" fmla="*/ 6042433 w 12193149"/>
              <a:gd name="connsiteY118" fmla="*/ 2329473 h 2344739"/>
              <a:gd name="connsiteX119" fmla="*/ 6011238 w 12193149"/>
              <a:gd name="connsiteY119" fmla="*/ 2324380 h 2344739"/>
              <a:gd name="connsiteX120" fmla="*/ 5958523 w 12193149"/>
              <a:gd name="connsiteY120" fmla="*/ 2328024 h 2344739"/>
              <a:gd name="connsiteX121" fmla="*/ 5760067 w 12193149"/>
              <a:gd name="connsiteY121" fmla="*/ 2343716 h 2344739"/>
              <a:gd name="connsiteX122" fmla="*/ 5628108 w 12193149"/>
              <a:gd name="connsiteY122" fmla="*/ 2344739 h 2344739"/>
              <a:gd name="connsiteX123" fmla="*/ 5472054 w 12193149"/>
              <a:gd name="connsiteY123" fmla="*/ 2330719 h 2344739"/>
              <a:gd name="connsiteX124" fmla="*/ 5433909 w 12193149"/>
              <a:gd name="connsiteY124" fmla="*/ 2319466 h 2344739"/>
              <a:gd name="connsiteX125" fmla="*/ 5382817 w 12193149"/>
              <a:gd name="connsiteY125" fmla="*/ 2301764 h 2344739"/>
              <a:gd name="connsiteX126" fmla="*/ 5262912 w 12193149"/>
              <a:gd name="connsiteY126" fmla="*/ 2281347 h 2344739"/>
              <a:gd name="connsiteX127" fmla="*/ 5224109 w 12193149"/>
              <a:gd name="connsiteY127" fmla="*/ 2270223 h 2344739"/>
              <a:gd name="connsiteX128" fmla="*/ 5175808 w 12193149"/>
              <a:gd name="connsiteY128" fmla="*/ 2267233 h 2344739"/>
              <a:gd name="connsiteX129" fmla="*/ 5157702 w 12193149"/>
              <a:gd name="connsiteY129" fmla="*/ 2260010 h 2344739"/>
              <a:gd name="connsiteX130" fmla="*/ 5143747 w 12193149"/>
              <a:gd name="connsiteY130" fmla="*/ 2256610 h 2344739"/>
              <a:gd name="connsiteX131" fmla="*/ 5140744 w 12193149"/>
              <a:gd name="connsiteY131" fmla="*/ 2254509 h 2344739"/>
              <a:gd name="connsiteX132" fmla="*/ 5122807 w 12193149"/>
              <a:gd name="connsiteY132" fmla="*/ 2243656 h 2344739"/>
              <a:gd name="connsiteX133" fmla="*/ 5066938 w 12193149"/>
              <a:gd name="connsiteY133" fmla="*/ 2250227 h 2344739"/>
              <a:gd name="connsiteX134" fmla="*/ 5012662 w 12193149"/>
              <a:gd name="connsiteY134" fmla="*/ 2233846 h 2344739"/>
              <a:gd name="connsiteX135" fmla="*/ 4841589 w 12193149"/>
              <a:gd name="connsiteY135" fmla="*/ 2209829 h 2344739"/>
              <a:gd name="connsiteX136" fmla="*/ 4763595 w 12193149"/>
              <a:gd name="connsiteY136" fmla="*/ 2182061 h 2344739"/>
              <a:gd name="connsiteX137" fmla="*/ 4724334 w 12193149"/>
              <a:gd name="connsiteY137" fmla="*/ 2173047 h 2344739"/>
              <a:gd name="connsiteX138" fmla="*/ 4722324 w 12193149"/>
              <a:gd name="connsiteY138" fmla="*/ 2172298 h 2344739"/>
              <a:gd name="connsiteX139" fmla="*/ 4723259 w 12193149"/>
              <a:gd name="connsiteY139" fmla="*/ 2172087 h 2344739"/>
              <a:gd name="connsiteX140" fmla="*/ 4718350 w 12193149"/>
              <a:gd name="connsiteY140" fmla="*/ 2170817 h 2344739"/>
              <a:gd name="connsiteX141" fmla="*/ 4722324 w 12193149"/>
              <a:gd name="connsiteY141" fmla="*/ 2172298 h 2344739"/>
              <a:gd name="connsiteX142" fmla="*/ 4716674 w 12193149"/>
              <a:gd name="connsiteY142" fmla="*/ 2173573 h 2344739"/>
              <a:gd name="connsiteX143" fmla="*/ 4516962 w 12193149"/>
              <a:gd name="connsiteY143" fmla="*/ 2163671 h 2344739"/>
              <a:gd name="connsiteX144" fmla="*/ 4429691 w 12193149"/>
              <a:gd name="connsiteY144" fmla="*/ 2153020 h 2344739"/>
              <a:gd name="connsiteX145" fmla="*/ 4364023 w 12193149"/>
              <a:gd name="connsiteY145" fmla="*/ 2151674 h 2344739"/>
              <a:gd name="connsiteX146" fmla="*/ 4318114 w 12193149"/>
              <a:gd name="connsiteY146" fmla="*/ 2158289 h 2344739"/>
              <a:gd name="connsiteX147" fmla="*/ 4316258 w 12193149"/>
              <a:gd name="connsiteY147" fmla="*/ 2156948 h 2344739"/>
              <a:gd name="connsiteX148" fmla="*/ 4296292 w 12193149"/>
              <a:gd name="connsiteY148" fmla="*/ 2155069 h 2344739"/>
              <a:gd name="connsiteX149" fmla="*/ 4291212 w 12193149"/>
              <a:gd name="connsiteY149" fmla="*/ 2157986 h 2344739"/>
              <a:gd name="connsiteX150" fmla="*/ 4277290 w 12193149"/>
              <a:gd name="connsiteY150" fmla="*/ 2157740 h 2344739"/>
              <a:gd name="connsiteX151" fmla="*/ 4249265 w 12193149"/>
              <a:gd name="connsiteY151" fmla="*/ 2160064 h 2344739"/>
              <a:gd name="connsiteX152" fmla="*/ 4203199 w 12193149"/>
              <a:gd name="connsiteY152" fmla="*/ 2157269 h 2344739"/>
              <a:gd name="connsiteX153" fmla="*/ 4202893 w 12193149"/>
              <a:gd name="connsiteY153" fmla="*/ 2156010 h 2344739"/>
              <a:gd name="connsiteX154" fmla="*/ 4192396 w 12193149"/>
              <a:gd name="connsiteY154" fmla="*/ 2150376 h 2344739"/>
              <a:gd name="connsiteX155" fmla="*/ 4143893 w 12193149"/>
              <a:gd name="connsiteY155" fmla="*/ 2134511 h 2344739"/>
              <a:gd name="connsiteX156" fmla="*/ 4084245 w 12193149"/>
              <a:gd name="connsiteY156" fmla="*/ 2107978 h 2344739"/>
              <a:gd name="connsiteX157" fmla="*/ 4075694 w 12193149"/>
              <a:gd name="connsiteY157" fmla="*/ 2107143 h 2344739"/>
              <a:gd name="connsiteX158" fmla="*/ 4075575 w 12193149"/>
              <a:gd name="connsiteY158" fmla="*/ 2106844 h 2344739"/>
              <a:gd name="connsiteX159" fmla="*/ 4066658 w 12193149"/>
              <a:gd name="connsiteY159" fmla="*/ 2105400 h 2344739"/>
              <a:gd name="connsiteX160" fmla="*/ 4060102 w 12193149"/>
              <a:gd name="connsiteY160" fmla="*/ 2105618 h 2344739"/>
              <a:gd name="connsiteX161" fmla="*/ 4043512 w 12193149"/>
              <a:gd name="connsiteY161" fmla="*/ 2103997 h 2344739"/>
              <a:gd name="connsiteX162" fmla="*/ 4038145 w 12193149"/>
              <a:gd name="connsiteY162" fmla="*/ 2101563 h 2344739"/>
              <a:gd name="connsiteX163" fmla="*/ 4036511 w 12193149"/>
              <a:gd name="connsiteY163" fmla="*/ 2097896 h 2344739"/>
              <a:gd name="connsiteX164" fmla="*/ 4034926 w 12193149"/>
              <a:gd name="connsiteY164" fmla="*/ 2098131 h 2344739"/>
              <a:gd name="connsiteX165" fmla="*/ 4005686 w 12193149"/>
              <a:gd name="connsiteY165" fmla="*/ 2085563 h 2344739"/>
              <a:gd name="connsiteX166" fmla="*/ 3937994 w 12193149"/>
              <a:gd name="connsiteY166" fmla="*/ 2068106 h 2344739"/>
              <a:gd name="connsiteX167" fmla="*/ 3898423 w 12193149"/>
              <a:gd name="connsiteY167" fmla="*/ 2062451 h 2344739"/>
              <a:gd name="connsiteX168" fmla="*/ 3790908 w 12193149"/>
              <a:gd name="connsiteY168" fmla="*/ 2042213 h 2344739"/>
              <a:gd name="connsiteX169" fmla="*/ 3683661 w 12193149"/>
              <a:gd name="connsiteY169" fmla="*/ 2018290 h 2344739"/>
              <a:gd name="connsiteX170" fmla="*/ 3611183 w 12193149"/>
              <a:gd name="connsiteY170" fmla="*/ 1986019 h 2344739"/>
              <a:gd name="connsiteX171" fmla="*/ 3605003 w 12193149"/>
              <a:gd name="connsiteY171" fmla="*/ 1987381 h 2344739"/>
              <a:gd name="connsiteX172" fmla="*/ 3595884 w 12193149"/>
              <a:gd name="connsiteY172" fmla="*/ 1987545 h 2344739"/>
              <a:gd name="connsiteX173" fmla="*/ 3595649 w 12193149"/>
              <a:gd name="connsiteY173" fmla="*/ 1987276 h 2344739"/>
              <a:gd name="connsiteX174" fmla="*/ 3587126 w 12193149"/>
              <a:gd name="connsiteY174" fmla="*/ 1987966 h 2344739"/>
              <a:gd name="connsiteX175" fmla="*/ 3537283 w 12193149"/>
              <a:gd name="connsiteY175" fmla="*/ 1978267 h 2344739"/>
              <a:gd name="connsiteX176" fmla="*/ 3474371 w 12193149"/>
              <a:gd name="connsiteY176" fmla="*/ 1974606 h 2344739"/>
              <a:gd name="connsiteX177" fmla="*/ 3401876 w 12193149"/>
              <a:gd name="connsiteY177" fmla="*/ 1962558 h 2344739"/>
              <a:gd name="connsiteX178" fmla="*/ 3365036 w 12193149"/>
              <a:gd name="connsiteY178" fmla="*/ 1979510 h 2344739"/>
              <a:gd name="connsiteX179" fmla="*/ 3345174 w 12193149"/>
              <a:gd name="connsiteY179" fmla="*/ 1981192 h 2344739"/>
              <a:gd name="connsiteX180" fmla="*/ 3342846 w 12193149"/>
              <a:gd name="connsiteY180" fmla="*/ 1980217 h 2344739"/>
              <a:gd name="connsiteX181" fmla="*/ 3263504 w 12193149"/>
              <a:gd name="connsiteY181" fmla="*/ 1986094 h 2344739"/>
              <a:gd name="connsiteX182" fmla="*/ 3143704 w 12193149"/>
              <a:gd name="connsiteY182" fmla="*/ 1993869 h 2344739"/>
              <a:gd name="connsiteX183" fmla="*/ 3031439 w 12193149"/>
              <a:gd name="connsiteY183" fmla="*/ 1996512 h 2344739"/>
              <a:gd name="connsiteX184" fmla="*/ 2782717 w 12193149"/>
              <a:gd name="connsiteY184" fmla="*/ 2018333 h 2344739"/>
              <a:gd name="connsiteX185" fmla="*/ 2647675 w 12193149"/>
              <a:gd name="connsiteY185" fmla="*/ 2028869 h 2344739"/>
              <a:gd name="connsiteX186" fmla="*/ 2569176 w 12193149"/>
              <a:gd name="connsiteY186" fmla="*/ 2002628 h 2344739"/>
              <a:gd name="connsiteX187" fmla="*/ 2444403 w 12193149"/>
              <a:gd name="connsiteY187" fmla="*/ 2016529 h 2344739"/>
              <a:gd name="connsiteX188" fmla="*/ 2316260 w 12193149"/>
              <a:gd name="connsiteY188" fmla="*/ 2024996 h 2344739"/>
              <a:gd name="connsiteX189" fmla="*/ 2209726 w 12193149"/>
              <a:gd name="connsiteY189" fmla="*/ 2019763 h 2344739"/>
              <a:gd name="connsiteX190" fmla="*/ 2095813 w 12193149"/>
              <a:gd name="connsiteY190" fmla="*/ 2003052 h 2344739"/>
              <a:gd name="connsiteX191" fmla="*/ 1998504 w 12193149"/>
              <a:gd name="connsiteY191" fmla="*/ 1995032 h 2344739"/>
              <a:gd name="connsiteX192" fmla="*/ 1929320 w 12193149"/>
              <a:gd name="connsiteY192" fmla="*/ 2016977 h 2344739"/>
              <a:gd name="connsiteX193" fmla="*/ 1922798 w 12193149"/>
              <a:gd name="connsiteY193" fmla="*/ 2012146 h 2344739"/>
              <a:gd name="connsiteX194" fmla="*/ 1874228 w 12193149"/>
              <a:gd name="connsiteY194" fmla="*/ 2013741 h 2344739"/>
              <a:gd name="connsiteX195" fmla="*/ 1787803 w 12193149"/>
              <a:gd name="connsiteY195" fmla="*/ 2041363 h 2344739"/>
              <a:gd name="connsiteX196" fmla="*/ 1739352 w 12193149"/>
              <a:gd name="connsiteY196" fmla="*/ 2036312 h 2344739"/>
              <a:gd name="connsiteX197" fmla="*/ 1676219 w 12193149"/>
              <a:gd name="connsiteY197" fmla="*/ 2019963 h 2344739"/>
              <a:gd name="connsiteX198" fmla="*/ 1609817 w 12193149"/>
              <a:gd name="connsiteY198" fmla="*/ 2013066 h 2344739"/>
              <a:gd name="connsiteX199" fmla="*/ 1497258 w 12193149"/>
              <a:gd name="connsiteY199" fmla="*/ 1987476 h 2344739"/>
              <a:gd name="connsiteX200" fmla="*/ 1151127 w 12193149"/>
              <a:gd name="connsiteY200" fmla="*/ 1938041 h 2344739"/>
              <a:gd name="connsiteX201" fmla="*/ 859417 w 12193149"/>
              <a:gd name="connsiteY201" fmla="*/ 1928608 h 2344739"/>
              <a:gd name="connsiteX202" fmla="*/ 838688 w 12193149"/>
              <a:gd name="connsiteY202" fmla="*/ 1929821 h 2344739"/>
              <a:gd name="connsiteX203" fmla="*/ 817957 w 12193149"/>
              <a:gd name="connsiteY203" fmla="*/ 1927857 h 2344739"/>
              <a:gd name="connsiteX204" fmla="*/ 812654 w 12193149"/>
              <a:gd name="connsiteY204" fmla="*/ 1930751 h 2344739"/>
              <a:gd name="connsiteX205" fmla="*/ 721195 w 12193149"/>
              <a:gd name="connsiteY205" fmla="*/ 1929661 h 2344739"/>
              <a:gd name="connsiteX206" fmla="*/ 720890 w 12193149"/>
              <a:gd name="connsiteY206" fmla="*/ 1928399 h 2344739"/>
              <a:gd name="connsiteX207" fmla="*/ 710023 w 12193149"/>
              <a:gd name="connsiteY207" fmla="*/ 1922722 h 2344739"/>
              <a:gd name="connsiteX208" fmla="*/ 597940 w 12193149"/>
              <a:gd name="connsiteY208" fmla="*/ 1879864 h 2344739"/>
              <a:gd name="connsiteX209" fmla="*/ 579683 w 12193149"/>
              <a:gd name="connsiteY209" fmla="*/ 1877212 h 2344739"/>
              <a:gd name="connsiteX210" fmla="*/ 572865 w 12193149"/>
              <a:gd name="connsiteY210" fmla="*/ 1877401 h 2344739"/>
              <a:gd name="connsiteX211" fmla="*/ 446247 w 12193149"/>
              <a:gd name="connsiteY211" fmla="*/ 1839371 h 2344739"/>
              <a:gd name="connsiteX212" fmla="*/ 405163 w 12193149"/>
              <a:gd name="connsiteY212" fmla="*/ 1833548 h 2344739"/>
              <a:gd name="connsiteX213" fmla="*/ 293583 w 12193149"/>
              <a:gd name="connsiteY213" fmla="*/ 1812852 h 2344739"/>
              <a:gd name="connsiteX214" fmla="*/ 119529 w 12193149"/>
              <a:gd name="connsiteY214" fmla="*/ 1761047 h 2344739"/>
              <a:gd name="connsiteX215" fmla="*/ 16674 w 12193149"/>
              <a:gd name="connsiteY215" fmla="*/ 1758191 h 2344739"/>
              <a:gd name="connsiteX216" fmla="*/ 1150 w 12193149"/>
              <a:gd name="connsiteY216" fmla="*/ 1752722 h 2344739"/>
              <a:gd name="connsiteX217" fmla="*/ 1148 w 12193149"/>
              <a:gd name="connsiteY217" fmla="*/ 222213 h 2344739"/>
              <a:gd name="connsiteX218" fmla="*/ 1148 w 12193149"/>
              <a:gd name="connsiteY218"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9 w 12193149"/>
              <a:gd name="connsiteY3" fmla="*/ 579739 h 2344739"/>
              <a:gd name="connsiteX4" fmla="*/ 12185986 w 12193149"/>
              <a:gd name="connsiteY4" fmla="*/ 584189 h 2344739"/>
              <a:gd name="connsiteX5" fmla="*/ 12156363 w 12193149"/>
              <a:gd name="connsiteY5" fmla="*/ 597366 h 2344739"/>
              <a:gd name="connsiteX6" fmla="*/ 12139215 w 12193149"/>
              <a:gd name="connsiteY6" fmla="*/ 623179 h 2344739"/>
              <a:gd name="connsiteX7" fmla="*/ 12126327 w 12193149"/>
              <a:gd name="connsiteY7" fmla="*/ 624690 h 2344739"/>
              <a:gd name="connsiteX8" fmla="*/ 12124007 w 12193149"/>
              <a:gd name="connsiteY8" fmla="*/ 624794 h 2344739"/>
              <a:gd name="connsiteX9" fmla="*/ 12116854 w 12193149"/>
              <a:gd name="connsiteY9" fmla="*/ 628608 h 2344739"/>
              <a:gd name="connsiteX10" fmla="*/ 12099497 w 12193149"/>
              <a:gd name="connsiteY10" fmla="*/ 628139 h 2344739"/>
              <a:gd name="connsiteX11" fmla="*/ 12087073 w 12193149"/>
              <a:gd name="connsiteY11" fmla="*/ 636341 h 2344739"/>
              <a:gd name="connsiteX12" fmla="*/ 12031073 w 12193149"/>
              <a:gd name="connsiteY12" fmla="*/ 680009 h 2344739"/>
              <a:gd name="connsiteX13" fmla="*/ 11995833 w 12193149"/>
              <a:gd name="connsiteY13" fmla="*/ 703458 h 2344739"/>
              <a:gd name="connsiteX14" fmla="*/ 11979717 w 12193149"/>
              <a:gd name="connsiteY14" fmla="*/ 708161 h 2344739"/>
              <a:gd name="connsiteX15" fmla="*/ 11959046 w 12193149"/>
              <a:gd name="connsiteY15" fmla="*/ 717558 h 2344739"/>
              <a:gd name="connsiteX16" fmla="*/ 11920454 w 12193149"/>
              <a:gd name="connsiteY16" fmla="*/ 730883 h 2344739"/>
              <a:gd name="connsiteX17" fmla="*/ 11903656 w 12193149"/>
              <a:gd name="connsiteY17" fmla="*/ 742426 h 2344739"/>
              <a:gd name="connsiteX18" fmla="*/ 11895048 w 12193149"/>
              <a:gd name="connsiteY18" fmla="*/ 744791 h 2344739"/>
              <a:gd name="connsiteX19" fmla="*/ 11891968 w 12193149"/>
              <a:gd name="connsiteY19" fmla="*/ 755729 h 2344739"/>
              <a:gd name="connsiteX20" fmla="*/ 11870776 w 12193149"/>
              <a:gd name="connsiteY20" fmla="*/ 777816 h 2344739"/>
              <a:gd name="connsiteX21" fmla="*/ 11813376 w 12193149"/>
              <a:gd name="connsiteY21" fmla="*/ 797659 h 2344739"/>
              <a:gd name="connsiteX22" fmla="*/ 11590693 w 12193149"/>
              <a:gd name="connsiteY22" fmla="*/ 963777 h 2344739"/>
              <a:gd name="connsiteX23" fmla="*/ 11506817 w 12193149"/>
              <a:gd name="connsiteY23" fmla="*/ 1033623 h 2344739"/>
              <a:gd name="connsiteX24" fmla="*/ 11280332 w 12193149"/>
              <a:gd name="connsiteY24" fmla="*/ 1223571 h 2344739"/>
              <a:gd name="connsiteX25" fmla="*/ 11228309 w 12193149"/>
              <a:gd name="connsiteY25" fmla="*/ 1276236 h 2344739"/>
              <a:gd name="connsiteX26" fmla="*/ 11218087 w 12193149"/>
              <a:gd name="connsiteY26" fmla="*/ 1275961 h 2344739"/>
              <a:gd name="connsiteX27" fmla="*/ 11217184 w 12193149"/>
              <a:gd name="connsiteY27" fmla="*/ 1275018 h 2344739"/>
              <a:gd name="connsiteX28" fmla="*/ 11188885 w 12193149"/>
              <a:gd name="connsiteY28" fmla="*/ 1292383 h 2344739"/>
              <a:gd name="connsiteX29" fmla="*/ 11184501 w 12193149"/>
              <a:gd name="connsiteY29" fmla="*/ 1292525 h 2344739"/>
              <a:gd name="connsiteX30" fmla="*/ 11166854 w 12193149"/>
              <a:gd name="connsiteY30" fmla="*/ 1306612 h 2344739"/>
              <a:gd name="connsiteX31" fmla="*/ 11157311 w 12193149"/>
              <a:gd name="connsiteY31" fmla="*/ 1312414 h 2344739"/>
              <a:gd name="connsiteX32" fmla="*/ 11155496 w 12193149"/>
              <a:gd name="connsiteY32" fmla="*/ 1317097 h 2344739"/>
              <a:gd name="connsiteX33" fmla="*/ 11140961 w 12193149"/>
              <a:gd name="connsiteY33" fmla="*/ 1324115 h 2344739"/>
              <a:gd name="connsiteX34" fmla="*/ 11138961 w 12193149"/>
              <a:gd name="connsiteY34" fmla="*/ 1323772 h 2344739"/>
              <a:gd name="connsiteX35" fmla="*/ 11128208 w 12193149"/>
              <a:gd name="connsiteY35" fmla="*/ 1333832 h 2344739"/>
              <a:gd name="connsiteX36" fmla="*/ 11120691 w 12193149"/>
              <a:gd name="connsiteY36" fmla="*/ 1347424 h 2344739"/>
              <a:gd name="connsiteX37" fmla="*/ 10894683 w 12193149"/>
              <a:gd name="connsiteY37" fmla="*/ 1473399 h 2344739"/>
              <a:gd name="connsiteX38" fmla="*/ 10773300 w 12193149"/>
              <a:gd name="connsiteY38" fmla="*/ 1523191 h 2344739"/>
              <a:gd name="connsiteX39" fmla="*/ 10627668 w 12193149"/>
              <a:gd name="connsiteY39" fmla="*/ 1559229 h 2344739"/>
              <a:gd name="connsiteX40" fmla="*/ 10581895 w 12193149"/>
              <a:gd name="connsiteY40" fmla="*/ 1568689 h 2344739"/>
              <a:gd name="connsiteX41" fmla="*/ 10547790 w 12193149"/>
              <a:gd name="connsiteY41" fmla="*/ 1598423 h 2344739"/>
              <a:gd name="connsiteX42" fmla="*/ 10529643 w 12193149"/>
              <a:gd name="connsiteY42" fmla="*/ 1596907 h 2344739"/>
              <a:gd name="connsiteX43" fmla="*/ 10526446 w 12193149"/>
              <a:gd name="connsiteY43" fmla="*/ 1596411 h 2344739"/>
              <a:gd name="connsiteX44" fmla="*/ 10515129 w 12193149"/>
              <a:gd name="connsiteY44" fmla="*/ 1599537 h 2344739"/>
              <a:gd name="connsiteX45" fmla="*/ 10491735 w 12193149"/>
              <a:gd name="connsiteY45" fmla="*/ 1594156 h 2344739"/>
              <a:gd name="connsiteX46" fmla="*/ 10471418 w 12193149"/>
              <a:gd name="connsiteY46" fmla="*/ 1601693 h 2344739"/>
              <a:gd name="connsiteX47" fmla="*/ 10377042 w 12193149"/>
              <a:gd name="connsiteY47" fmla="*/ 1644598 h 2344739"/>
              <a:gd name="connsiteX48" fmla="*/ 10319338 w 12193149"/>
              <a:gd name="connsiteY48" fmla="*/ 1666221 h 2344739"/>
              <a:gd name="connsiteX49" fmla="*/ 10295467 w 12193149"/>
              <a:gd name="connsiteY49" fmla="*/ 1668079 h 2344739"/>
              <a:gd name="connsiteX50" fmla="*/ 10263443 w 12193149"/>
              <a:gd name="connsiteY50" fmla="*/ 1674948 h 2344739"/>
              <a:gd name="connsiteX51" fmla="*/ 10205418 w 12193149"/>
              <a:gd name="connsiteY51" fmla="*/ 1682149 h 2344739"/>
              <a:gd name="connsiteX52" fmla="*/ 10177759 w 12193149"/>
              <a:gd name="connsiteY52" fmla="*/ 1692943 h 2344739"/>
              <a:gd name="connsiteX53" fmla="*/ 10165070 w 12193149"/>
              <a:gd name="connsiteY53" fmla="*/ 1693739 h 2344739"/>
              <a:gd name="connsiteX54" fmla="*/ 10156308 w 12193149"/>
              <a:gd name="connsiteY54" fmla="*/ 1707487 h 2344739"/>
              <a:gd name="connsiteX55" fmla="*/ 10118267 w 12193149"/>
              <a:gd name="connsiteY55" fmla="*/ 1731142 h 2344739"/>
              <a:gd name="connsiteX56" fmla="*/ 10083317 w 12193149"/>
              <a:gd name="connsiteY56" fmla="*/ 1743296 h 2344739"/>
              <a:gd name="connsiteX57" fmla="*/ 10040388 w 12193149"/>
              <a:gd name="connsiteY57" fmla="*/ 1741632 h 2344739"/>
              <a:gd name="connsiteX58" fmla="*/ 9961167 w 12193149"/>
              <a:gd name="connsiteY58" fmla="*/ 1757147 h 2344739"/>
              <a:gd name="connsiteX59" fmla="*/ 9848940 w 12193149"/>
              <a:gd name="connsiteY59" fmla="*/ 1763915 h 2344739"/>
              <a:gd name="connsiteX60" fmla="*/ 9729457 w 12193149"/>
              <a:gd name="connsiteY60" fmla="*/ 1784122 h 2344739"/>
              <a:gd name="connsiteX61" fmla="*/ 9613704 w 12193149"/>
              <a:gd name="connsiteY61" fmla="*/ 1812371 h 2344739"/>
              <a:gd name="connsiteX62" fmla="*/ 9338590 w 12193149"/>
              <a:gd name="connsiteY62" fmla="*/ 1869293 h 2344739"/>
              <a:gd name="connsiteX63" fmla="*/ 9232518 w 12193149"/>
              <a:gd name="connsiteY63" fmla="*/ 1893149 h 2344739"/>
              <a:gd name="connsiteX64" fmla="*/ 9156690 w 12193149"/>
              <a:gd name="connsiteY64" fmla="*/ 1903228 h 2344739"/>
              <a:gd name="connsiteX65" fmla="*/ 9054601 w 12193149"/>
              <a:gd name="connsiteY65" fmla="*/ 1910755 h 2344739"/>
              <a:gd name="connsiteX66" fmla="*/ 9006634 w 12193149"/>
              <a:gd name="connsiteY66" fmla="*/ 1914040 h 2344739"/>
              <a:gd name="connsiteX67" fmla="*/ 9006349 w 12193149"/>
              <a:gd name="connsiteY67" fmla="*/ 1913800 h 2344739"/>
              <a:gd name="connsiteX68" fmla="*/ 8997380 w 12193149"/>
              <a:gd name="connsiteY68" fmla="*/ 1915011 h 2344739"/>
              <a:gd name="connsiteX69" fmla="*/ 8991542 w 12193149"/>
              <a:gd name="connsiteY69" fmla="*/ 1917072 h 2344739"/>
              <a:gd name="connsiteX70" fmla="*/ 8975485 w 12193149"/>
              <a:gd name="connsiteY70" fmla="*/ 1920298 h 2344739"/>
              <a:gd name="connsiteX71" fmla="*/ 8969159 w 12193149"/>
              <a:gd name="connsiteY71" fmla="*/ 1919598 h 2344739"/>
              <a:gd name="connsiteX72" fmla="*/ 8964196 w 12193149"/>
              <a:gd name="connsiteY72" fmla="*/ 1917373 h 2344739"/>
              <a:gd name="connsiteX73" fmla="*/ 8930136 w 12193149"/>
              <a:gd name="connsiteY73" fmla="*/ 1914185 h 2344739"/>
              <a:gd name="connsiteX74" fmla="*/ 8753592 w 12193149"/>
              <a:gd name="connsiteY74" fmla="*/ 1933417 h 2344739"/>
              <a:gd name="connsiteX75" fmla="*/ 8708995 w 12193149"/>
              <a:gd name="connsiteY75" fmla="*/ 1935518 h 2344739"/>
              <a:gd name="connsiteX76" fmla="*/ 8597219 w 12193149"/>
              <a:gd name="connsiteY76" fmla="*/ 1944090 h 2344739"/>
              <a:gd name="connsiteX77" fmla="*/ 8526378 w 12193149"/>
              <a:gd name="connsiteY77" fmla="*/ 1929248 h 2344739"/>
              <a:gd name="connsiteX78" fmla="*/ 8512131 w 12193149"/>
              <a:gd name="connsiteY78" fmla="*/ 1935163 h 2344739"/>
              <a:gd name="connsiteX79" fmla="*/ 8507315 w 12193149"/>
              <a:gd name="connsiteY79" fmla="*/ 1938164 h 2344739"/>
              <a:gd name="connsiteX80" fmla="*/ 8499116 w 12193149"/>
              <a:gd name="connsiteY80" fmla="*/ 1940902 h 2344739"/>
              <a:gd name="connsiteX81" fmla="*/ 8498742 w 12193149"/>
              <a:gd name="connsiteY81" fmla="*/ 1940723 h 2344739"/>
              <a:gd name="connsiteX82" fmla="*/ 8491397 w 12193149"/>
              <a:gd name="connsiteY82" fmla="*/ 1943773 h 2344739"/>
              <a:gd name="connsiteX83" fmla="*/ 8368330 w 12193149"/>
              <a:gd name="connsiteY83" fmla="*/ 1957815 h 2344739"/>
              <a:gd name="connsiteX84" fmla="*/ 8354947 w 12193149"/>
              <a:gd name="connsiteY84" fmla="*/ 1958009 h 2344739"/>
              <a:gd name="connsiteX85" fmla="*/ 8321252 w 12193149"/>
              <a:gd name="connsiteY85" fmla="*/ 1974587 h 2344739"/>
              <a:gd name="connsiteX86" fmla="*/ 8315581 w 12193149"/>
              <a:gd name="connsiteY86" fmla="*/ 1974913 h 2344739"/>
              <a:gd name="connsiteX87" fmla="*/ 8296322 w 12193149"/>
              <a:gd name="connsiteY87" fmla="*/ 1988808 h 2344739"/>
              <a:gd name="connsiteX88" fmla="*/ 8285424 w 12193149"/>
              <a:gd name="connsiteY88" fmla="*/ 1994631 h 2344739"/>
              <a:gd name="connsiteX89" fmla="*/ 8284298 w 12193149"/>
              <a:gd name="connsiteY89" fmla="*/ 1999074 h 2344739"/>
              <a:gd name="connsiteX90" fmla="*/ 8267224 w 12193149"/>
              <a:gd name="connsiteY90" fmla="*/ 2006249 h 2344739"/>
              <a:gd name="connsiteX91" fmla="*/ 8264525 w 12193149"/>
              <a:gd name="connsiteY91" fmla="*/ 2006019 h 2344739"/>
              <a:gd name="connsiteX92" fmla="*/ 8253181 w 12193149"/>
              <a:gd name="connsiteY92" fmla="*/ 2015862 h 2344739"/>
              <a:gd name="connsiteX93" fmla="*/ 8246982 w 12193149"/>
              <a:gd name="connsiteY93" fmla="*/ 2028854 h 2344739"/>
              <a:gd name="connsiteX94" fmla="*/ 8091420 w 12193149"/>
              <a:gd name="connsiteY94" fmla="*/ 2075015 h 2344739"/>
              <a:gd name="connsiteX95" fmla="*/ 7906555 w 12193149"/>
              <a:gd name="connsiteY95" fmla="*/ 2116988 h 2344739"/>
              <a:gd name="connsiteX96" fmla="*/ 7719893 w 12193149"/>
              <a:gd name="connsiteY96" fmla="*/ 2142703 h 2344739"/>
              <a:gd name="connsiteX97" fmla="*/ 7615495 w 12193149"/>
              <a:gd name="connsiteY97" fmla="*/ 2139232 h 2344739"/>
              <a:gd name="connsiteX98" fmla="*/ 7528691 w 12193149"/>
              <a:gd name="connsiteY98" fmla="*/ 2145060 h 2344739"/>
              <a:gd name="connsiteX99" fmla="*/ 7520719 w 12193149"/>
              <a:gd name="connsiteY99" fmla="*/ 2147613 h 2344739"/>
              <a:gd name="connsiteX100" fmla="*/ 7508559 w 12193149"/>
              <a:gd name="connsiteY100" fmla="*/ 2148948 h 2344739"/>
              <a:gd name="connsiteX101" fmla="*/ 7508188 w 12193149"/>
              <a:gd name="connsiteY101" fmla="*/ 2148621 h 2344739"/>
              <a:gd name="connsiteX102" fmla="*/ 7496943 w 12193149"/>
              <a:gd name="connsiteY102" fmla="*/ 2150573 h 2344739"/>
              <a:gd name="connsiteX103" fmla="*/ 7219707 w 12193149"/>
              <a:gd name="connsiteY103" fmla="*/ 2156680 h 2344739"/>
              <a:gd name="connsiteX104" fmla="*/ 7202249 w 12193149"/>
              <a:gd name="connsiteY104" fmla="*/ 2161230 h 2344739"/>
              <a:gd name="connsiteX105" fmla="*/ 7198152 w 12193149"/>
              <a:gd name="connsiteY105" fmla="*/ 2166588 h 2344739"/>
              <a:gd name="connsiteX106" fmla="*/ 7171956 w 12193149"/>
              <a:gd name="connsiteY106" fmla="*/ 2171236 h 2344739"/>
              <a:gd name="connsiteX107" fmla="*/ 7098136 w 12193149"/>
              <a:gd name="connsiteY107" fmla="*/ 2183464 h 2344739"/>
              <a:gd name="connsiteX108" fmla="*/ 7019644 w 12193149"/>
              <a:gd name="connsiteY108" fmla="*/ 2183090 h 2344739"/>
              <a:gd name="connsiteX109" fmla="*/ 6905294 w 12193149"/>
              <a:gd name="connsiteY109" fmla="*/ 2212596 h 2344739"/>
              <a:gd name="connsiteX110" fmla="*/ 6709370 w 12193149"/>
              <a:gd name="connsiteY110" fmla="*/ 2240551 h 2344739"/>
              <a:gd name="connsiteX111" fmla="*/ 6550602 w 12193149"/>
              <a:gd name="connsiteY111" fmla="*/ 2269327 h 2344739"/>
              <a:gd name="connsiteX112" fmla="*/ 6318708 w 12193149"/>
              <a:gd name="connsiteY112" fmla="*/ 2316127 h 2344739"/>
              <a:gd name="connsiteX113" fmla="*/ 6169822 w 12193149"/>
              <a:gd name="connsiteY113" fmla="*/ 2318214 h 2344739"/>
              <a:gd name="connsiteX114" fmla="*/ 6074996 w 12193149"/>
              <a:gd name="connsiteY114" fmla="*/ 2338676 h 2344739"/>
              <a:gd name="connsiteX115" fmla="*/ 6069677 w 12193149"/>
              <a:gd name="connsiteY115" fmla="*/ 2337139 h 2344739"/>
              <a:gd name="connsiteX116" fmla="*/ 6049786 w 12193149"/>
              <a:gd name="connsiteY116" fmla="*/ 2337822 h 2344739"/>
              <a:gd name="connsiteX117" fmla="*/ 6042433 w 12193149"/>
              <a:gd name="connsiteY117" fmla="*/ 2329473 h 2344739"/>
              <a:gd name="connsiteX118" fmla="*/ 6011238 w 12193149"/>
              <a:gd name="connsiteY118" fmla="*/ 2324380 h 2344739"/>
              <a:gd name="connsiteX119" fmla="*/ 5958523 w 12193149"/>
              <a:gd name="connsiteY119" fmla="*/ 2328024 h 2344739"/>
              <a:gd name="connsiteX120" fmla="*/ 5760067 w 12193149"/>
              <a:gd name="connsiteY120" fmla="*/ 2343716 h 2344739"/>
              <a:gd name="connsiteX121" fmla="*/ 5628108 w 12193149"/>
              <a:gd name="connsiteY121" fmla="*/ 2344739 h 2344739"/>
              <a:gd name="connsiteX122" fmla="*/ 5472054 w 12193149"/>
              <a:gd name="connsiteY122" fmla="*/ 2330719 h 2344739"/>
              <a:gd name="connsiteX123" fmla="*/ 5433909 w 12193149"/>
              <a:gd name="connsiteY123" fmla="*/ 2319466 h 2344739"/>
              <a:gd name="connsiteX124" fmla="*/ 5382817 w 12193149"/>
              <a:gd name="connsiteY124" fmla="*/ 2301764 h 2344739"/>
              <a:gd name="connsiteX125" fmla="*/ 5262912 w 12193149"/>
              <a:gd name="connsiteY125" fmla="*/ 2281347 h 2344739"/>
              <a:gd name="connsiteX126" fmla="*/ 5224109 w 12193149"/>
              <a:gd name="connsiteY126" fmla="*/ 2270223 h 2344739"/>
              <a:gd name="connsiteX127" fmla="*/ 5175808 w 12193149"/>
              <a:gd name="connsiteY127" fmla="*/ 2267233 h 2344739"/>
              <a:gd name="connsiteX128" fmla="*/ 5157702 w 12193149"/>
              <a:gd name="connsiteY128" fmla="*/ 2260010 h 2344739"/>
              <a:gd name="connsiteX129" fmla="*/ 5143747 w 12193149"/>
              <a:gd name="connsiteY129" fmla="*/ 2256610 h 2344739"/>
              <a:gd name="connsiteX130" fmla="*/ 5140744 w 12193149"/>
              <a:gd name="connsiteY130" fmla="*/ 2254509 h 2344739"/>
              <a:gd name="connsiteX131" fmla="*/ 5122807 w 12193149"/>
              <a:gd name="connsiteY131" fmla="*/ 2243656 h 2344739"/>
              <a:gd name="connsiteX132" fmla="*/ 5066938 w 12193149"/>
              <a:gd name="connsiteY132" fmla="*/ 2250227 h 2344739"/>
              <a:gd name="connsiteX133" fmla="*/ 5012662 w 12193149"/>
              <a:gd name="connsiteY133" fmla="*/ 2233846 h 2344739"/>
              <a:gd name="connsiteX134" fmla="*/ 4841589 w 12193149"/>
              <a:gd name="connsiteY134" fmla="*/ 2209829 h 2344739"/>
              <a:gd name="connsiteX135" fmla="*/ 4763595 w 12193149"/>
              <a:gd name="connsiteY135" fmla="*/ 2182061 h 2344739"/>
              <a:gd name="connsiteX136" fmla="*/ 4724334 w 12193149"/>
              <a:gd name="connsiteY136" fmla="*/ 2173047 h 2344739"/>
              <a:gd name="connsiteX137" fmla="*/ 4722324 w 12193149"/>
              <a:gd name="connsiteY137" fmla="*/ 2172298 h 2344739"/>
              <a:gd name="connsiteX138" fmla="*/ 4723259 w 12193149"/>
              <a:gd name="connsiteY138" fmla="*/ 2172087 h 2344739"/>
              <a:gd name="connsiteX139" fmla="*/ 4718350 w 12193149"/>
              <a:gd name="connsiteY139" fmla="*/ 2170817 h 2344739"/>
              <a:gd name="connsiteX140" fmla="*/ 4722324 w 12193149"/>
              <a:gd name="connsiteY140" fmla="*/ 2172298 h 2344739"/>
              <a:gd name="connsiteX141" fmla="*/ 4716674 w 12193149"/>
              <a:gd name="connsiteY141" fmla="*/ 2173573 h 2344739"/>
              <a:gd name="connsiteX142" fmla="*/ 4516962 w 12193149"/>
              <a:gd name="connsiteY142" fmla="*/ 2163671 h 2344739"/>
              <a:gd name="connsiteX143" fmla="*/ 4429691 w 12193149"/>
              <a:gd name="connsiteY143" fmla="*/ 2153020 h 2344739"/>
              <a:gd name="connsiteX144" fmla="*/ 4364023 w 12193149"/>
              <a:gd name="connsiteY144" fmla="*/ 2151674 h 2344739"/>
              <a:gd name="connsiteX145" fmla="*/ 4318114 w 12193149"/>
              <a:gd name="connsiteY145" fmla="*/ 2158289 h 2344739"/>
              <a:gd name="connsiteX146" fmla="*/ 4316258 w 12193149"/>
              <a:gd name="connsiteY146" fmla="*/ 2156948 h 2344739"/>
              <a:gd name="connsiteX147" fmla="*/ 4296292 w 12193149"/>
              <a:gd name="connsiteY147" fmla="*/ 2155069 h 2344739"/>
              <a:gd name="connsiteX148" fmla="*/ 4291212 w 12193149"/>
              <a:gd name="connsiteY148" fmla="*/ 2157986 h 2344739"/>
              <a:gd name="connsiteX149" fmla="*/ 4277290 w 12193149"/>
              <a:gd name="connsiteY149" fmla="*/ 2157740 h 2344739"/>
              <a:gd name="connsiteX150" fmla="*/ 4249265 w 12193149"/>
              <a:gd name="connsiteY150" fmla="*/ 2160064 h 2344739"/>
              <a:gd name="connsiteX151" fmla="*/ 4203199 w 12193149"/>
              <a:gd name="connsiteY151" fmla="*/ 2157269 h 2344739"/>
              <a:gd name="connsiteX152" fmla="*/ 4202893 w 12193149"/>
              <a:gd name="connsiteY152" fmla="*/ 2156010 h 2344739"/>
              <a:gd name="connsiteX153" fmla="*/ 4192396 w 12193149"/>
              <a:gd name="connsiteY153" fmla="*/ 2150376 h 2344739"/>
              <a:gd name="connsiteX154" fmla="*/ 4143893 w 12193149"/>
              <a:gd name="connsiteY154" fmla="*/ 2134511 h 2344739"/>
              <a:gd name="connsiteX155" fmla="*/ 4084245 w 12193149"/>
              <a:gd name="connsiteY155" fmla="*/ 2107978 h 2344739"/>
              <a:gd name="connsiteX156" fmla="*/ 4075694 w 12193149"/>
              <a:gd name="connsiteY156" fmla="*/ 2107143 h 2344739"/>
              <a:gd name="connsiteX157" fmla="*/ 4075575 w 12193149"/>
              <a:gd name="connsiteY157" fmla="*/ 2106844 h 2344739"/>
              <a:gd name="connsiteX158" fmla="*/ 4066658 w 12193149"/>
              <a:gd name="connsiteY158" fmla="*/ 2105400 h 2344739"/>
              <a:gd name="connsiteX159" fmla="*/ 4060102 w 12193149"/>
              <a:gd name="connsiteY159" fmla="*/ 2105618 h 2344739"/>
              <a:gd name="connsiteX160" fmla="*/ 4043512 w 12193149"/>
              <a:gd name="connsiteY160" fmla="*/ 2103997 h 2344739"/>
              <a:gd name="connsiteX161" fmla="*/ 4038145 w 12193149"/>
              <a:gd name="connsiteY161" fmla="*/ 2101563 h 2344739"/>
              <a:gd name="connsiteX162" fmla="*/ 4036511 w 12193149"/>
              <a:gd name="connsiteY162" fmla="*/ 2097896 h 2344739"/>
              <a:gd name="connsiteX163" fmla="*/ 4034926 w 12193149"/>
              <a:gd name="connsiteY163" fmla="*/ 2098131 h 2344739"/>
              <a:gd name="connsiteX164" fmla="*/ 4005686 w 12193149"/>
              <a:gd name="connsiteY164" fmla="*/ 2085563 h 2344739"/>
              <a:gd name="connsiteX165" fmla="*/ 3937994 w 12193149"/>
              <a:gd name="connsiteY165" fmla="*/ 2068106 h 2344739"/>
              <a:gd name="connsiteX166" fmla="*/ 3898423 w 12193149"/>
              <a:gd name="connsiteY166" fmla="*/ 2062451 h 2344739"/>
              <a:gd name="connsiteX167" fmla="*/ 3790908 w 12193149"/>
              <a:gd name="connsiteY167" fmla="*/ 2042213 h 2344739"/>
              <a:gd name="connsiteX168" fmla="*/ 3683661 w 12193149"/>
              <a:gd name="connsiteY168" fmla="*/ 2018290 h 2344739"/>
              <a:gd name="connsiteX169" fmla="*/ 3611183 w 12193149"/>
              <a:gd name="connsiteY169" fmla="*/ 1986019 h 2344739"/>
              <a:gd name="connsiteX170" fmla="*/ 3605003 w 12193149"/>
              <a:gd name="connsiteY170" fmla="*/ 1987381 h 2344739"/>
              <a:gd name="connsiteX171" fmla="*/ 3595884 w 12193149"/>
              <a:gd name="connsiteY171" fmla="*/ 1987545 h 2344739"/>
              <a:gd name="connsiteX172" fmla="*/ 3595649 w 12193149"/>
              <a:gd name="connsiteY172" fmla="*/ 1987276 h 2344739"/>
              <a:gd name="connsiteX173" fmla="*/ 3587126 w 12193149"/>
              <a:gd name="connsiteY173" fmla="*/ 1987966 h 2344739"/>
              <a:gd name="connsiteX174" fmla="*/ 3537283 w 12193149"/>
              <a:gd name="connsiteY174" fmla="*/ 1978267 h 2344739"/>
              <a:gd name="connsiteX175" fmla="*/ 3474371 w 12193149"/>
              <a:gd name="connsiteY175" fmla="*/ 1974606 h 2344739"/>
              <a:gd name="connsiteX176" fmla="*/ 3401876 w 12193149"/>
              <a:gd name="connsiteY176" fmla="*/ 1962558 h 2344739"/>
              <a:gd name="connsiteX177" fmla="*/ 3365036 w 12193149"/>
              <a:gd name="connsiteY177" fmla="*/ 1979510 h 2344739"/>
              <a:gd name="connsiteX178" fmla="*/ 3345174 w 12193149"/>
              <a:gd name="connsiteY178" fmla="*/ 1981192 h 2344739"/>
              <a:gd name="connsiteX179" fmla="*/ 3342846 w 12193149"/>
              <a:gd name="connsiteY179" fmla="*/ 1980217 h 2344739"/>
              <a:gd name="connsiteX180" fmla="*/ 3263504 w 12193149"/>
              <a:gd name="connsiteY180" fmla="*/ 1986094 h 2344739"/>
              <a:gd name="connsiteX181" fmla="*/ 3143704 w 12193149"/>
              <a:gd name="connsiteY181" fmla="*/ 1993869 h 2344739"/>
              <a:gd name="connsiteX182" fmla="*/ 3031439 w 12193149"/>
              <a:gd name="connsiteY182" fmla="*/ 1996512 h 2344739"/>
              <a:gd name="connsiteX183" fmla="*/ 2782717 w 12193149"/>
              <a:gd name="connsiteY183" fmla="*/ 2018333 h 2344739"/>
              <a:gd name="connsiteX184" fmla="*/ 2647675 w 12193149"/>
              <a:gd name="connsiteY184" fmla="*/ 2028869 h 2344739"/>
              <a:gd name="connsiteX185" fmla="*/ 2569176 w 12193149"/>
              <a:gd name="connsiteY185" fmla="*/ 2002628 h 2344739"/>
              <a:gd name="connsiteX186" fmla="*/ 2444403 w 12193149"/>
              <a:gd name="connsiteY186" fmla="*/ 2016529 h 2344739"/>
              <a:gd name="connsiteX187" fmla="*/ 2316260 w 12193149"/>
              <a:gd name="connsiteY187" fmla="*/ 2024996 h 2344739"/>
              <a:gd name="connsiteX188" fmla="*/ 2209726 w 12193149"/>
              <a:gd name="connsiteY188" fmla="*/ 2019763 h 2344739"/>
              <a:gd name="connsiteX189" fmla="*/ 2095813 w 12193149"/>
              <a:gd name="connsiteY189" fmla="*/ 2003052 h 2344739"/>
              <a:gd name="connsiteX190" fmla="*/ 1998504 w 12193149"/>
              <a:gd name="connsiteY190" fmla="*/ 1995032 h 2344739"/>
              <a:gd name="connsiteX191" fmla="*/ 1929320 w 12193149"/>
              <a:gd name="connsiteY191" fmla="*/ 2016977 h 2344739"/>
              <a:gd name="connsiteX192" fmla="*/ 1922798 w 12193149"/>
              <a:gd name="connsiteY192" fmla="*/ 2012146 h 2344739"/>
              <a:gd name="connsiteX193" fmla="*/ 1874228 w 12193149"/>
              <a:gd name="connsiteY193" fmla="*/ 2013741 h 2344739"/>
              <a:gd name="connsiteX194" fmla="*/ 1787803 w 12193149"/>
              <a:gd name="connsiteY194" fmla="*/ 2041363 h 2344739"/>
              <a:gd name="connsiteX195" fmla="*/ 1739352 w 12193149"/>
              <a:gd name="connsiteY195" fmla="*/ 2036312 h 2344739"/>
              <a:gd name="connsiteX196" fmla="*/ 1676219 w 12193149"/>
              <a:gd name="connsiteY196" fmla="*/ 2019963 h 2344739"/>
              <a:gd name="connsiteX197" fmla="*/ 1609817 w 12193149"/>
              <a:gd name="connsiteY197" fmla="*/ 2013066 h 2344739"/>
              <a:gd name="connsiteX198" fmla="*/ 1497258 w 12193149"/>
              <a:gd name="connsiteY198" fmla="*/ 1987476 h 2344739"/>
              <a:gd name="connsiteX199" fmla="*/ 1151127 w 12193149"/>
              <a:gd name="connsiteY199" fmla="*/ 1938041 h 2344739"/>
              <a:gd name="connsiteX200" fmla="*/ 859417 w 12193149"/>
              <a:gd name="connsiteY200" fmla="*/ 1928608 h 2344739"/>
              <a:gd name="connsiteX201" fmla="*/ 838688 w 12193149"/>
              <a:gd name="connsiteY201" fmla="*/ 1929821 h 2344739"/>
              <a:gd name="connsiteX202" fmla="*/ 817957 w 12193149"/>
              <a:gd name="connsiteY202" fmla="*/ 1927857 h 2344739"/>
              <a:gd name="connsiteX203" fmla="*/ 812654 w 12193149"/>
              <a:gd name="connsiteY203" fmla="*/ 1930751 h 2344739"/>
              <a:gd name="connsiteX204" fmla="*/ 721195 w 12193149"/>
              <a:gd name="connsiteY204" fmla="*/ 1929661 h 2344739"/>
              <a:gd name="connsiteX205" fmla="*/ 720890 w 12193149"/>
              <a:gd name="connsiteY205" fmla="*/ 1928399 h 2344739"/>
              <a:gd name="connsiteX206" fmla="*/ 710023 w 12193149"/>
              <a:gd name="connsiteY206" fmla="*/ 1922722 h 2344739"/>
              <a:gd name="connsiteX207" fmla="*/ 597940 w 12193149"/>
              <a:gd name="connsiteY207" fmla="*/ 1879864 h 2344739"/>
              <a:gd name="connsiteX208" fmla="*/ 579683 w 12193149"/>
              <a:gd name="connsiteY208" fmla="*/ 1877212 h 2344739"/>
              <a:gd name="connsiteX209" fmla="*/ 572865 w 12193149"/>
              <a:gd name="connsiteY209" fmla="*/ 1877401 h 2344739"/>
              <a:gd name="connsiteX210" fmla="*/ 446247 w 12193149"/>
              <a:gd name="connsiteY210" fmla="*/ 1839371 h 2344739"/>
              <a:gd name="connsiteX211" fmla="*/ 405163 w 12193149"/>
              <a:gd name="connsiteY211" fmla="*/ 1833548 h 2344739"/>
              <a:gd name="connsiteX212" fmla="*/ 293583 w 12193149"/>
              <a:gd name="connsiteY212" fmla="*/ 1812852 h 2344739"/>
              <a:gd name="connsiteX213" fmla="*/ 119529 w 12193149"/>
              <a:gd name="connsiteY213" fmla="*/ 1761047 h 2344739"/>
              <a:gd name="connsiteX214" fmla="*/ 16674 w 12193149"/>
              <a:gd name="connsiteY214" fmla="*/ 1758191 h 2344739"/>
              <a:gd name="connsiteX215" fmla="*/ 1150 w 12193149"/>
              <a:gd name="connsiteY215" fmla="*/ 1752722 h 2344739"/>
              <a:gd name="connsiteX216" fmla="*/ 1148 w 12193149"/>
              <a:gd name="connsiteY216" fmla="*/ 222213 h 2344739"/>
              <a:gd name="connsiteX217" fmla="*/ 1148 w 12193149"/>
              <a:gd name="connsiteY217" fmla="*/ 0 h 2344739"/>
              <a:gd name="connsiteX0" fmla="*/ 1148 w 12193149"/>
              <a:gd name="connsiteY0" fmla="*/ 0 h 2344739"/>
              <a:gd name="connsiteX1" fmla="*/ 12193148 w 12193149"/>
              <a:gd name="connsiteY1" fmla="*/ 0 h 2344739"/>
              <a:gd name="connsiteX2" fmla="*/ 12193149 w 12193149"/>
              <a:gd name="connsiteY2" fmla="*/ 579739 h 2344739"/>
              <a:gd name="connsiteX3" fmla="*/ 12185986 w 12193149"/>
              <a:gd name="connsiteY3" fmla="*/ 584189 h 2344739"/>
              <a:gd name="connsiteX4" fmla="*/ 12156363 w 12193149"/>
              <a:gd name="connsiteY4" fmla="*/ 597366 h 2344739"/>
              <a:gd name="connsiteX5" fmla="*/ 12139215 w 12193149"/>
              <a:gd name="connsiteY5" fmla="*/ 623179 h 2344739"/>
              <a:gd name="connsiteX6" fmla="*/ 12126327 w 12193149"/>
              <a:gd name="connsiteY6" fmla="*/ 624690 h 2344739"/>
              <a:gd name="connsiteX7" fmla="*/ 12124007 w 12193149"/>
              <a:gd name="connsiteY7" fmla="*/ 624794 h 2344739"/>
              <a:gd name="connsiteX8" fmla="*/ 12116854 w 12193149"/>
              <a:gd name="connsiteY8" fmla="*/ 628608 h 2344739"/>
              <a:gd name="connsiteX9" fmla="*/ 12099497 w 12193149"/>
              <a:gd name="connsiteY9" fmla="*/ 628139 h 2344739"/>
              <a:gd name="connsiteX10" fmla="*/ 12087073 w 12193149"/>
              <a:gd name="connsiteY10" fmla="*/ 636341 h 2344739"/>
              <a:gd name="connsiteX11" fmla="*/ 12031073 w 12193149"/>
              <a:gd name="connsiteY11" fmla="*/ 680009 h 2344739"/>
              <a:gd name="connsiteX12" fmla="*/ 11995833 w 12193149"/>
              <a:gd name="connsiteY12" fmla="*/ 703458 h 2344739"/>
              <a:gd name="connsiteX13" fmla="*/ 11979717 w 12193149"/>
              <a:gd name="connsiteY13" fmla="*/ 708161 h 2344739"/>
              <a:gd name="connsiteX14" fmla="*/ 11959046 w 12193149"/>
              <a:gd name="connsiteY14" fmla="*/ 717558 h 2344739"/>
              <a:gd name="connsiteX15" fmla="*/ 11920454 w 12193149"/>
              <a:gd name="connsiteY15" fmla="*/ 730883 h 2344739"/>
              <a:gd name="connsiteX16" fmla="*/ 11903656 w 12193149"/>
              <a:gd name="connsiteY16" fmla="*/ 742426 h 2344739"/>
              <a:gd name="connsiteX17" fmla="*/ 11895048 w 12193149"/>
              <a:gd name="connsiteY17" fmla="*/ 744791 h 2344739"/>
              <a:gd name="connsiteX18" fmla="*/ 11891968 w 12193149"/>
              <a:gd name="connsiteY18" fmla="*/ 755729 h 2344739"/>
              <a:gd name="connsiteX19" fmla="*/ 11870776 w 12193149"/>
              <a:gd name="connsiteY19" fmla="*/ 777816 h 2344739"/>
              <a:gd name="connsiteX20" fmla="*/ 11813376 w 12193149"/>
              <a:gd name="connsiteY20" fmla="*/ 797659 h 2344739"/>
              <a:gd name="connsiteX21" fmla="*/ 11590693 w 12193149"/>
              <a:gd name="connsiteY21" fmla="*/ 963777 h 2344739"/>
              <a:gd name="connsiteX22" fmla="*/ 11506817 w 12193149"/>
              <a:gd name="connsiteY22" fmla="*/ 1033623 h 2344739"/>
              <a:gd name="connsiteX23" fmla="*/ 11280332 w 12193149"/>
              <a:gd name="connsiteY23" fmla="*/ 1223571 h 2344739"/>
              <a:gd name="connsiteX24" fmla="*/ 11228309 w 12193149"/>
              <a:gd name="connsiteY24" fmla="*/ 1276236 h 2344739"/>
              <a:gd name="connsiteX25" fmla="*/ 11218087 w 12193149"/>
              <a:gd name="connsiteY25" fmla="*/ 1275961 h 2344739"/>
              <a:gd name="connsiteX26" fmla="*/ 11217184 w 12193149"/>
              <a:gd name="connsiteY26" fmla="*/ 1275018 h 2344739"/>
              <a:gd name="connsiteX27" fmla="*/ 11188885 w 12193149"/>
              <a:gd name="connsiteY27" fmla="*/ 1292383 h 2344739"/>
              <a:gd name="connsiteX28" fmla="*/ 11184501 w 12193149"/>
              <a:gd name="connsiteY28" fmla="*/ 1292525 h 2344739"/>
              <a:gd name="connsiteX29" fmla="*/ 11166854 w 12193149"/>
              <a:gd name="connsiteY29" fmla="*/ 1306612 h 2344739"/>
              <a:gd name="connsiteX30" fmla="*/ 11157311 w 12193149"/>
              <a:gd name="connsiteY30" fmla="*/ 1312414 h 2344739"/>
              <a:gd name="connsiteX31" fmla="*/ 11155496 w 12193149"/>
              <a:gd name="connsiteY31" fmla="*/ 1317097 h 2344739"/>
              <a:gd name="connsiteX32" fmla="*/ 11140961 w 12193149"/>
              <a:gd name="connsiteY32" fmla="*/ 1324115 h 2344739"/>
              <a:gd name="connsiteX33" fmla="*/ 11138961 w 12193149"/>
              <a:gd name="connsiteY33" fmla="*/ 1323772 h 2344739"/>
              <a:gd name="connsiteX34" fmla="*/ 11128208 w 12193149"/>
              <a:gd name="connsiteY34" fmla="*/ 1333832 h 2344739"/>
              <a:gd name="connsiteX35" fmla="*/ 11120691 w 12193149"/>
              <a:gd name="connsiteY35" fmla="*/ 1347424 h 2344739"/>
              <a:gd name="connsiteX36" fmla="*/ 10894683 w 12193149"/>
              <a:gd name="connsiteY36" fmla="*/ 1473399 h 2344739"/>
              <a:gd name="connsiteX37" fmla="*/ 10773300 w 12193149"/>
              <a:gd name="connsiteY37" fmla="*/ 1523191 h 2344739"/>
              <a:gd name="connsiteX38" fmla="*/ 10627668 w 12193149"/>
              <a:gd name="connsiteY38" fmla="*/ 1559229 h 2344739"/>
              <a:gd name="connsiteX39" fmla="*/ 10581895 w 12193149"/>
              <a:gd name="connsiteY39" fmla="*/ 1568689 h 2344739"/>
              <a:gd name="connsiteX40" fmla="*/ 10547790 w 12193149"/>
              <a:gd name="connsiteY40" fmla="*/ 1598423 h 2344739"/>
              <a:gd name="connsiteX41" fmla="*/ 10529643 w 12193149"/>
              <a:gd name="connsiteY41" fmla="*/ 1596907 h 2344739"/>
              <a:gd name="connsiteX42" fmla="*/ 10526446 w 12193149"/>
              <a:gd name="connsiteY42" fmla="*/ 1596411 h 2344739"/>
              <a:gd name="connsiteX43" fmla="*/ 10515129 w 12193149"/>
              <a:gd name="connsiteY43" fmla="*/ 1599537 h 2344739"/>
              <a:gd name="connsiteX44" fmla="*/ 10491735 w 12193149"/>
              <a:gd name="connsiteY44" fmla="*/ 1594156 h 2344739"/>
              <a:gd name="connsiteX45" fmla="*/ 10471418 w 12193149"/>
              <a:gd name="connsiteY45" fmla="*/ 1601693 h 2344739"/>
              <a:gd name="connsiteX46" fmla="*/ 10377042 w 12193149"/>
              <a:gd name="connsiteY46" fmla="*/ 1644598 h 2344739"/>
              <a:gd name="connsiteX47" fmla="*/ 10319338 w 12193149"/>
              <a:gd name="connsiteY47" fmla="*/ 1666221 h 2344739"/>
              <a:gd name="connsiteX48" fmla="*/ 10295467 w 12193149"/>
              <a:gd name="connsiteY48" fmla="*/ 1668079 h 2344739"/>
              <a:gd name="connsiteX49" fmla="*/ 10263443 w 12193149"/>
              <a:gd name="connsiteY49" fmla="*/ 1674948 h 2344739"/>
              <a:gd name="connsiteX50" fmla="*/ 10205418 w 12193149"/>
              <a:gd name="connsiteY50" fmla="*/ 1682149 h 2344739"/>
              <a:gd name="connsiteX51" fmla="*/ 10177759 w 12193149"/>
              <a:gd name="connsiteY51" fmla="*/ 1692943 h 2344739"/>
              <a:gd name="connsiteX52" fmla="*/ 10165070 w 12193149"/>
              <a:gd name="connsiteY52" fmla="*/ 1693739 h 2344739"/>
              <a:gd name="connsiteX53" fmla="*/ 10156308 w 12193149"/>
              <a:gd name="connsiteY53" fmla="*/ 1707487 h 2344739"/>
              <a:gd name="connsiteX54" fmla="*/ 10118267 w 12193149"/>
              <a:gd name="connsiteY54" fmla="*/ 1731142 h 2344739"/>
              <a:gd name="connsiteX55" fmla="*/ 10083317 w 12193149"/>
              <a:gd name="connsiteY55" fmla="*/ 1743296 h 2344739"/>
              <a:gd name="connsiteX56" fmla="*/ 10040388 w 12193149"/>
              <a:gd name="connsiteY56" fmla="*/ 1741632 h 2344739"/>
              <a:gd name="connsiteX57" fmla="*/ 9961167 w 12193149"/>
              <a:gd name="connsiteY57" fmla="*/ 1757147 h 2344739"/>
              <a:gd name="connsiteX58" fmla="*/ 9848940 w 12193149"/>
              <a:gd name="connsiteY58" fmla="*/ 1763915 h 2344739"/>
              <a:gd name="connsiteX59" fmla="*/ 9729457 w 12193149"/>
              <a:gd name="connsiteY59" fmla="*/ 1784122 h 2344739"/>
              <a:gd name="connsiteX60" fmla="*/ 9613704 w 12193149"/>
              <a:gd name="connsiteY60" fmla="*/ 1812371 h 2344739"/>
              <a:gd name="connsiteX61" fmla="*/ 9338590 w 12193149"/>
              <a:gd name="connsiteY61" fmla="*/ 1869293 h 2344739"/>
              <a:gd name="connsiteX62" fmla="*/ 9232518 w 12193149"/>
              <a:gd name="connsiteY62" fmla="*/ 1893149 h 2344739"/>
              <a:gd name="connsiteX63" fmla="*/ 9156690 w 12193149"/>
              <a:gd name="connsiteY63" fmla="*/ 1903228 h 2344739"/>
              <a:gd name="connsiteX64" fmla="*/ 9054601 w 12193149"/>
              <a:gd name="connsiteY64" fmla="*/ 1910755 h 2344739"/>
              <a:gd name="connsiteX65" fmla="*/ 9006634 w 12193149"/>
              <a:gd name="connsiteY65" fmla="*/ 1914040 h 2344739"/>
              <a:gd name="connsiteX66" fmla="*/ 9006349 w 12193149"/>
              <a:gd name="connsiteY66" fmla="*/ 1913800 h 2344739"/>
              <a:gd name="connsiteX67" fmla="*/ 8997380 w 12193149"/>
              <a:gd name="connsiteY67" fmla="*/ 1915011 h 2344739"/>
              <a:gd name="connsiteX68" fmla="*/ 8991542 w 12193149"/>
              <a:gd name="connsiteY68" fmla="*/ 1917072 h 2344739"/>
              <a:gd name="connsiteX69" fmla="*/ 8975485 w 12193149"/>
              <a:gd name="connsiteY69" fmla="*/ 1920298 h 2344739"/>
              <a:gd name="connsiteX70" fmla="*/ 8969159 w 12193149"/>
              <a:gd name="connsiteY70" fmla="*/ 1919598 h 2344739"/>
              <a:gd name="connsiteX71" fmla="*/ 8964196 w 12193149"/>
              <a:gd name="connsiteY71" fmla="*/ 1917373 h 2344739"/>
              <a:gd name="connsiteX72" fmla="*/ 8930136 w 12193149"/>
              <a:gd name="connsiteY72" fmla="*/ 1914185 h 2344739"/>
              <a:gd name="connsiteX73" fmla="*/ 8753592 w 12193149"/>
              <a:gd name="connsiteY73" fmla="*/ 1933417 h 2344739"/>
              <a:gd name="connsiteX74" fmla="*/ 8708995 w 12193149"/>
              <a:gd name="connsiteY74" fmla="*/ 1935518 h 2344739"/>
              <a:gd name="connsiteX75" fmla="*/ 8597219 w 12193149"/>
              <a:gd name="connsiteY75" fmla="*/ 1944090 h 2344739"/>
              <a:gd name="connsiteX76" fmla="*/ 8526378 w 12193149"/>
              <a:gd name="connsiteY76" fmla="*/ 1929248 h 2344739"/>
              <a:gd name="connsiteX77" fmla="*/ 8512131 w 12193149"/>
              <a:gd name="connsiteY77" fmla="*/ 1935163 h 2344739"/>
              <a:gd name="connsiteX78" fmla="*/ 8507315 w 12193149"/>
              <a:gd name="connsiteY78" fmla="*/ 1938164 h 2344739"/>
              <a:gd name="connsiteX79" fmla="*/ 8499116 w 12193149"/>
              <a:gd name="connsiteY79" fmla="*/ 1940902 h 2344739"/>
              <a:gd name="connsiteX80" fmla="*/ 8498742 w 12193149"/>
              <a:gd name="connsiteY80" fmla="*/ 1940723 h 2344739"/>
              <a:gd name="connsiteX81" fmla="*/ 8491397 w 12193149"/>
              <a:gd name="connsiteY81" fmla="*/ 1943773 h 2344739"/>
              <a:gd name="connsiteX82" fmla="*/ 8368330 w 12193149"/>
              <a:gd name="connsiteY82" fmla="*/ 1957815 h 2344739"/>
              <a:gd name="connsiteX83" fmla="*/ 8354947 w 12193149"/>
              <a:gd name="connsiteY83" fmla="*/ 1958009 h 2344739"/>
              <a:gd name="connsiteX84" fmla="*/ 8321252 w 12193149"/>
              <a:gd name="connsiteY84" fmla="*/ 1974587 h 2344739"/>
              <a:gd name="connsiteX85" fmla="*/ 8315581 w 12193149"/>
              <a:gd name="connsiteY85" fmla="*/ 1974913 h 2344739"/>
              <a:gd name="connsiteX86" fmla="*/ 8296322 w 12193149"/>
              <a:gd name="connsiteY86" fmla="*/ 1988808 h 2344739"/>
              <a:gd name="connsiteX87" fmla="*/ 8285424 w 12193149"/>
              <a:gd name="connsiteY87" fmla="*/ 1994631 h 2344739"/>
              <a:gd name="connsiteX88" fmla="*/ 8284298 w 12193149"/>
              <a:gd name="connsiteY88" fmla="*/ 1999074 h 2344739"/>
              <a:gd name="connsiteX89" fmla="*/ 8267224 w 12193149"/>
              <a:gd name="connsiteY89" fmla="*/ 2006249 h 2344739"/>
              <a:gd name="connsiteX90" fmla="*/ 8264525 w 12193149"/>
              <a:gd name="connsiteY90" fmla="*/ 2006019 h 2344739"/>
              <a:gd name="connsiteX91" fmla="*/ 8253181 w 12193149"/>
              <a:gd name="connsiteY91" fmla="*/ 2015862 h 2344739"/>
              <a:gd name="connsiteX92" fmla="*/ 8246982 w 12193149"/>
              <a:gd name="connsiteY92" fmla="*/ 2028854 h 2344739"/>
              <a:gd name="connsiteX93" fmla="*/ 8091420 w 12193149"/>
              <a:gd name="connsiteY93" fmla="*/ 2075015 h 2344739"/>
              <a:gd name="connsiteX94" fmla="*/ 7906555 w 12193149"/>
              <a:gd name="connsiteY94" fmla="*/ 2116988 h 2344739"/>
              <a:gd name="connsiteX95" fmla="*/ 7719893 w 12193149"/>
              <a:gd name="connsiteY95" fmla="*/ 2142703 h 2344739"/>
              <a:gd name="connsiteX96" fmla="*/ 7615495 w 12193149"/>
              <a:gd name="connsiteY96" fmla="*/ 2139232 h 2344739"/>
              <a:gd name="connsiteX97" fmla="*/ 7528691 w 12193149"/>
              <a:gd name="connsiteY97" fmla="*/ 2145060 h 2344739"/>
              <a:gd name="connsiteX98" fmla="*/ 7520719 w 12193149"/>
              <a:gd name="connsiteY98" fmla="*/ 2147613 h 2344739"/>
              <a:gd name="connsiteX99" fmla="*/ 7508559 w 12193149"/>
              <a:gd name="connsiteY99" fmla="*/ 2148948 h 2344739"/>
              <a:gd name="connsiteX100" fmla="*/ 7508188 w 12193149"/>
              <a:gd name="connsiteY100" fmla="*/ 2148621 h 2344739"/>
              <a:gd name="connsiteX101" fmla="*/ 7496943 w 12193149"/>
              <a:gd name="connsiteY101" fmla="*/ 2150573 h 2344739"/>
              <a:gd name="connsiteX102" fmla="*/ 7219707 w 12193149"/>
              <a:gd name="connsiteY102" fmla="*/ 2156680 h 2344739"/>
              <a:gd name="connsiteX103" fmla="*/ 7202249 w 12193149"/>
              <a:gd name="connsiteY103" fmla="*/ 2161230 h 2344739"/>
              <a:gd name="connsiteX104" fmla="*/ 7198152 w 12193149"/>
              <a:gd name="connsiteY104" fmla="*/ 2166588 h 2344739"/>
              <a:gd name="connsiteX105" fmla="*/ 7171956 w 12193149"/>
              <a:gd name="connsiteY105" fmla="*/ 2171236 h 2344739"/>
              <a:gd name="connsiteX106" fmla="*/ 7098136 w 12193149"/>
              <a:gd name="connsiteY106" fmla="*/ 2183464 h 2344739"/>
              <a:gd name="connsiteX107" fmla="*/ 7019644 w 12193149"/>
              <a:gd name="connsiteY107" fmla="*/ 2183090 h 2344739"/>
              <a:gd name="connsiteX108" fmla="*/ 6905294 w 12193149"/>
              <a:gd name="connsiteY108" fmla="*/ 2212596 h 2344739"/>
              <a:gd name="connsiteX109" fmla="*/ 6709370 w 12193149"/>
              <a:gd name="connsiteY109" fmla="*/ 2240551 h 2344739"/>
              <a:gd name="connsiteX110" fmla="*/ 6550602 w 12193149"/>
              <a:gd name="connsiteY110" fmla="*/ 2269327 h 2344739"/>
              <a:gd name="connsiteX111" fmla="*/ 6318708 w 12193149"/>
              <a:gd name="connsiteY111" fmla="*/ 2316127 h 2344739"/>
              <a:gd name="connsiteX112" fmla="*/ 6169822 w 12193149"/>
              <a:gd name="connsiteY112" fmla="*/ 2318214 h 2344739"/>
              <a:gd name="connsiteX113" fmla="*/ 6074996 w 12193149"/>
              <a:gd name="connsiteY113" fmla="*/ 2338676 h 2344739"/>
              <a:gd name="connsiteX114" fmla="*/ 6069677 w 12193149"/>
              <a:gd name="connsiteY114" fmla="*/ 2337139 h 2344739"/>
              <a:gd name="connsiteX115" fmla="*/ 6049786 w 12193149"/>
              <a:gd name="connsiteY115" fmla="*/ 2337822 h 2344739"/>
              <a:gd name="connsiteX116" fmla="*/ 6042433 w 12193149"/>
              <a:gd name="connsiteY116" fmla="*/ 2329473 h 2344739"/>
              <a:gd name="connsiteX117" fmla="*/ 6011238 w 12193149"/>
              <a:gd name="connsiteY117" fmla="*/ 2324380 h 2344739"/>
              <a:gd name="connsiteX118" fmla="*/ 5958523 w 12193149"/>
              <a:gd name="connsiteY118" fmla="*/ 2328024 h 2344739"/>
              <a:gd name="connsiteX119" fmla="*/ 5760067 w 12193149"/>
              <a:gd name="connsiteY119" fmla="*/ 2343716 h 2344739"/>
              <a:gd name="connsiteX120" fmla="*/ 5628108 w 12193149"/>
              <a:gd name="connsiteY120" fmla="*/ 2344739 h 2344739"/>
              <a:gd name="connsiteX121" fmla="*/ 5472054 w 12193149"/>
              <a:gd name="connsiteY121" fmla="*/ 2330719 h 2344739"/>
              <a:gd name="connsiteX122" fmla="*/ 5433909 w 12193149"/>
              <a:gd name="connsiteY122" fmla="*/ 2319466 h 2344739"/>
              <a:gd name="connsiteX123" fmla="*/ 5382817 w 12193149"/>
              <a:gd name="connsiteY123" fmla="*/ 2301764 h 2344739"/>
              <a:gd name="connsiteX124" fmla="*/ 5262912 w 12193149"/>
              <a:gd name="connsiteY124" fmla="*/ 2281347 h 2344739"/>
              <a:gd name="connsiteX125" fmla="*/ 5224109 w 12193149"/>
              <a:gd name="connsiteY125" fmla="*/ 2270223 h 2344739"/>
              <a:gd name="connsiteX126" fmla="*/ 5175808 w 12193149"/>
              <a:gd name="connsiteY126" fmla="*/ 2267233 h 2344739"/>
              <a:gd name="connsiteX127" fmla="*/ 5157702 w 12193149"/>
              <a:gd name="connsiteY127" fmla="*/ 2260010 h 2344739"/>
              <a:gd name="connsiteX128" fmla="*/ 5143747 w 12193149"/>
              <a:gd name="connsiteY128" fmla="*/ 2256610 h 2344739"/>
              <a:gd name="connsiteX129" fmla="*/ 5140744 w 12193149"/>
              <a:gd name="connsiteY129" fmla="*/ 2254509 h 2344739"/>
              <a:gd name="connsiteX130" fmla="*/ 5122807 w 12193149"/>
              <a:gd name="connsiteY130" fmla="*/ 2243656 h 2344739"/>
              <a:gd name="connsiteX131" fmla="*/ 5066938 w 12193149"/>
              <a:gd name="connsiteY131" fmla="*/ 2250227 h 2344739"/>
              <a:gd name="connsiteX132" fmla="*/ 5012662 w 12193149"/>
              <a:gd name="connsiteY132" fmla="*/ 2233846 h 2344739"/>
              <a:gd name="connsiteX133" fmla="*/ 4841589 w 12193149"/>
              <a:gd name="connsiteY133" fmla="*/ 2209829 h 2344739"/>
              <a:gd name="connsiteX134" fmla="*/ 4763595 w 12193149"/>
              <a:gd name="connsiteY134" fmla="*/ 2182061 h 2344739"/>
              <a:gd name="connsiteX135" fmla="*/ 4724334 w 12193149"/>
              <a:gd name="connsiteY135" fmla="*/ 2173047 h 2344739"/>
              <a:gd name="connsiteX136" fmla="*/ 4722324 w 12193149"/>
              <a:gd name="connsiteY136" fmla="*/ 2172298 h 2344739"/>
              <a:gd name="connsiteX137" fmla="*/ 4723259 w 12193149"/>
              <a:gd name="connsiteY137" fmla="*/ 2172087 h 2344739"/>
              <a:gd name="connsiteX138" fmla="*/ 4718350 w 12193149"/>
              <a:gd name="connsiteY138" fmla="*/ 2170817 h 2344739"/>
              <a:gd name="connsiteX139" fmla="*/ 4722324 w 12193149"/>
              <a:gd name="connsiteY139" fmla="*/ 2172298 h 2344739"/>
              <a:gd name="connsiteX140" fmla="*/ 4716674 w 12193149"/>
              <a:gd name="connsiteY140" fmla="*/ 2173573 h 2344739"/>
              <a:gd name="connsiteX141" fmla="*/ 4516962 w 12193149"/>
              <a:gd name="connsiteY141" fmla="*/ 2163671 h 2344739"/>
              <a:gd name="connsiteX142" fmla="*/ 4429691 w 12193149"/>
              <a:gd name="connsiteY142" fmla="*/ 2153020 h 2344739"/>
              <a:gd name="connsiteX143" fmla="*/ 4364023 w 12193149"/>
              <a:gd name="connsiteY143" fmla="*/ 2151674 h 2344739"/>
              <a:gd name="connsiteX144" fmla="*/ 4318114 w 12193149"/>
              <a:gd name="connsiteY144" fmla="*/ 2158289 h 2344739"/>
              <a:gd name="connsiteX145" fmla="*/ 4316258 w 12193149"/>
              <a:gd name="connsiteY145" fmla="*/ 2156948 h 2344739"/>
              <a:gd name="connsiteX146" fmla="*/ 4296292 w 12193149"/>
              <a:gd name="connsiteY146" fmla="*/ 2155069 h 2344739"/>
              <a:gd name="connsiteX147" fmla="*/ 4291212 w 12193149"/>
              <a:gd name="connsiteY147" fmla="*/ 2157986 h 2344739"/>
              <a:gd name="connsiteX148" fmla="*/ 4277290 w 12193149"/>
              <a:gd name="connsiteY148" fmla="*/ 2157740 h 2344739"/>
              <a:gd name="connsiteX149" fmla="*/ 4249265 w 12193149"/>
              <a:gd name="connsiteY149" fmla="*/ 2160064 h 2344739"/>
              <a:gd name="connsiteX150" fmla="*/ 4203199 w 12193149"/>
              <a:gd name="connsiteY150" fmla="*/ 2157269 h 2344739"/>
              <a:gd name="connsiteX151" fmla="*/ 4202893 w 12193149"/>
              <a:gd name="connsiteY151" fmla="*/ 2156010 h 2344739"/>
              <a:gd name="connsiteX152" fmla="*/ 4192396 w 12193149"/>
              <a:gd name="connsiteY152" fmla="*/ 2150376 h 2344739"/>
              <a:gd name="connsiteX153" fmla="*/ 4143893 w 12193149"/>
              <a:gd name="connsiteY153" fmla="*/ 2134511 h 2344739"/>
              <a:gd name="connsiteX154" fmla="*/ 4084245 w 12193149"/>
              <a:gd name="connsiteY154" fmla="*/ 2107978 h 2344739"/>
              <a:gd name="connsiteX155" fmla="*/ 4075694 w 12193149"/>
              <a:gd name="connsiteY155" fmla="*/ 2107143 h 2344739"/>
              <a:gd name="connsiteX156" fmla="*/ 4075575 w 12193149"/>
              <a:gd name="connsiteY156" fmla="*/ 2106844 h 2344739"/>
              <a:gd name="connsiteX157" fmla="*/ 4066658 w 12193149"/>
              <a:gd name="connsiteY157" fmla="*/ 2105400 h 2344739"/>
              <a:gd name="connsiteX158" fmla="*/ 4060102 w 12193149"/>
              <a:gd name="connsiteY158" fmla="*/ 2105618 h 2344739"/>
              <a:gd name="connsiteX159" fmla="*/ 4043512 w 12193149"/>
              <a:gd name="connsiteY159" fmla="*/ 2103997 h 2344739"/>
              <a:gd name="connsiteX160" fmla="*/ 4038145 w 12193149"/>
              <a:gd name="connsiteY160" fmla="*/ 2101563 h 2344739"/>
              <a:gd name="connsiteX161" fmla="*/ 4036511 w 12193149"/>
              <a:gd name="connsiteY161" fmla="*/ 2097896 h 2344739"/>
              <a:gd name="connsiteX162" fmla="*/ 4034926 w 12193149"/>
              <a:gd name="connsiteY162" fmla="*/ 2098131 h 2344739"/>
              <a:gd name="connsiteX163" fmla="*/ 4005686 w 12193149"/>
              <a:gd name="connsiteY163" fmla="*/ 2085563 h 2344739"/>
              <a:gd name="connsiteX164" fmla="*/ 3937994 w 12193149"/>
              <a:gd name="connsiteY164" fmla="*/ 2068106 h 2344739"/>
              <a:gd name="connsiteX165" fmla="*/ 3898423 w 12193149"/>
              <a:gd name="connsiteY165" fmla="*/ 2062451 h 2344739"/>
              <a:gd name="connsiteX166" fmla="*/ 3790908 w 12193149"/>
              <a:gd name="connsiteY166" fmla="*/ 2042213 h 2344739"/>
              <a:gd name="connsiteX167" fmla="*/ 3683661 w 12193149"/>
              <a:gd name="connsiteY167" fmla="*/ 2018290 h 2344739"/>
              <a:gd name="connsiteX168" fmla="*/ 3611183 w 12193149"/>
              <a:gd name="connsiteY168" fmla="*/ 1986019 h 2344739"/>
              <a:gd name="connsiteX169" fmla="*/ 3605003 w 12193149"/>
              <a:gd name="connsiteY169" fmla="*/ 1987381 h 2344739"/>
              <a:gd name="connsiteX170" fmla="*/ 3595884 w 12193149"/>
              <a:gd name="connsiteY170" fmla="*/ 1987545 h 2344739"/>
              <a:gd name="connsiteX171" fmla="*/ 3595649 w 12193149"/>
              <a:gd name="connsiteY171" fmla="*/ 1987276 h 2344739"/>
              <a:gd name="connsiteX172" fmla="*/ 3587126 w 12193149"/>
              <a:gd name="connsiteY172" fmla="*/ 1987966 h 2344739"/>
              <a:gd name="connsiteX173" fmla="*/ 3537283 w 12193149"/>
              <a:gd name="connsiteY173" fmla="*/ 1978267 h 2344739"/>
              <a:gd name="connsiteX174" fmla="*/ 3474371 w 12193149"/>
              <a:gd name="connsiteY174" fmla="*/ 1974606 h 2344739"/>
              <a:gd name="connsiteX175" fmla="*/ 3401876 w 12193149"/>
              <a:gd name="connsiteY175" fmla="*/ 1962558 h 2344739"/>
              <a:gd name="connsiteX176" fmla="*/ 3365036 w 12193149"/>
              <a:gd name="connsiteY176" fmla="*/ 1979510 h 2344739"/>
              <a:gd name="connsiteX177" fmla="*/ 3345174 w 12193149"/>
              <a:gd name="connsiteY177" fmla="*/ 1981192 h 2344739"/>
              <a:gd name="connsiteX178" fmla="*/ 3342846 w 12193149"/>
              <a:gd name="connsiteY178" fmla="*/ 1980217 h 2344739"/>
              <a:gd name="connsiteX179" fmla="*/ 3263504 w 12193149"/>
              <a:gd name="connsiteY179" fmla="*/ 1986094 h 2344739"/>
              <a:gd name="connsiteX180" fmla="*/ 3143704 w 12193149"/>
              <a:gd name="connsiteY180" fmla="*/ 1993869 h 2344739"/>
              <a:gd name="connsiteX181" fmla="*/ 3031439 w 12193149"/>
              <a:gd name="connsiteY181" fmla="*/ 1996512 h 2344739"/>
              <a:gd name="connsiteX182" fmla="*/ 2782717 w 12193149"/>
              <a:gd name="connsiteY182" fmla="*/ 2018333 h 2344739"/>
              <a:gd name="connsiteX183" fmla="*/ 2647675 w 12193149"/>
              <a:gd name="connsiteY183" fmla="*/ 2028869 h 2344739"/>
              <a:gd name="connsiteX184" fmla="*/ 2569176 w 12193149"/>
              <a:gd name="connsiteY184" fmla="*/ 2002628 h 2344739"/>
              <a:gd name="connsiteX185" fmla="*/ 2444403 w 12193149"/>
              <a:gd name="connsiteY185" fmla="*/ 2016529 h 2344739"/>
              <a:gd name="connsiteX186" fmla="*/ 2316260 w 12193149"/>
              <a:gd name="connsiteY186" fmla="*/ 2024996 h 2344739"/>
              <a:gd name="connsiteX187" fmla="*/ 2209726 w 12193149"/>
              <a:gd name="connsiteY187" fmla="*/ 2019763 h 2344739"/>
              <a:gd name="connsiteX188" fmla="*/ 2095813 w 12193149"/>
              <a:gd name="connsiteY188" fmla="*/ 2003052 h 2344739"/>
              <a:gd name="connsiteX189" fmla="*/ 1998504 w 12193149"/>
              <a:gd name="connsiteY189" fmla="*/ 1995032 h 2344739"/>
              <a:gd name="connsiteX190" fmla="*/ 1929320 w 12193149"/>
              <a:gd name="connsiteY190" fmla="*/ 2016977 h 2344739"/>
              <a:gd name="connsiteX191" fmla="*/ 1922798 w 12193149"/>
              <a:gd name="connsiteY191" fmla="*/ 2012146 h 2344739"/>
              <a:gd name="connsiteX192" fmla="*/ 1874228 w 12193149"/>
              <a:gd name="connsiteY192" fmla="*/ 2013741 h 2344739"/>
              <a:gd name="connsiteX193" fmla="*/ 1787803 w 12193149"/>
              <a:gd name="connsiteY193" fmla="*/ 2041363 h 2344739"/>
              <a:gd name="connsiteX194" fmla="*/ 1739352 w 12193149"/>
              <a:gd name="connsiteY194" fmla="*/ 2036312 h 2344739"/>
              <a:gd name="connsiteX195" fmla="*/ 1676219 w 12193149"/>
              <a:gd name="connsiteY195" fmla="*/ 2019963 h 2344739"/>
              <a:gd name="connsiteX196" fmla="*/ 1609817 w 12193149"/>
              <a:gd name="connsiteY196" fmla="*/ 2013066 h 2344739"/>
              <a:gd name="connsiteX197" fmla="*/ 1497258 w 12193149"/>
              <a:gd name="connsiteY197" fmla="*/ 1987476 h 2344739"/>
              <a:gd name="connsiteX198" fmla="*/ 1151127 w 12193149"/>
              <a:gd name="connsiteY198" fmla="*/ 1938041 h 2344739"/>
              <a:gd name="connsiteX199" fmla="*/ 859417 w 12193149"/>
              <a:gd name="connsiteY199" fmla="*/ 1928608 h 2344739"/>
              <a:gd name="connsiteX200" fmla="*/ 838688 w 12193149"/>
              <a:gd name="connsiteY200" fmla="*/ 1929821 h 2344739"/>
              <a:gd name="connsiteX201" fmla="*/ 817957 w 12193149"/>
              <a:gd name="connsiteY201" fmla="*/ 1927857 h 2344739"/>
              <a:gd name="connsiteX202" fmla="*/ 812654 w 12193149"/>
              <a:gd name="connsiteY202" fmla="*/ 1930751 h 2344739"/>
              <a:gd name="connsiteX203" fmla="*/ 721195 w 12193149"/>
              <a:gd name="connsiteY203" fmla="*/ 1929661 h 2344739"/>
              <a:gd name="connsiteX204" fmla="*/ 720890 w 12193149"/>
              <a:gd name="connsiteY204" fmla="*/ 1928399 h 2344739"/>
              <a:gd name="connsiteX205" fmla="*/ 710023 w 12193149"/>
              <a:gd name="connsiteY205" fmla="*/ 1922722 h 2344739"/>
              <a:gd name="connsiteX206" fmla="*/ 597940 w 12193149"/>
              <a:gd name="connsiteY206" fmla="*/ 1879864 h 2344739"/>
              <a:gd name="connsiteX207" fmla="*/ 579683 w 12193149"/>
              <a:gd name="connsiteY207" fmla="*/ 1877212 h 2344739"/>
              <a:gd name="connsiteX208" fmla="*/ 572865 w 12193149"/>
              <a:gd name="connsiteY208" fmla="*/ 1877401 h 2344739"/>
              <a:gd name="connsiteX209" fmla="*/ 446247 w 12193149"/>
              <a:gd name="connsiteY209" fmla="*/ 1839371 h 2344739"/>
              <a:gd name="connsiteX210" fmla="*/ 405163 w 12193149"/>
              <a:gd name="connsiteY210" fmla="*/ 1833548 h 2344739"/>
              <a:gd name="connsiteX211" fmla="*/ 293583 w 12193149"/>
              <a:gd name="connsiteY211" fmla="*/ 1812852 h 2344739"/>
              <a:gd name="connsiteX212" fmla="*/ 119529 w 12193149"/>
              <a:gd name="connsiteY212" fmla="*/ 1761047 h 2344739"/>
              <a:gd name="connsiteX213" fmla="*/ 16674 w 12193149"/>
              <a:gd name="connsiteY213" fmla="*/ 1758191 h 2344739"/>
              <a:gd name="connsiteX214" fmla="*/ 1150 w 12193149"/>
              <a:gd name="connsiteY214" fmla="*/ 1752722 h 2344739"/>
              <a:gd name="connsiteX215" fmla="*/ 1148 w 12193149"/>
              <a:gd name="connsiteY215" fmla="*/ 222213 h 2344739"/>
              <a:gd name="connsiteX216" fmla="*/ 1148 w 12193149"/>
              <a:gd name="connsiteY216" fmla="*/ 0 h 2344739"/>
              <a:gd name="connsiteX0" fmla="*/ 1148 w 12193149"/>
              <a:gd name="connsiteY0" fmla="*/ 818782 h 3163521"/>
              <a:gd name="connsiteX1" fmla="*/ 12181789 w 12193149"/>
              <a:gd name="connsiteY1" fmla="*/ 0 h 3163521"/>
              <a:gd name="connsiteX2" fmla="*/ 12193149 w 12193149"/>
              <a:gd name="connsiteY2" fmla="*/ 1398521 h 3163521"/>
              <a:gd name="connsiteX3" fmla="*/ 12185986 w 12193149"/>
              <a:gd name="connsiteY3" fmla="*/ 1402971 h 3163521"/>
              <a:gd name="connsiteX4" fmla="*/ 12156363 w 12193149"/>
              <a:gd name="connsiteY4" fmla="*/ 1416148 h 3163521"/>
              <a:gd name="connsiteX5" fmla="*/ 12139215 w 12193149"/>
              <a:gd name="connsiteY5" fmla="*/ 1441961 h 3163521"/>
              <a:gd name="connsiteX6" fmla="*/ 12126327 w 12193149"/>
              <a:gd name="connsiteY6" fmla="*/ 1443472 h 3163521"/>
              <a:gd name="connsiteX7" fmla="*/ 12124007 w 12193149"/>
              <a:gd name="connsiteY7" fmla="*/ 1443576 h 3163521"/>
              <a:gd name="connsiteX8" fmla="*/ 12116854 w 12193149"/>
              <a:gd name="connsiteY8" fmla="*/ 1447390 h 3163521"/>
              <a:gd name="connsiteX9" fmla="*/ 12099497 w 12193149"/>
              <a:gd name="connsiteY9" fmla="*/ 1446921 h 3163521"/>
              <a:gd name="connsiteX10" fmla="*/ 12087073 w 12193149"/>
              <a:gd name="connsiteY10" fmla="*/ 1455123 h 3163521"/>
              <a:gd name="connsiteX11" fmla="*/ 12031073 w 12193149"/>
              <a:gd name="connsiteY11" fmla="*/ 1498791 h 3163521"/>
              <a:gd name="connsiteX12" fmla="*/ 11995833 w 12193149"/>
              <a:gd name="connsiteY12" fmla="*/ 1522240 h 3163521"/>
              <a:gd name="connsiteX13" fmla="*/ 11979717 w 12193149"/>
              <a:gd name="connsiteY13" fmla="*/ 1526943 h 3163521"/>
              <a:gd name="connsiteX14" fmla="*/ 11959046 w 12193149"/>
              <a:gd name="connsiteY14" fmla="*/ 1536340 h 3163521"/>
              <a:gd name="connsiteX15" fmla="*/ 11920454 w 12193149"/>
              <a:gd name="connsiteY15" fmla="*/ 1549665 h 3163521"/>
              <a:gd name="connsiteX16" fmla="*/ 11903656 w 12193149"/>
              <a:gd name="connsiteY16" fmla="*/ 1561208 h 3163521"/>
              <a:gd name="connsiteX17" fmla="*/ 11895048 w 12193149"/>
              <a:gd name="connsiteY17" fmla="*/ 1563573 h 3163521"/>
              <a:gd name="connsiteX18" fmla="*/ 11891968 w 12193149"/>
              <a:gd name="connsiteY18" fmla="*/ 1574511 h 3163521"/>
              <a:gd name="connsiteX19" fmla="*/ 11870776 w 12193149"/>
              <a:gd name="connsiteY19" fmla="*/ 1596598 h 3163521"/>
              <a:gd name="connsiteX20" fmla="*/ 11813376 w 12193149"/>
              <a:gd name="connsiteY20" fmla="*/ 1616441 h 3163521"/>
              <a:gd name="connsiteX21" fmla="*/ 11590693 w 12193149"/>
              <a:gd name="connsiteY21" fmla="*/ 1782559 h 3163521"/>
              <a:gd name="connsiteX22" fmla="*/ 11506817 w 12193149"/>
              <a:gd name="connsiteY22" fmla="*/ 1852405 h 3163521"/>
              <a:gd name="connsiteX23" fmla="*/ 11280332 w 12193149"/>
              <a:gd name="connsiteY23" fmla="*/ 2042353 h 3163521"/>
              <a:gd name="connsiteX24" fmla="*/ 11228309 w 12193149"/>
              <a:gd name="connsiteY24" fmla="*/ 2095018 h 3163521"/>
              <a:gd name="connsiteX25" fmla="*/ 11218087 w 12193149"/>
              <a:gd name="connsiteY25" fmla="*/ 2094743 h 3163521"/>
              <a:gd name="connsiteX26" fmla="*/ 11217184 w 12193149"/>
              <a:gd name="connsiteY26" fmla="*/ 2093800 h 3163521"/>
              <a:gd name="connsiteX27" fmla="*/ 11188885 w 12193149"/>
              <a:gd name="connsiteY27" fmla="*/ 2111165 h 3163521"/>
              <a:gd name="connsiteX28" fmla="*/ 11184501 w 12193149"/>
              <a:gd name="connsiteY28" fmla="*/ 2111307 h 3163521"/>
              <a:gd name="connsiteX29" fmla="*/ 11166854 w 12193149"/>
              <a:gd name="connsiteY29" fmla="*/ 2125394 h 3163521"/>
              <a:gd name="connsiteX30" fmla="*/ 11157311 w 12193149"/>
              <a:gd name="connsiteY30" fmla="*/ 2131196 h 3163521"/>
              <a:gd name="connsiteX31" fmla="*/ 11155496 w 12193149"/>
              <a:gd name="connsiteY31" fmla="*/ 2135879 h 3163521"/>
              <a:gd name="connsiteX32" fmla="*/ 11140961 w 12193149"/>
              <a:gd name="connsiteY32" fmla="*/ 2142897 h 3163521"/>
              <a:gd name="connsiteX33" fmla="*/ 11138961 w 12193149"/>
              <a:gd name="connsiteY33" fmla="*/ 2142554 h 3163521"/>
              <a:gd name="connsiteX34" fmla="*/ 11128208 w 12193149"/>
              <a:gd name="connsiteY34" fmla="*/ 2152614 h 3163521"/>
              <a:gd name="connsiteX35" fmla="*/ 11120691 w 12193149"/>
              <a:gd name="connsiteY35" fmla="*/ 2166206 h 3163521"/>
              <a:gd name="connsiteX36" fmla="*/ 10894683 w 12193149"/>
              <a:gd name="connsiteY36" fmla="*/ 2292181 h 3163521"/>
              <a:gd name="connsiteX37" fmla="*/ 10773300 w 12193149"/>
              <a:gd name="connsiteY37" fmla="*/ 2341973 h 3163521"/>
              <a:gd name="connsiteX38" fmla="*/ 10627668 w 12193149"/>
              <a:gd name="connsiteY38" fmla="*/ 2378011 h 3163521"/>
              <a:gd name="connsiteX39" fmla="*/ 10581895 w 12193149"/>
              <a:gd name="connsiteY39" fmla="*/ 2387471 h 3163521"/>
              <a:gd name="connsiteX40" fmla="*/ 10547790 w 12193149"/>
              <a:gd name="connsiteY40" fmla="*/ 2417205 h 3163521"/>
              <a:gd name="connsiteX41" fmla="*/ 10529643 w 12193149"/>
              <a:gd name="connsiteY41" fmla="*/ 2415689 h 3163521"/>
              <a:gd name="connsiteX42" fmla="*/ 10526446 w 12193149"/>
              <a:gd name="connsiteY42" fmla="*/ 2415193 h 3163521"/>
              <a:gd name="connsiteX43" fmla="*/ 10515129 w 12193149"/>
              <a:gd name="connsiteY43" fmla="*/ 2418319 h 3163521"/>
              <a:gd name="connsiteX44" fmla="*/ 10491735 w 12193149"/>
              <a:gd name="connsiteY44" fmla="*/ 2412938 h 3163521"/>
              <a:gd name="connsiteX45" fmla="*/ 10471418 w 12193149"/>
              <a:gd name="connsiteY45" fmla="*/ 2420475 h 3163521"/>
              <a:gd name="connsiteX46" fmla="*/ 10377042 w 12193149"/>
              <a:gd name="connsiteY46" fmla="*/ 2463380 h 3163521"/>
              <a:gd name="connsiteX47" fmla="*/ 10319338 w 12193149"/>
              <a:gd name="connsiteY47" fmla="*/ 2485003 h 3163521"/>
              <a:gd name="connsiteX48" fmla="*/ 10295467 w 12193149"/>
              <a:gd name="connsiteY48" fmla="*/ 2486861 h 3163521"/>
              <a:gd name="connsiteX49" fmla="*/ 10263443 w 12193149"/>
              <a:gd name="connsiteY49" fmla="*/ 2493730 h 3163521"/>
              <a:gd name="connsiteX50" fmla="*/ 10205418 w 12193149"/>
              <a:gd name="connsiteY50" fmla="*/ 2500931 h 3163521"/>
              <a:gd name="connsiteX51" fmla="*/ 10177759 w 12193149"/>
              <a:gd name="connsiteY51" fmla="*/ 2511725 h 3163521"/>
              <a:gd name="connsiteX52" fmla="*/ 10165070 w 12193149"/>
              <a:gd name="connsiteY52" fmla="*/ 2512521 h 3163521"/>
              <a:gd name="connsiteX53" fmla="*/ 10156308 w 12193149"/>
              <a:gd name="connsiteY53" fmla="*/ 2526269 h 3163521"/>
              <a:gd name="connsiteX54" fmla="*/ 10118267 w 12193149"/>
              <a:gd name="connsiteY54" fmla="*/ 2549924 h 3163521"/>
              <a:gd name="connsiteX55" fmla="*/ 10083317 w 12193149"/>
              <a:gd name="connsiteY55" fmla="*/ 2562078 h 3163521"/>
              <a:gd name="connsiteX56" fmla="*/ 10040388 w 12193149"/>
              <a:gd name="connsiteY56" fmla="*/ 2560414 h 3163521"/>
              <a:gd name="connsiteX57" fmla="*/ 9961167 w 12193149"/>
              <a:gd name="connsiteY57" fmla="*/ 2575929 h 3163521"/>
              <a:gd name="connsiteX58" fmla="*/ 9848940 w 12193149"/>
              <a:gd name="connsiteY58" fmla="*/ 2582697 h 3163521"/>
              <a:gd name="connsiteX59" fmla="*/ 9729457 w 12193149"/>
              <a:gd name="connsiteY59" fmla="*/ 2602904 h 3163521"/>
              <a:gd name="connsiteX60" fmla="*/ 9613704 w 12193149"/>
              <a:gd name="connsiteY60" fmla="*/ 2631153 h 3163521"/>
              <a:gd name="connsiteX61" fmla="*/ 9338590 w 12193149"/>
              <a:gd name="connsiteY61" fmla="*/ 2688075 h 3163521"/>
              <a:gd name="connsiteX62" fmla="*/ 9232518 w 12193149"/>
              <a:gd name="connsiteY62" fmla="*/ 2711931 h 3163521"/>
              <a:gd name="connsiteX63" fmla="*/ 9156690 w 12193149"/>
              <a:gd name="connsiteY63" fmla="*/ 2722010 h 3163521"/>
              <a:gd name="connsiteX64" fmla="*/ 9054601 w 12193149"/>
              <a:gd name="connsiteY64" fmla="*/ 2729537 h 3163521"/>
              <a:gd name="connsiteX65" fmla="*/ 9006634 w 12193149"/>
              <a:gd name="connsiteY65" fmla="*/ 2732822 h 3163521"/>
              <a:gd name="connsiteX66" fmla="*/ 9006349 w 12193149"/>
              <a:gd name="connsiteY66" fmla="*/ 2732582 h 3163521"/>
              <a:gd name="connsiteX67" fmla="*/ 8997380 w 12193149"/>
              <a:gd name="connsiteY67" fmla="*/ 2733793 h 3163521"/>
              <a:gd name="connsiteX68" fmla="*/ 8991542 w 12193149"/>
              <a:gd name="connsiteY68" fmla="*/ 2735854 h 3163521"/>
              <a:gd name="connsiteX69" fmla="*/ 8975485 w 12193149"/>
              <a:gd name="connsiteY69" fmla="*/ 2739080 h 3163521"/>
              <a:gd name="connsiteX70" fmla="*/ 8969159 w 12193149"/>
              <a:gd name="connsiteY70" fmla="*/ 2738380 h 3163521"/>
              <a:gd name="connsiteX71" fmla="*/ 8964196 w 12193149"/>
              <a:gd name="connsiteY71" fmla="*/ 2736155 h 3163521"/>
              <a:gd name="connsiteX72" fmla="*/ 8930136 w 12193149"/>
              <a:gd name="connsiteY72" fmla="*/ 2732967 h 3163521"/>
              <a:gd name="connsiteX73" fmla="*/ 8753592 w 12193149"/>
              <a:gd name="connsiteY73" fmla="*/ 2752199 h 3163521"/>
              <a:gd name="connsiteX74" fmla="*/ 8708995 w 12193149"/>
              <a:gd name="connsiteY74" fmla="*/ 2754300 h 3163521"/>
              <a:gd name="connsiteX75" fmla="*/ 8597219 w 12193149"/>
              <a:gd name="connsiteY75" fmla="*/ 2762872 h 3163521"/>
              <a:gd name="connsiteX76" fmla="*/ 8526378 w 12193149"/>
              <a:gd name="connsiteY76" fmla="*/ 2748030 h 3163521"/>
              <a:gd name="connsiteX77" fmla="*/ 8512131 w 12193149"/>
              <a:gd name="connsiteY77" fmla="*/ 2753945 h 3163521"/>
              <a:gd name="connsiteX78" fmla="*/ 8507315 w 12193149"/>
              <a:gd name="connsiteY78" fmla="*/ 2756946 h 3163521"/>
              <a:gd name="connsiteX79" fmla="*/ 8499116 w 12193149"/>
              <a:gd name="connsiteY79" fmla="*/ 2759684 h 3163521"/>
              <a:gd name="connsiteX80" fmla="*/ 8498742 w 12193149"/>
              <a:gd name="connsiteY80" fmla="*/ 2759505 h 3163521"/>
              <a:gd name="connsiteX81" fmla="*/ 8491397 w 12193149"/>
              <a:gd name="connsiteY81" fmla="*/ 2762555 h 3163521"/>
              <a:gd name="connsiteX82" fmla="*/ 8368330 w 12193149"/>
              <a:gd name="connsiteY82" fmla="*/ 2776597 h 3163521"/>
              <a:gd name="connsiteX83" fmla="*/ 8354947 w 12193149"/>
              <a:gd name="connsiteY83" fmla="*/ 2776791 h 3163521"/>
              <a:gd name="connsiteX84" fmla="*/ 8321252 w 12193149"/>
              <a:gd name="connsiteY84" fmla="*/ 2793369 h 3163521"/>
              <a:gd name="connsiteX85" fmla="*/ 8315581 w 12193149"/>
              <a:gd name="connsiteY85" fmla="*/ 2793695 h 3163521"/>
              <a:gd name="connsiteX86" fmla="*/ 8296322 w 12193149"/>
              <a:gd name="connsiteY86" fmla="*/ 2807590 h 3163521"/>
              <a:gd name="connsiteX87" fmla="*/ 8285424 w 12193149"/>
              <a:gd name="connsiteY87" fmla="*/ 2813413 h 3163521"/>
              <a:gd name="connsiteX88" fmla="*/ 8284298 w 12193149"/>
              <a:gd name="connsiteY88" fmla="*/ 2817856 h 3163521"/>
              <a:gd name="connsiteX89" fmla="*/ 8267224 w 12193149"/>
              <a:gd name="connsiteY89" fmla="*/ 2825031 h 3163521"/>
              <a:gd name="connsiteX90" fmla="*/ 8264525 w 12193149"/>
              <a:gd name="connsiteY90" fmla="*/ 2824801 h 3163521"/>
              <a:gd name="connsiteX91" fmla="*/ 8253181 w 12193149"/>
              <a:gd name="connsiteY91" fmla="*/ 2834644 h 3163521"/>
              <a:gd name="connsiteX92" fmla="*/ 8246982 w 12193149"/>
              <a:gd name="connsiteY92" fmla="*/ 2847636 h 3163521"/>
              <a:gd name="connsiteX93" fmla="*/ 8091420 w 12193149"/>
              <a:gd name="connsiteY93" fmla="*/ 2893797 h 3163521"/>
              <a:gd name="connsiteX94" fmla="*/ 7906555 w 12193149"/>
              <a:gd name="connsiteY94" fmla="*/ 2935770 h 3163521"/>
              <a:gd name="connsiteX95" fmla="*/ 7719893 w 12193149"/>
              <a:gd name="connsiteY95" fmla="*/ 2961485 h 3163521"/>
              <a:gd name="connsiteX96" fmla="*/ 7615495 w 12193149"/>
              <a:gd name="connsiteY96" fmla="*/ 2958014 h 3163521"/>
              <a:gd name="connsiteX97" fmla="*/ 7528691 w 12193149"/>
              <a:gd name="connsiteY97" fmla="*/ 2963842 h 3163521"/>
              <a:gd name="connsiteX98" fmla="*/ 7520719 w 12193149"/>
              <a:gd name="connsiteY98" fmla="*/ 2966395 h 3163521"/>
              <a:gd name="connsiteX99" fmla="*/ 7508559 w 12193149"/>
              <a:gd name="connsiteY99" fmla="*/ 2967730 h 3163521"/>
              <a:gd name="connsiteX100" fmla="*/ 7508188 w 12193149"/>
              <a:gd name="connsiteY100" fmla="*/ 2967403 h 3163521"/>
              <a:gd name="connsiteX101" fmla="*/ 7496943 w 12193149"/>
              <a:gd name="connsiteY101" fmla="*/ 2969355 h 3163521"/>
              <a:gd name="connsiteX102" fmla="*/ 7219707 w 12193149"/>
              <a:gd name="connsiteY102" fmla="*/ 2975462 h 3163521"/>
              <a:gd name="connsiteX103" fmla="*/ 7202249 w 12193149"/>
              <a:gd name="connsiteY103" fmla="*/ 2980012 h 3163521"/>
              <a:gd name="connsiteX104" fmla="*/ 7198152 w 12193149"/>
              <a:gd name="connsiteY104" fmla="*/ 2985370 h 3163521"/>
              <a:gd name="connsiteX105" fmla="*/ 7171956 w 12193149"/>
              <a:gd name="connsiteY105" fmla="*/ 2990018 h 3163521"/>
              <a:gd name="connsiteX106" fmla="*/ 7098136 w 12193149"/>
              <a:gd name="connsiteY106" fmla="*/ 3002246 h 3163521"/>
              <a:gd name="connsiteX107" fmla="*/ 7019644 w 12193149"/>
              <a:gd name="connsiteY107" fmla="*/ 3001872 h 3163521"/>
              <a:gd name="connsiteX108" fmla="*/ 6905294 w 12193149"/>
              <a:gd name="connsiteY108" fmla="*/ 3031378 h 3163521"/>
              <a:gd name="connsiteX109" fmla="*/ 6709370 w 12193149"/>
              <a:gd name="connsiteY109" fmla="*/ 3059333 h 3163521"/>
              <a:gd name="connsiteX110" fmla="*/ 6550602 w 12193149"/>
              <a:gd name="connsiteY110" fmla="*/ 3088109 h 3163521"/>
              <a:gd name="connsiteX111" fmla="*/ 6318708 w 12193149"/>
              <a:gd name="connsiteY111" fmla="*/ 3134909 h 3163521"/>
              <a:gd name="connsiteX112" fmla="*/ 6169822 w 12193149"/>
              <a:gd name="connsiteY112" fmla="*/ 3136996 h 3163521"/>
              <a:gd name="connsiteX113" fmla="*/ 6074996 w 12193149"/>
              <a:gd name="connsiteY113" fmla="*/ 3157458 h 3163521"/>
              <a:gd name="connsiteX114" fmla="*/ 6069677 w 12193149"/>
              <a:gd name="connsiteY114" fmla="*/ 3155921 h 3163521"/>
              <a:gd name="connsiteX115" fmla="*/ 6049786 w 12193149"/>
              <a:gd name="connsiteY115" fmla="*/ 3156604 h 3163521"/>
              <a:gd name="connsiteX116" fmla="*/ 6042433 w 12193149"/>
              <a:gd name="connsiteY116" fmla="*/ 3148255 h 3163521"/>
              <a:gd name="connsiteX117" fmla="*/ 6011238 w 12193149"/>
              <a:gd name="connsiteY117" fmla="*/ 3143162 h 3163521"/>
              <a:gd name="connsiteX118" fmla="*/ 5958523 w 12193149"/>
              <a:gd name="connsiteY118" fmla="*/ 3146806 h 3163521"/>
              <a:gd name="connsiteX119" fmla="*/ 5760067 w 12193149"/>
              <a:gd name="connsiteY119" fmla="*/ 3162498 h 3163521"/>
              <a:gd name="connsiteX120" fmla="*/ 5628108 w 12193149"/>
              <a:gd name="connsiteY120" fmla="*/ 3163521 h 3163521"/>
              <a:gd name="connsiteX121" fmla="*/ 5472054 w 12193149"/>
              <a:gd name="connsiteY121" fmla="*/ 3149501 h 3163521"/>
              <a:gd name="connsiteX122" fmla="*/ 5433909 w 12193149"/>
              <a:gd name="connsiteY122" fmla="*/ 3138248 h 3163521"/>
              <a:gd name="connsiteX123" fmla="*/ 5382817 w 12193149"/>
              <a:gd name="connsiteY123" fmla="*/ 3120546 h 3163521"/>
              <a:gd name="connsiteX124" fmla="*/ 5262912 w 12193149"/>
              <a:gd name="connsiteY124" fmla="*/ 3100129 h 3163521"/>
              <a:gd name="connsiteX125" fmla="*/ 5224109 w 12193149"/>
              <a:gd name="connsiteY125" fmla="*/ 3089005 h 3163521"/>
              <a:gd name="connsiteX126" fmla="*/ 5175808 w 12193149"/>
              <a:gd name="connsiteY126" fmla="*/ 3086015 h 3163521"/>
              <a:gd name="connsiteX127" fmla="*/ 5157702 w 12193149"/>
              <a:gd name="connsiteY127" fmla="*/ 3078792 h 3163521"/>
              <a:gd name="connsiteX128" fmla="*/ 5143747 w 12193149"/>
              <a:gd name="connsiteY128" fmla="*/ 3075392 h 3163521"/>
              <a:gd name="connsiteX129" fmla="*/ 5140744 w 12193149"/>
              <a:gd name="connsiteY129" fmla="*/ 3073291 h 3163521"/>
              <a:gd name="connsiteX130" fmla="*/ 5122807 w 12193149"/>
              <a:gd name="connsiteY130" fmla="*/ 3062438 h 3163521"/>
              <a:gd name="connsiteX131" fmla="*/ 5066938 w 12193149"/>
              <a:gd name="connsiteY131" fmla="*/ 3069009 h 3163521"/>
              <a:gd name="connsiteX132" fmla="*/ 5012662 w 12193149"/>
              <a:gd name="connsiteY132" fmla="*/ 3052628 h 3163521"/>
              <a:gd name="connsiteX133" fmla="*/ 4841589 w 12193149"/>
              <a:gd name="connsiteY133" fmla="*/ 3028611 h 3163521"/>
              <a:gd name="connsiteX134" fmla="*/ 4763595 w 12193149"/>
              <a:gd name="connsiteY134" fmla="*/ 3000843 h 3163521"/>
              <a:gd name="connsiteX135" fmla="*/ 4724334 w 12193149"/>
              <a:gd name="connsiteY135" fmla="*/ 2991829 h 3163521"/>
              <a:gd name="connsiteX136" fmla="*/ 4722324 w 12193149"/>
              <a:gd name="connsiteY136" fmla="*/ 2991080 h 3163521"/>
              <a:gd name="connsiteX137" fmla="*/ 4723259 w 12193149"/>
              <a:gd name="connsiteY137" fmla="*/ 2990869 h 3163521"/>
              <a:gd name="connsiteX138" fmla="*/ 4718350 w 12193149"/>
              <a:gd name="connsiteY138" fmla="*/ 2989599 h 3163521"/>
              <a:gd name="connsiteX139" fmla="*/ 4722324 w 12193149"/>
              <a:gd name="connsiteY139" fmla="*/ 2991080 h 3163521"/>
              <a:gd name="connsiteX140" fmla="*/ 4716674 w 12193149"/>
              <a:gd name="connsiteY140" fmla="*/ 2992355 h 3163521"/>
              <a:gd name="connsiteX141" fmla="*/ 4516962 w 12193149"/>
              <a:gd name="connsiteY141" fmla="*/ 2982453 h 3163521"/>
              <a:gd name="connsiteX142" fmla="*/ 4429691 w 12193149"/>
              <a:gd name="connsiteY142" fmla="*/ 2971802 h 3163521"/>
              <a:gd name="connsiteX143" fmla="*/ 4364023 w 12193149"/>
              <a:gd name="connsiteY143" fmla="*/ 2970456 h 3163521"/>
              <a:gd name="connsiteX144" fmla="*/ 4318114 w 12193149"/>
              <a:gd name="connsiteY144" fmla="*/ 2977071 h 3163521"/>
              <a:gd name="connsiteX145" fmla="*/ 4316258 w 12193149"/>
              <a:gd name="connsiteY145" fmla="*/ 2975730 h 3163521"/>
              <a:gd name="connsiteX146" fmla="*/ 4296292 w 12193149"/>
              <a:gd name="connsiteY146" fmla="*/ 2973851 h 3163521"/>
              <a:gd name="connsiteX147" fmla="*/ 4291212 w 12193149"/>
              <a:gd name="connsiteY147" fmla="*/ 2976768 h 3163521"/>
              <a:gd name="connsiteX148" fmla="*/ 4277290 w 12193149"/>
              <a:gd name="connsiteY148" fmla="*/ 2976522 h 3163521"/>
              <a:gd name="connsiteX149" fmla="*/ 4249265 w 12193149"/>
              <a:gd name="connsiteY149" fmla="*/ 2978846 h 3163521"/>
              <a:gd name="connsiteX150" fmla="*/ 4203199 w 12193149"/>
              <a:gd name="connsiteY150" fmla="*/ 2976051 h 3163521"/>
              <a:gd name="connsiteX151" fmla="*/ 4202893 w 12193149"/>
              <a:gd name="connsiteY151" fmla="*/ 2974792 h 3163521"/>
              <a:gd name="connsiteX152" fmla="*/ 4192396 w 12193149"/>
              <a:gd name="connsiteY152" fmla="*/ 2969158 h 3163521"/>
              <a:gd name="connsiteX153" fmla="*/ 4143893 w 12193149"/>
              <a:gd name="connsiteY153" fmla="*/ 2953293 h 3163521"/>
              <a:gd name="connsiteX154" fmla="*/ 4084245 w 12193149"/>
              <a:gd name="connsiteY154" fmla="*/ 2926760 h 3163521"/>
              <a:gd name="connsiteX155" fmla="*/ 4075694 w 12193149"/>
              <a:gd name="connsiteY155" fmla="*/ 2925925 h 3163521"/>
              <a:gd name="connsiteX156" fmla="*/ 4075575 w 12193149"/>
              <a:gd name="connsiteY156" fmla="*/ 2925626 h 3163521"/>
              <a:gd name="connsiteX157" fmla="*/ 4066658 w 12193149"/>
              <a:gd name="connsiteY157" fmla="*/ 2924182 h 3163521"/>
              <a:gd name="connsiteX158" fmla="*/ 4060102 w 12193149"/>
              <a:gd name="connsiteY158" fmla="*/ 2924400 h 3163521"/>
              <a:gd name="connsiteX159" fmla="*/ 4043512 w 12193149"/>
              <a:gd name="connsiteY159" fmla="*/ 2922779 h 3163521"/>
              <a:gd name="connsiteX160" fmla="*/ 4038145 w 12193149"/>
              <a:gd name="connsiteY160" fmla="*/ 2920345 h 3163521"/>
              <a:gd name="connsiteX161" fmla="*/ 4036511 w 12193149"/>
              <a:gd name="connsiteY161" fmla="*/ 2916678 h 3163521"/>
              <a:gd name="connsiteX162" fmla="*/ 4034926 w 12193149"/>
              <a:gd name="connsiteY162" fmla="*/ 2916913 h 3163521"/>
              <a:gd name="connsiteX163" fmla="*/ 4005686 w 12193149"/>
              <a:gd name="connsiteY163" fmla="*/ 2904345 h 3163521"/>
              <a:gd name="connsiteX164" fmla="*/ 3937994 w 12193149"/>
              <a:gd name="connsiteY164" fmla="*/ 2886888 h 3163521"/>
              <a:gd name="connsiteX165" fmla="*/ 3898423 w 12193149"/>
              <a:gd name="connsiteY165" fmla="*/ 2881233 h 3163521"/>
              <a:gd name="connsiteX166" fmla="*/ 3790908 w 12193149"/>
              <a:gd name="connsiteY166" fmla="*/ 2860995 h 3163521"/>
              <a:gd name="connsiteX167" fmla="*/ 3683661 w 12193149"/>
              <a:gd name="connsiteY167" fmla="*/ 2837072 h 3163521"/>
              <a:gd name="connsiteX168" fmla="*/ 3611183 w 12193149"/>
              <a:gd name="connsiteY168" fmla="*/ 2804801 h 3163521"/>
              <a:gd name="connsiteX169" fmla="*/ 3605003 w 12193149"/>
              <a:gd name="connsiteY169" fmla="*/ 2806163 h 3163521"/>
              <a:gd name="connsiteX170" fmla="*/ 3595884 w 12193149"/>
              <a:gd name="connsiteY170" fmla="*/ 2806327 h 3163521"/>
              <a:gd name="connsiteX171" fmla="*/ 3595649 w 12193149"/>
              <a:gd name="connsiteY171" fmla="*/ 2806058 h 3163521"/>
              <a:gd name="connsiteX172" fmla="*/ 3587126 w 12193149"/>
              <a:gd name="connsiteY172" fmla="*/ 2806748 h 3163521"/>
              <a:gd name="connsiteX173" fmla="*/ 3537283 w 12193149"/>
              <a:gd name="connsiteY173" fmla="*/ 2797049 h 3163521"/>
              <a:gd name="connsiteX174" fmla="*/ 3474371 w 12193149"/>
              <a:gd name="connsiteY174" fmla="*/ 2793388 h 3163521"/>
              <a:gd name="connsiteX175" fmla="*/ 3401876 w 12193149"/>
              <a:gd name="connsiteY175" fmla="*/ 2781340 h 3163521"/>
              <a:gd name="connsiteX176" fmla="*/ 3365036 w 12193149"/>
              <a:gd name="connsiteY176" fmla="*/ 2798292 h 3163521"/>
              <a:gd name="connsiteX177" fmla="*/ 3345174 w 12193149"/>
              <a:gd name="connsiteY177" fmla="*/ 2799974 h 3163521"/>
              <a:gd name="connsiteX178" fmla="*/ 3342846 w 12193149"/>
              <a:gd name="connsiteY178" fmla="*/ 2798999 h 3163521"/>
              <a:gd name="connsiteX179" fmla="*/ 3263504 w 12193149"/>
              <a:gd name="connsiteY179" fmla="*/ 2804876 h 3163521"/>
              <a:gd name="connsiteX180" fmla="*/ 3143704 w 12193149"/>
              <a:gd name="connsiteY180" fmla="*/ 2812651 h 3163521"/>
              <a:gd name="connsiteX181" fmla="*/ 3031439 w 12193149"/>
              <a:gd name="connsiteY181" fmla="*/ 2815294 h 3163521"/>
              <a:gd name="connsiteX182" fmla="*/ 2782717 w 12193149"/>
              <a:gd name="connsiteY182" fmla="*/ 2837115 h 3163521"/>
              <a:gd name="connsiteX183" fmla="*/ 2647675 w 12193149"/>
              <a:gd name="connsiteY183" fmla="*/ 2847651 h 3163521"/>
              <a:gd name="connsiteX184" fmla="*/ 2569176 w 12193149"/>
              <a:gd name="connsiteY184" fmla="*/ 2821410 h 3163521"/>
              <a:gd name="connsiteX185" fmla="*/ 2444403 w 12193149"/>
              <a:gd name="connsiteY185" fmla="*/ 2835311 h 3163521"/>
              <a:gd name="connsiteX186" fmla="*/ 2316260 w 12193149"/>
              <a:gd name="connsiteY186" fmla="*/ 2843778 h 3163521"/>
              <a:gd name="connsiteX187" fmla="*/ 2209726 w 12193149"/>
              <a:gd name="connsiteY187" fmla="*/ 2838545 h 3163521"/>
              <a:gd name="connsiteX188" fmla="*/ 2095813 w 12193149"/>
              <a:gd name="connsiteY188" fmla="*/ 2821834 h 3163521"/>
              <a:gd name="connsiteX189" fmla="*/ 1998504 w 12193149"/>
              <a:gd name="connsiteY189" fmla="*/ 2813814 h 3163521"/>
              <a:gd name="connsiteX190" fmla="*/ 1929320 w 12193149"/>
              <a:gd name="connsiteY190" fmla="*/ 2835759 h 3163521"/>
              <a:gd name="connsiteX191" fmla="*/ 1922798 w 12193149"/>
              <a:gd name="connsiteY191" fmla="*/ 2830928 h 3163521"/>
              <a:gd name="connsiteX192" fmla="*/ 1874228 w 12193149"/>
              <a:gd name="connsiteY192" fmla="*/ 2832523 h 3163521"/>
              <a:gd name="connsiteX193" fmla="*/ 1787803 w 12193149"/>
              <a:gd name="connsiteY193" fmla="*/ 2860145 h 3163521"/>
              <a:gd name="connsiteX194" fmla="*/ 1739352 w 12193149"/>
              <a:gd name="connsiteY194" fmla="*/ 2855094 h 3163521"/>
              <a:gd name="connsiteX195" fmla="*/ 1676219 w 12193149"/>
              <a:gd name="connsiteY195" fmla="*/ 2838745 h 3163521"/>
              <a:gd name="connsiteX196" fmla="*/ 1609817 w 12193149"/>
              <a:gd name="connsiteY196" fmla="*/ 2831848 h 3163521"/>
              <a:gd name="connsiteX197" fmla="*/ 1497258 w 12193149"/>
              <a:gd name="connsiteY197" fmla="*/ 2806258 h 3163521"/>
              <a:gd name="connsiteX198" fmla="*/ 1151127 w 12193149"/>
              <a:gd name="connsiteY198" fmla="*/ 2756823 h 3163521"/>
              <a:gd name="connsiteX199" fmla="*/ 859417 w 12193149"/>
              <a:gd name="connsiteY199" fmla="*/ 2747390 h 3163521"/>
              <a:gd name="connsiteX200" fmla="*/ 838688 w 12193149"/>
              <a:gd name="connsiteY200" fmla="*/ 2748603 h 3163521"/>
              <a:gd name="connsiteX201" fmla="*/ 817957 w 12193149"/>
              <a:gd name="connsiteY201" fmla="*/ 2746639 h 3163521"/>
              <a:gd name="connsiteX202" fmla="*/ 812654 w 12193149"/>
              <a:gd name="connsiteY202" fmla="*/ 2749533 h 3163521"/>
              <a:gd name="connsiteX203" fmla="*/ 721195 w 12193149"/>
              <a:gd name="connsiteY203" fmla="*/ 2748443 h 3163521"/>
              <a:gd name="connsiteX204" fmla="*/ 720890 w 12193149"/>
              <a:gd name="connsiteY204" fmla="*/ 2747181 h 3163521"/>
              <a:gd name="connsiteX205" fmla="*/ 710023 w 12193149"/>
              <a:gd name="connsiteY205" fmla="*/ 2741504 h 3163521"/>
              <a:gd name="connsiteX206" fmla="*/ 597940 w 12193149"/>
              <a:gd name="connsiteY206" fmla="*/ 2698646 h 3163521"/>
              <a:gd name="connsiteX207" fmla="*/ 579683 w 12193149"/>
              <a:gd name="connsiteY207" fmla="*/ 2695994 h 3163521"/>
              <a:gd name="connsiteX208" fmla="*/ 572865 w 12193149"/>
              <a:gd name="connsiteY208" fmla="*/ 2696183 h 3163521"/>
              <a:gd name="connsiteX209" fmla="*/ 446247 w 12193149"/>
              <a:gd name="connsiteY209" fmla="*/ 2658153 h 3163521"/>
              <a:gd name="connsiteX210" fmla="*/ 405163 w 12193149"/>
              <a:gd name="connsiteY210" fmla="*/ 2652330 h 3163521"/>
              <a:gd name="connsiteX211" fmla="*/ 293583 w 12193149"/>
              <a:gd name="connsiteY211" fmla="*/ 2631634 h 3163521"/>
              <a:gd name="connsiteX212" fmla="*/ 119529 w 12193149"/>
              <a:gd name="connsiteY212" fmla="*/ 2579829 h 3163521"/>
              <a:gd name="connsiteX213" fmla="*/ 16674 w 12193149"/>
              <a:gd name="connsiteY213" fmla="*/ 2576973 h 3163521"/>
              <a:gd name="connsiteX214" fmla="*/ 1150 w 12193149"/>
              <a:gd name="connsiteY214" fmla="*/ 2571504 h 3163521"/>
              <a:gd name="connsiteX215" fmla="*/ 1148 w 12193149"/>
              <a:gd name="connsiteY215" fmla="*/ 1040995 h 3163521"/>
              <a:gd name="connsiteX216" fmla="*/ 1148 w 12193149"/>
              <a:gd name="connsiteY216" fmla="*/ 818782 h 3163521"/>
              <a:gd name="connsiteX0" fmla="*/ 1148 w 12193149"/>
              <a:gd name="connsiteY0" fmla="*/ 0 h 3171710"/>
              <a:gd name="connsiteX1" fmla="*/ 12181789 w 12193149"/>
              <a:gd name="connsiteY1" fmla="*/ 8189 h 3171710"/>
              <a:gd name="connsiteX2" fmla="*/ 12193149 w 12193149"/>
              <a:gd name="connsiteY2" fmla="*/ 1406710 h 3171710"/>
              <a:gd name="connsiteX3" fmla="*/ 12185986 w 12193149"/>
              <a:gd name="connsiteY3" fmla="*/ 1411160 h 3171710"/>
              <a:gd name="connsiteX4" fmla="*/ 12156363 w 12193149"/>
              <a:gd name="connsiteY4" fmla="*/ 1424337 h 3171710"/>
              <a:gd name="connsiteX5" fmla="*/ 12139215 w 12193149"/>
              <a:gd name="connsiteY5" fmla="*/ 1450150 h 3171710"/>
              <a:gd name="connsiteX6" fmla="*/ 12126327 w 12193149"/>
              <a:gd name="connsiteY6" fmla="*/ 1451661 h 3171710"/>
              <a:gd name="connsiteX7" fmla="*/ 12124007 w 12193149"/>
              <a:gd name="connsiteY7" fmla="*/ 1451765 h 3171710"/>
              <a:gd name="connsiteX8" fmla="*/ 12116854 w 12193149"/>
              <a:gd name="connsiteY8" fmla="*/ 1455579 h 3171710"/>
              <a:gd name="connsiteX9" fmla="*/ 12099497 w 12193149"/>
              <a:gd name="connsiteY9" fmla="*/ 1455110 h 3171710"/>
              <a:gd name="connsiteX10" fmla="*/ 12087073 w 12193149"/>
              <a:gd name="connsiteY10" fmla="*/ 1463312 h 3171710"/>
              <a:gd name="connsiteX11" fmla="*/ 12031073 w 12193149"/>
              <a:gd name="connsiteY11" fmla="*/ 1506980 h 3171710"/>
              <a:gd name="connsiteX12" fmla="*/ 11995833 w 12193149"/>
              <a:gd name="connsiteY12" fmla="*/ 1530429 h 3171710"/>
              <a:gd name="connsiteX13" fmla="*/ 11979717 w 12193149"/>
              <a:gd name="connsiteY13" fmla="*/ 1535132 h 3171710"/>
              <a:gd name="connsiteX14" fmla="*/ 11959046 w 12193149"/>
              <a:gd name="connsiteY14" fmla="*/ 1544529 h 3171710"/>
              <a:gd name="connsiteX15" fmla="*/ 11920454 w 12193149"/>
              <a:gd name="connsiteY15" fmla="*/ 1557854 h 3171710"/>
              <a:gd name="connsiteX16" fmla="*/ 11903656 w 12193149"/>
              <a:gd name="connsiteY16" fmla="*/ 1569397 h 3171710"/>
              <a:gd name="connsiteX17" fmla="*/ 11895048 w 12193149"/>
              <a:gd name="connsiteY17" fmla="*/ 1571762 h 3171710"/>
              <a:gd name="connsiteX18" fmla="*/ 11891968 w 12193149"/>
              <a:gd name="connsiteY18" fmla="*/ 1582700 h 3171710"/>
              <a:gd name="connsiteX19" fmla="*/ 11870776 w 12193149"/>
              <a:gd name="connsiteY19" fmla="*/ 1604787 h 3171710"/>
              <a:gd name="connsiteX20" fmla="*/ 11813376 w 12193149"/>
              <a:gd name="connsiteY20" fmla="*/ 1624630 h 3171710"/>
              <a:gd name="connsiteX21" fmla="*/ 11590693 w 12193149"/>
              <a:gd name="connsiteY21" fmla="*/ 1790748 h 3171710"/>
              <a:gd name="connsiteX22" fmla="*/ 11506817 w 12193149"/>
              <a:gd name="connsiteY22" fmla="*/ 1860594 h 3171710"/>
              <a:gd name="connsiteX23" fmla="*/ 11280332 w 12193149"/>
              <a:gd name="connsiteY23" fmla="*/ 2050542 h 3171710"/>
              <a:gd name="connsiteX24" fmla="*/ 11228309 w 12193149"/>
              <a:gd name="connsiteY24" fmla="*/ 2103207 h 3171710"/>
              <a:gd name="connsiteX25" fmla="*/ 11218087 w 12193149"/>
              <a:gd name="connsiteY25" fmla="*/ 2102932 h 3171710"/>
              <a:gd name="connsiteX26" fmla="*/ 11217184 w 12193149"/>
              <a:gd name="connsiteY26" fmla="*/ 2101989 h 3171710"/>
              <a:gd name="connsiteX27" fmla="*/ 11188885 w 12193149"/>
              <a:gd name="connsiteY27" fmla="*/ 2119354 h 3171710"/>
              <a:gd name="connsiteX28" fmla="*/ 11184501 w 12193149"/>
              <a:gd name="connsiteY28" fmla="*/ 2119496 h 3171710"/>
              <a:gd name="connsiteX29" fmla="*/ 11166854 w 12193149"/>
              <a:gd name="connsiteY29" fmla="*/ 2133583 h 3171710"/>
              <a:gd name="connsiteX30" fmla="*/ 11157311 w 12193149"/>
              <a:gd name="connsiteY30" fmla="*/ 2139385 h 3171710"/>
              <a:gd name="connsiteX31" fmla="*/ 11155496 w 12193149"/>
              <a:gd name="connsiteY31" fmla="*/ 2144068 h 3171710"/>
              <a:gd name="connsiteX32" fmla="*/ 11140961 w 12193149"/>
              <a:gd name="connsiteY32" fmla="*/ 2151086 h 3171710"/>
              <a:gd name="connsiteX33" fmla="*/ 11138961 w 12193149"/>
              <a:gd name="connsiteY33" fmla="*/ 2150743 h 3171710"/>
              <a:gd name="connsiteX34" fmla="*/ 11128208 w 12193149"/>
              <a:gd name="connsiteY34" fmla="*/ 2160803 h 3171710"/>
              <a:gd name="connsiteX35" fmla="*/ 11120691 w 12193149"/>
              <a:gd name="connsiteY35" fmla="*/ 2174395 h 3171710"/>
              <a:gd name="connsiteX36" fmla="*/ 10894683 w 12193149"/>
              <a:gd name="connsiteY36" fmla="*/ 2300370 h 3171710"/>
              <a:gd name="connsiteX37" fmla="*/ 10773300 w 12193149"/>
              <a:gd name="connsiteY37" fmla="*/ 2350162 h 3171710"/>
              <a:gd name="connsiteX38" fmla="*/ 10627668 w 12193149"/>
              <a:gd name="connsiteY38" fmla="*/ 2386200 h 3171710"/>
              <a:gd name="connsiteX39" fmla="*/ 10581895 w 12193149"/>
              <a:gd name="connsiteY39" fmla="*/ 2395660 h 3171710"/>
              <a:gd name="connsiteX40" fmla="*/ 10547790 w 12193149"/>
              <a:gd name="connsiteY40" fmla="*/ 2425394 h 3171710"/>
              <a:gd name="connsiteX41" fmla="*/ 10529643 w 12193149"/>
              <a:gd name="connsiteY41" fmla="*/ 2423878 h 3171710"/>
              <a:gd name="connsiteX42" fmla="*/ 10526446 w 12193149"/>
              <a:gd name="connsiteY42" fmla="*/ 2423382 h 3171710"/>
              <a:gd name="connsiteX43" fmla="*/ 10515129 w 12193149"/>
              <a:gd name="connsiteY43" fmla="*/ 2426508 h 3171710"/>
              <a:gd name="connsiteX44" fmla="*/ 10491735 w 12193149"/>
              <a:gd name="connsiteY44" fmla="*/ 2421127 h 3171710"/>
              <a:gd name="connsiteX45" fmla="*/ 10471418 w 12193149"/>
              <a:gd name="connsiteY45" fmla="*/ 2428664 h 3171710"/>
              <a:gd name="connsiteX46" fmla="*/ 10377042 w 12193149"/>
              <a:gd name="connsiteY46" fmla="*/ 2471569 h 3171710"/>
              <a:gd name="connsiteX47" fmla="*/ 10319338 w 12193149"/>
              <a:gd name="connsiteY47" fmla="*/ 2493192 h 3171710"/>
              <a:gd name="connsiteX48" fmla="*/ 10295467 w 12193149"/>
              <a:gd name="connsiteY48" fmla="*/ 2495050 h 3171710"/>
              <a:gd name="connsiteX49" fmla="*/ 10263443 w 12193149"/>
              <a:gd name="connsiteY49" fmla="*/ 2501919 h 3171710"/>
              <a:gd name="connsiteX50" fmla="*/ 10205418 w 12193149"/>
              <a:gd name="connsiteY50" fmla="*/ 2509120 h 3171710"/>
              <a:gd name="connsiteX51" fmla="*/ 10177759 w 12193149"/>
              <a:gd name="connsiteY51" fmla="*/ 2519914 h 3171710"/>
              <a:gd name="connsiteX52" fmla="*/ 10165070 w 12193149"/>
              <a:gd name="connsiteY52" fmla="*/ 2520710 h 3171710"/>
              <a:gd name="connsiteX53" fmla="*/ 10156308 w 12193149"/>
              <a:gd name="connsiteY53" fmla="*/ 2534458 h 3171710"/>
              <a:gd name="connsiteX54" fmla="*/ 10118267 w 12193149"/>
              <a:gd name="connsiteY54" fmla="*/ 2558113 h 3171710"/>
              <a:gd name="connsiteX55" fmla="*/ 10083317 w 12193149"/>
              <a:gd name="connsiteY55" fmla="*/ 2570267 h 3171710"/>
              <a:gd name="connsiteX56" fmla="*/ 10040388 w 12193149"/>
              <a:gd name="connsiteY56" fmla="*/ 2568603 h 3171710"/>
              <a:gd name="connsiteX57" fmla="*/ 9961167 w 12193149"/>
              <a:gd name="connsiteY57" fmla="*/ 2584118 h 3171710"/>
              <a:gd name="connsiteX58" fmla="*/ 9848940 w 12193149"/>
              <a:gd name="connsiteY58" fmla="*/ 2590886 h 3171710"/>
              <a:gd name="connsiteX59" fmla="*/ 9729457 w 12193149"/>
              <a:gd name="connsiteY59" fmla="*/ 2611093 h 3171710"/>
              <a:gd name="connsiteX60" fmla="*/ 9613704 w 12193149"/>
              <a:gd name="connsiteY60" fmla="*/ 2639342 h 3171710"/>
              <a:gd name="connsiteX61" fmla="*/ 9338590 w 12193149"/>
              <a:gd name="connsiteY61" fmla="*/ 2696264 h 3171710"/>
              <a:gd name="connsiteX62" fmla="*/ 9232518 w 12193149"/>
              <a:gd name="connsiteY62" fmla="*/ 2720120 h 3171710"/>
              <a:gd name="connsiteX63" fmla="*/ 9156690 w 12193149"/>
              <a:gd name="connsiteY63" fmla="*/ 2730199 h 3171710"/>
              <a:gd name="connsiteX64" fmla="*/ 9054601 w 12193149"/>
              <a:gd name="connsiteY64" fmla="*/ 2737726 h 3171710"/>
              <a:gd name="connsiteX65" fmla="*/ 9006634 w 12193149"/>
              <a:gd name="connsiteY65" fmla="*/ 2741011 h 3171710"/>
              <a:gd name="connsiteX66" fmla="*/ 9006349 w 12193149"/>
              <a:gd name="connsiteY66" fmla="*/ 2740771 h 3171710"/>
              <a:gd name="connsiteX67" fmla="*/ 8997380 w 12193149"/>
              <a:gd name="connsiteY67" fmla="*/ 2741982 h 3171710"/>
              <a:gd name="connsiteX68" fmla="*/ 8991542 w 12193149"/>
              <a:gd name="connsiteY68" fmla="*/ 2744043 h 3171710"/>
              <a:gd name="connsiteX69" fmla="*/ 8975485 w 12193149"/>
              <a:gd name="connsiteY69" fmla="*/ 2747269 h 3171710"/>
              <a:gd name="connsiteX70" fmla="*/ 8969159 w 12193149"/>
              <a:gd name="connsiteY70" fmla="*/ 2746569 h 3171710"/>
              <a:gd name="connsiteX71" fmla="*/ 8964196 w 12193149"/>
              <a:gd name="connsiteY71" fmla="*/ 2744344 h 3171710"/>
              <a:gd name="connsiteX72" fmla="*/ 8930136 w 12193149"/>
              <a:gd name="connsiteY72" fmla="*/ 2741156 h 3171710"/>
              <a:gd name="connsiteX73" fmla="*/ 8753592 w 12193149"/>
              <a:gd name="connsiteY73" fmla="*/ 2760388 h 3171710"/>
              <a:gd name="connsiteX74" fmla="*/ 8708995 w 12193149"/>
              <a:gd name="connsiteY74" fmla="*/ 2762489 h 3171710"/>
              <a:gd name="connsiteX75" fmla="*/ 8597219 w 12193149"/>
              <a:gd name="connsiteY75" fmla="*/ 2771061 h 3171710"/>
              <a:gd name="connsiteX76" fmla="*/ 8526378 w 12193149"/>
              <a:gd name="connsiteY76" fmla="*/ 2756219 h 3171710"/>
              <a:gd name="connsiteX77" fmla="*/ 8512131 w 12193149"/>
              <a:gd name="connsiteY77" fmla="*/ 2762134 h 3171710"/>
              <a:gd name="connsiteX78" fmla="*/ 8507315 w 12193149"/>
              <a:gd name="connsiteY78" fmla="*/ 2765135 h 3171710"/>
              <a:gd name="connsiteX79" fmla="*/ 8499116 w 12193149"/>
              <a:gd name="connsiteY79" fmla="*/ 2767873 h 3171710"/>
              <a:gd name="connsiteX80" fmla="*/ 8498742 w 12193149"/>
              <a:gd name="connsiteY80" fmla="*/ 2767694 h 3171710"/>
              <a:gd name="connsiteX81" fmla="*/ 8491397 w 12193149"/>
              <a:gd name="connsiteY81" fmla="*/ 2770744 h 3171710"/>
              <a:gd name="connsiteX82" fmla="*/ 8368330 w 12193149"/>
              <a:gd name="connsiteY82" fmla="*/ 2784786 h 3171710"/>
              <a:gd name="connsiteX83" fmla="*/ 8354947 w 12193149"/>
              <a:gd name="connsiteY83" fmla="*/ 2784980 h 3171710"/>
              <a:gd name="connsiteX84" fmla="*/ 8321252 w 12193149"/>
              <a:gd name="connsiteY84" fmla="*/ 2801558 h 3171710"/>
              <a:gd name="connsiteX85" fmla="*/ 8315581 w 12193149"/>
              <a:gd name="connsiteY85" fmla="*/ 2801884 h 3171710"/>
              <a:gd name="connsiteX86" fmla="*/ 8296322 w 12193149"/>
              <a:gd name="connsiteY86" fmla="*/ 2815779 h 3171710"/>
              <a:gd name="connsiteX87" fmla="*/ 8285424 w 12193149"/>
              <a:gd name="connsiteY87" fmla="*/ 2821602 h 3171710"/>
              <a:gd name="connsiteX88" fmla="*/ 8284298 w 12193149"/>
              <a:gd name="connsiteY88" fmla="*/ 2826045 h 3171710"/>
              <a:gd name="connsiteX89" fmla="*/ 8267224 w 12193149"/>
              <a:gd name="connsiteY89" fmla="*/ 2833220 h 3171710"/>
              <a:gd name="connsiteX90" fmla="*/ 8264525 w 12193149"/>
              <a:gd name="connsiteY90" fmla="*/ 2832990 h 3171710"/>
              <a:gd name="connsiteX91" fmla="*/ 8253181 w 12193149"/>
              <a:gd name="connsiteY91" fmla="*/ 2842833 h 3171710"/>
              <a:gd name="connsiteX92" fmla="*/ 8246982 w 12193149"/>
              <a:gd name="connsiteY92" fmla="*/ 2855825 h 3171710"/>
              <a:gd name="connsiteX93" fmla="*/ 8091420 w 12193149"/>
              <a:gd name="connsiteY93" fmla="*/ 2901986 h 3171710"/>
              <a:gd name="connsiteX94" fmla="*/ 7906555 w 12193149"/>
              <a:gd name="connsiteY94" fmla="*/ 2943959 h 3171710"/>
              <a:gd name="connsiteX95" fmla="*/ 7719893 w 12193149"/>
              <a:gd name="connsiteY95" fmla="*/ 2969674 h 3171710"/>
              <a:gd name="connsiteX96" fmla="*/ 7615495 w 12193149"/>
              <a:gd name="connsiteY96" fmla="*/ 2966203 h 3171710"/>
              <a:gd name="connsiteX97" fmla="*/ 7528691 w 12193149"/>
              <a:gd name="connsiteY97" fmla="*/ 2972031 h 3171710"/>
              <a:gd name="connsiteX98" fmla="*/ 7520719 w 12193149"/>
              <a:gd name="connsiteY98" fmla="*/ 2974584 h 3171710"/>
              <a:gd name="connsiteX99" fmla="*/ 7508559 w 12193149"/>
              <a:gd name="connsiteY99" fmla="*/ 2975919 h 3171710"/>
              <a:gd name="connsiteX100" fmla="*/ 7508188 w 12193149"/>
              <a:gd name="connsiteY100" fmla="*/ 2975592 h 3171710"/>
              <a:gd name="connsiteX101" fmla="*/ 7496943 w 12193149"/>
              <a:gd name="connsiteY101" fmla="*/ 2977544 h 3171710"/>
              <a:gd name="connsiteX102" fmla="*/ 7219707 w 12193149"/>
              <a:gd name="connsiteY102" fmla="*/ 2983651 h 3171710"/>
              <a:gd name="connsiteX103" fmla="*/ 7202249 w 12193149"/>
              <a:gd name="connsiteY103" fmla="*/ 2988201 h 3171710"/>
              <a:gd name="connsiteX104" fmla="*/ 7198152 w 12193149"/>
              <a:gd name="connsiteY104" fmla="*/ 2993559 h 3171710"/>
              <a:gd name="connsiteX105" fmla="*/ 7171956 w 12193149"/>
              <a:gd name="connsiteY105" fmla="*/ 2998207 h 3171710"/>
              <a:gd name="connsiteX106" fmla="*/ 7098136 w 12193149"/>
              <a:gd name="connsiteY106" fmla="*/ 3010435 h 3171710"/>
              <a:gd name="connsiteX107" fmla="*/ 7019644 w 12193149"/>
              <a:gd name="connsiteY107" fmla="*/ 3010061 h 3171710"/>
              <a:gd name="connsiteX108" fmla="*/ 6905294 w 12193149"/>
              <a:gd name="connsiteY108" fmla="*/ 3039567 h 3171710"/>
              <a:gd name="connsiteX109" fmla="*/ 6709370 w 12193149"/>
              <a:gd name="connsiteY109" fmla="*/ 3067522 h 3171710"/>
              <a:gd name="connsiteX110" fmla="*/ 6550602 w 12193149"/>
              <a:gd name="connsiteY110" fmla="*/ 3096298 h 3171710"/>
              <a:gd name="connsiteX111" fmla="*/ 6318708 w 12193149"/>
              <a:gd name="connsiteY111" fmla="*/ 3143098 h 3171710"/>
              <a:gd name="connsiteX112" fmla="*/ 6169822 w 12193149"/>
              <a:gd name="connsiteY112" fmla="*/ 3145185 h 3171710"/>
              <a:gd name="connsiteX113" fmla="*/ 6074996 w 12193149"/>
              <a:gd name="connsiteY113" fmla="*/ 3165647 h 3171710"/>
              <a:gd name="connsiteX114" fmla="*/ 6069677 w 12193149"/>
              <a:gd name="connsiteY114" fmla="*/ 3164110 h 3171710"/>
              <a:gd name="connsiteX115" fmla="*/ 6049786 w 12193149"/>
              <a:gd name="connsiteY115" fmla="*/ 3164793 h 3171710"/>
              <a:gd name="connsiteX116" fmla="*/ 6042433 w 12193149"/>
              <a:gd name="connsiteY116" fmla="*/ 3156444 h 3171710"/>
              <a:gd name="connsiteX117" fmla="*/ 6011238 w 12193149"/>
              <a:gd name="connsiteY117" fmla="*/ 3151351 h 3171710"/>
              <a:gd name="connsiteX118" fmla="*/ 5958523 w 12193149"/>
              <a:gd name="connsiteY118" fmla="*/ 3154995 h 3171710"/>
              <a:gd name="connsiteX119" fmla="*/ 5760067 w 12193149"/>
              <a:gd name="connsiteY119" fmla="*/ 3170687 h 3171710"/>
              <a:gd name="connsiteX120" fmla="*/ 5628108 w 12193149"/>
              <a:gd name="connsiteY120" fmla="*/ 3171710 h 3171710"/>
              <a:gd name="connsiteX121" fmla="*/ 5472054 w 12193149"/>
              <a:gd name="connsiteY121" fmla="*/ 3157690 h 3171710"/>
              <a:gd name="connsiteX122" fmla="*/ 5433909 w 12193149"/>
              <a:gd name="connsiteY122" fmla="*/ 3146437 h 3171710"/>
              <a:gd name="connsiteX123" fmla="*/ 5382817 w 12193149"/>
              <a:gd name="connsiteY123" fmla="*/ 3128735 h 3171710"/>
              <a:gd name="connsiteX124" fmla="*/ 5262912 w 12193149"/>
              <a:gd name="connsiteY124" fmla="*/ 3108318 h 3171710"/>
              <a:gd name="connsiteX125" fmla="*/ 5224109 w 12193149"/>
              <a:gd name="connsiteY125" fmla="*/ 3097194 h 3171710"/>
              <a:gd name="connsiteX126" fmla="*/ 5175808 w 12193149"/>
              <a:gd name="connsiteY126" fmla="*/ 3094204 h 3171710"/>
              <a:gd name="connsiteX127" fmla="*/ 5157702 w 12193149"/>
              <a:gd name="connsiteY127" fmla="*/ 3086981 h 3171710"/>
              <a:gd name="connsiteX128" fmla="*/ 5143747 w 12193149"/>
              <a:gd name="connsiteY128" fmla="*/ 3083581 h 3171710"/>
              <a:gd name="connsiteX129" fmla="*/ 5140744 w 12193149"/>
              <a:gd name="connsiteY129" fmla="*/ 3081480 h 3171710"/>
              <a:gd name="connsiteX130" fmla="*/ 5122807 w 12193149"/>
              <a:gd name="connsiteY130" fmla="*/ 3070627 h 3171710"/>
              <a:gd name="connsiteX131" fmla="*/ 5066938 w 12193149"/>
              <a:gd name="connsiteY131" fmla="*/ 3077198 h 3171710"/>
              <a:gd name="connsiteX132" fmla="*/ 5012662 w 12193149"/>
              <a:gd name="connsiteY132" fmla="*/ 3060817 h 3171710"/>
              <a:gd name="connsiteX133" fmla="*/ 4841589 w 12193149"/>
              <a:gd name="connsiteY133" fmla="*/ 3036800 h 3171710"/>
              <a:gd name="connsiteX134" fmla="*/ 4763595 w 12193149"/>
              <a:gd name="connsiteY134" fmla="*/ 3009032 h 3171710"/>
              <a:gd name="connsiteX135" fmla="*/ 4724334 w 12193149"/>
              <a:gd name="connsiteY135" fmla="*/ 3000018 h 3171710"/>
              <a:gd name="connsiteX136" fmla="*/ 4722324 w 12193149"/>
              <a:gd name="connsiteY136" fmla="*/ 2999269 h 3171710"/>
              <a:gd name="connsiteX137" fmla="*/ 4723259 w 12193149"/>
              <a:gd name="connsiteY137" fmla="*/ 2999058 h 3171710"/>
              <a:gd name="connsiteX138" fmla="*/ 4718350 w 12193149"/>
              <a:gd name="connsiteY138" fmla="*/ 2997788 h 3171710"/>
              <a:gd name="connsiteX139" fmla="*/ 4722324 w 12193149"/>
              <a:gd name="connsiteY139" fmla="*/ 2999269 h 3171710"/>
              <a:gd name="connsiteX140" fmla="*/ 4716674 w 12193149"/>
              <a:gd name="connsiteY140" fmla="*/ 3000544 h 3171710"/>
              <a:gd name="connsiteX141" fmla="*/ 4516962 w 12193149"/>
              <a:gd name="connsiteY141" fmla="*/ 2990642 h 3171710"/>
              <a:gd name="connsiteX142" fmla="*/ 4429691 w 12193149"/>
              <a:gd name="connsiteY142" fmla="*/ 2979991 h 3171710"/>
              <a:gd name="connsiteX143" fmla="*/ 4364023 w 12193149"/>
              <a:gd name="connsiteY143" fmla="*/ 2978645 h 3171710"/>
              <a:gd name="connsiteX144" fmla="*/ 4318114 w 12193149"/>
              <a:gd name="connsiteY144" fmla="*/ 2985260 h 3171710"/>
              <a:gd name="connsiteX145" fmla="*/ 4316258 w 12193149"/>
              <a:gd name="connsiteY145" fmla="*/ 2983919 h 3171710"/>
              <a:gd name="connsiteX146" fmla="*/ 4296292 w 12193149"/>
              <a:gd name="connsiteY146" fmla="*/ 2982040 h 3171710"/>
              <a:gd name="connsiteX147" fmla="*/ 4291212 w 12193149"/>
              <a:gd name="connsiteY147" fmla="*/ 2984957 h 3171710"/>
              <a:gd name="connsiteX148" fmla="*/ 4277290 w 12193149"/>
              <a:gd name="connsiteY148" fmla="*/ 2984711 h 3171710"/>
              <a:gd name="connsiteX149" fmla="*/ 4249265 w 12193149"/>
              <a:gd name="connsiteY149" fmla="*/ 2987035 h 3171710"/>
              <a:gd name="connsiteX150" fmla="*/ 4203199 w 12193149"/>
              <a:gd name="connsiteY150" fmla="*/ 2984240 h 3171710"/>
              <a:gd name="connsiteX151" fmla="*/ 4202893 w 12193149"/>
              <a:gd name="connsiteY151" fmla="*/ 2982981 h 3171710"/>
              <a:gd name="connsiteX152" fmla="*/ 4192396 w 12193149"/>
              <a:gd name="connsiteY152" fmla="*/ 2977347 h 3171710"/>
              <a:gd name="connsiteX153" fmla="*/ 4143893 w 12193149"/>
              <a:gd name="connsiteY153" fmla="*/ 2961482 h 3171710"/>
              <a:gd name="connsiteX154" fmla="*/ 4084245 w 12193149"/>
              <a:gd name="connsiteY154" fmla="*/ 2934949 h 3171710"/>
              <a:gd name="connsiteX155" fmla="*/ 4075694 w 12193149"/>
              <a:gd name="connsiteY155" fmla="*/ 2934114 h 3171710"/>
              <a:gd name="connsiteX156" fmla="*/ 4075575 w 12193149"/>
              <a:gd name="connsiteY156" fmla="*/ 2933815 h 3171710"/>
              <a:gd name="connsiteX157" fmla="*/ 4066658 w 12193149"/>
              <a:gd name="connsiteY157" fmla="*/ 2932371 h 3171710"/>
              <a:gd name="connsiteX158" fmla="*/ 4060102 w 12193149"/>
              <a:gd name="connsiteY158" fmla="*/ 2932589 h 3171710"/>
              <a:gd name="connsiteX159" fmla="*/ 4043512 w 12193149"/>
              <a:gd name="connsiteY159" fmla="*/ 2930968 h 3171710"/>
              <a:gd name="connsiteX160" fmla="*/ 4038145 w 12193149"/>
              <a:gd name="connsiteY160" fmla="*/ 2928534 h 3171710"/>
              <a:gd name="connsiteX161" fmla="*/ 4036511 w 12193149"/>
              <a:gd name="connsiteY161" fmla="*/ 2924867 h 3171710"/>
              <a:gd name="connsiteX162" fmla="*/ 4034926 w 12193149"/>
              <a:gd name="connsiteY162" fmla="*/ 2925102 h 3171710"/>
              <a:gd name="connsiteX163" fmla="*/ 4005686 w 12193149"/>
              <a:gd name="connsiteY163" fmla="*/ 2912534 h 3171710"/>
              <a:gd name="connsiteX164" fmla="*/ 3937994 w 12193149"/>
              <a:gd name="connsiteY164" fmla="*/ 2895077 h 3171710"/>
              <a:gd name="connsiteX165" fmla="*/ 3898423 w 12193149"/>
              <a:gd name="connsiteY165" fmla="*/ 2889422 h 3171710"/>
              <a:gd name="connsiteX166" fmla="*/ 3790908 w 12193149"/>
              <a:gd name="connsiteY166" fmla="*/ 2869184 h 3171710"/>
              <a:gd name="connsiteX167" fmla="*/ 3683661 w 12193149"/>
              <a:gd name="connsiteY167" fmla="*/ 2845261 h 3171710"/>
              <a:gd name="connsiteX168" fmla="*/ 3611183 w 12193149"/>
              <a:gd name="connsiteY168" fmla="*/ 2812990 h 3171710"/>
              <a:gd name="connsiteX169" fmla="*/ 3605003 w 12193149"/>
              <a:gd name="connsiteY169" fmla="*/ 2814352 h 3171710"/>
              <a:gd name="connsiteX170" fmla="*/ 3595884 w 12193149"/>
              <a:gd name="connsiteY170" fmla="*/ 2814516 h 3171710"/>
              <a:gd name="connsiteX171" fmla="*/ 3595649 w 12193149"/>
              <a:gd name="connsiteY171" fmla="*/ 2814247 h 3171710"/>
              <a:gd name="connsiteX172" fmla="*/ 3587126 w 12193149"/>
              <a:gd name="connsiteY172" fmla="*/ 2814937 h 3171710"/>
              <a:gd name="connsiteX173" fmla="*/ 3537283 w 12193149"/>
              <a:gd name="connsiteY173" fmla="*/ 2805238 h 3171710"/>
              <a:gd name="connsiteX174" fmla="*/ 3474371 w 12193149"/>
              <a:gd name="connsiteY174" fmla="*/ 2801577 h 3171710"/>
              <a:gd name="connsiteX175" fmla="*/ 3401876 w 12193149"/>
              <a:gd name="connsiteY175" fmla="*/ 2789529 h 3171710"/>
              <a:gd name="connsiteX176" fmla="*/ 3365036 w 12193149"/>
              <a:gd name="connsiteY176" fmla="*/ 2806481 h 3171710"/>
              <a:gd name="connsiteX177" fmla="*/ 3345174 w 12193149"/>
              <a:gd name="connsiteY177" fmla="*/ 2808163 h 3171710"/>
              <a:gd name="connsiteX178" fmla="*/ 3342846 w 12193149"/>
              <a:gd name="connsiteY178" fmla="*/ 2807188 h 3171710"/>
              <a:gd name="connsiteX179" fmla="*/ 3263504 w 12193149"/>
              <a:gd name="connsiteY179" fmla="*/ 2813065 h 3171710"/>
              <a:gd name="connsiteX180" fmla="*/ 3143704 w 12193149"/>
              <a:gd name="connsiteY180" fmla="*/ 2820840 h 3171710"/>
              <a:gd name="connsiteX181" fmla="*/ 3031439 w 12193149"/>
              <a:gd name="connsiteY181" fmla="*/ 2823483 h 3171710"/>
              <a:gd name="connsiteX182" fmla="*/ 2782717 w 12193149"/>
              <a:gd name="connsiteY182" fmla="*/ 2845304 h 3171710"/>
              <a:gd name="connsiteX183" fmla="*/ 2647675 w 12193149"/>
              <a:gd name="connsiteY183" fmla="*/ 2855840 h 3171710"/>
              <a:gd name="connsiteX184" fmla="*/ 2569176 w 12193149"/>
              <a:gd name="connsiteY184" fmla="*/ 2829599 h 3171710"/>
              <a:gd name="connsiteX185" fmla="*/ 2444403 w 12193149"/>
              <a:gd name="connsiteY185" fmla="*/ 2843500 h 3171710"/>
              <a:gd name="connsiteX186" fmla="*/ 2316260 w 12193149"/>
              <a:gd name="connsiteY186" fmla="*/ 2851967 h 3171710"/>
              <a:gd name="connsiteX187" fmla="*/ 2209726 w 12193149"/>
              <a:gd name="connsiteY187" fmla="*/ 2846734 h 3171710"/>
              <a:gd name="connsiteX188" fmla="*/ 2095813 w 12193149"/>
              <a:gd name="connsiteY188" fmla="*/ 2830023 h 3171710"/>
              <a:gd name="connsiteX189" fmla="*/ 1998504 w 12193149"/>
              <a:gd name="connsiteY189" fmla="*/ 2822003 h 3171710"/>
              <a:gd name="connsiteX190" fmla="*/ 1929320 w 12193149"/>
              <a:gd name="connsiteY190" fmla="*/ 2843948 h 3171710"/>
              <a:gd name="connsiteX191" fmla="*/ 1922798 w 12193149"/>
              <a:gd name="connsiteY191" fmla="*/ 2839117 h 3171710"/>
              <a:gd name="connsiteX192" fmla="*/ 1874228 w 12193149"/>
              <a:gd name="connsiteY192" fmla="*/ 2840712 h 3171710"/>
              <a:gd name="connsiteX193" fmla="*/ 1787803 w 12193149"/>
              <a:gd name="connsiteY193" fmla="*/ 2868334 h 3171710"/>
              <a:gd name="connsiteX194" fmla="*/ 1739352 w 12193149"/>
              <a:gd name="connsiteY194" fmla="*/ 2863283 h 3171710"/>
              <a:gd name="connsiteX195" fmla="*/ 1676219 w 12193149"/>
              <a:gd name="connsiteY195" fmla="*/ 2846934 h 3171710"/>
              <a:gd name="connsiteX196" fmla="*/ 1609817 w 12193149"/>
              <a:gd name="connsiteY196" fmla="*/ 2840037 h 3171710"/>
              <a:gd name="connsiteX197" fmla="*/ 1497258 w 12193149"/>
              <a:gd name="connsiteY197" fmla="*/ 2814447 h 3171710"/>
              <a:gd name="connsiteX198" fmla="*/ 1151127 w 12193149"/>
              <a:gd name="connsiteY198" fmla="*/ 2765012 h 3171710"/>
              <a:gd name="connsiteX199" fmla="*/ 859417 w 12193149"/>
              <a:gd name="connsiteY199" fmla="*/ 2755579 h 3171710"/>
              <a:gd name="connsiteX200" fmla="*/ 838688 w 12193149"/>
              <a:gd name="connsiteY200" fmla="*/ 2756792 h 3171710"/>
              <a:gd name="connsiteX201" fmla="*/ 817957 w 12193149"/>
              <a:gd name="connsiteY201" fmla="*/ 2754828 h 3171710"/>
              <a:gd name="connsiteX202" fmla="*/ 812654 w 12193149"/>
              <a:gd name="connsiteY202" fmla="*/ 2757722 h 3171710"/>
              <a:gd name="connsiteX203" fmla="*/ 721195 w 12193149"/>
              <a:gd name="connsiteY203" fmla="*/ 2756632 h 3171710"/>
              <a:gd name="connsiteX204" fmla="*/ 720890 w 12193149"/>
              <a:gd name="connsiteY204" fmla="*/ 2755370 h 3171710"/>
              <a:gd name="connsiteX205" fmla="*/ 710023 w 12193149"/>
              <a:gd name="connsiteY205" fmla="*/ 2749693 h 3171710"/>
              <a:gd name="connsiteX206" fmla="*/ 597940 w 12193149"/>
              <a:gd name="connsiteY206" fmla="*/ 2706835 h 3171710"/>
              <a:gd name="connsiteX207" fmla="*/ 579683 w 12193149"/>
              <a:gd name="connsiteY207" fmla="*/ 2704183 h 3171710"/>
              <a:gd name="connsiteX208" fmla="*/ 572865 w 12193149"/>
              <a:gd name="connsiteY208" fmla="*/ 2704372 h 3171710"/>
              <a:gd name="connsiteX209" fmla="*/ 446247 w 12193149"/>
              <a:gd name="connsiteY209" fmla="*/ 2666342 h 3171710"/>
              <a:gd name="connsiteX210" fmla="*/ 405163 w 12193149"/>
              <a:gd name="connsiteY210" fmla="*/ 2660519 h 3171710"/>
              <a:gd name="connsiteX211" fmla="*/ 293583 w 12193149"/>
              <a:gd name="connsiteY211" fmla="*/ 2639823 h 3171710"/>
              <a:gd name="connsiteX212" fmla="*/ 119529 w 12193149"/>
              <a:gd name="connsiteY212" fmla="*/ 2588018 h 3171710"/>
              <a:gd name="connsiteX213" fmla="*/ 16674 w 12193149"/>
              <a:gd name="connsiteY213" fmla="*/ 2585162 h 3171710"/>
              <a:gd name="connsiteX214" fmla="*/ 1150 w 12193149"/>
              <a:gd name="connsiteY214" fmla="*/ 2579693 h 3171710"/>
              <a:gd name="connsiteX215" fmla="*/ 1148 w 12193149"/>
              <a:gd name="connsiteY215" fmla="*/ 1049184 h 3171710"/>
              <a:gd name="connsiteX216" fmla="*/ 1148 w 12193149"/>
              <a:gd name="connsiteY216" fmla="*/ 0 h 3171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Lst>
            <a:rect l="l" t="t" r="r" b="b"/>
            <a:pathLst>
              <a:path w="12193149" h="3171710">
                <a:moveTo>
                  <a:pt x="1148" y="0"/>
                </a:moveTo>
                <a:lnTo>
                  <a:pt x="12181789" y="8189"/>
                </a:lnTo>
                <a:cubicBezTo>
                  <a:pt x="12181789" y="201435"/>
                  <a:pt x="12193149" y="1213464"/>
                  <a:pt x="12193149" y="1406710"/>
                </a:cubicBezTo>
                <a:lnTo>
                  <a:pt x="12185986" y="1411160"/>
                </a:lnTo>
                <a:cubicBezTo>
                  <a:pt x="12156393" y="1404401"/>
                  <a:pt x="12176978" y="1415299"/>
                  <a:pt x="12156363" y="1424337"/>
                </a:cubicBezTo>
                <a:cubicBezTo>
                  <a:pt x="12172308" y="1438279"/>
                  <a:pt x="12127905" y="1429847"/>
                  <a:pt x="12139215" y="1450150"/>
                </a:cubicBezTo>
                <a:cubicBezTo>
                  <a:pt x="12135103" y="1451151"/>
                  <a:pt x="12130766" y="1451483"/>
                  <a:pt x="12126327" y="1451661"/>
                </a:cubicBezTo>
                <a:lnTo>
                  <a:pt x="12124007" y="1451765"/>
                </a:lnTo>
                <a:lnTo>
                  <a:pt x="12116854" y="1455579"/>
                </a:lnTo>
                <a:lnTo>
                  <a:pt x="12099497" y="1455110"/>
                </a:lnTo>
                <a:cubicBezTo>
                  <a:pt x="12095162" y="1456775"/>
                  <a:pt x="12090978" y="1459336"/>
                  <a:pt x="12087073" y="1463312"/>
                </a:cubicBezTo>
                <a:cubicBezTo>
                  <a:pt x="12078890" y="1483714"/>
                  <a:pt x="12040481" y="1480817"/>
                  <a:pt x="12031073" y="1506980"/>
                </a:cubicBezTo>
                <a:cubicBezTo>
                  <a:pt x="12026399" y="1515225"/>
                  <a:pt x="12004497" y="1532326"/>
                  <a:pt x="11995833" y="1530429"/>
                </a:cubicBezTo>
                <a:cubicBezTo>
                  <a:pt x="11990333" y="1532938"/>
                  <a:pt x="11986699" y="1539016"/>
                  <a:pt x="11979717" y="1535132"/>
                </a:cubicBezTo>
                <a:cubicBezTo>
                  <a:pt x="11970382" y="1531211"/>
                  <a:pt x="11963763" y="1554233"/>
                  <a:pt x="11959046" y="1544529"/>
                </a:cubicBezTo>
                <a:lnTo>
                  <a:pt x="11920454" y="1557854"/>
                </a:lnTo>
                <a:cubicBezTo>
                  <a:pt x="11919152" y="1564914"/>
                  <a:pt x="11912619" y="1567116"/>
                  <a:pt x="11903656" y="1569397"/>
                </a:cubicBezTo>
                <a:lnTo>
                  <a:pt x="11895048" y="1571762"/>
                </a:lnTo>
                <a:lnTo>
                  <a:pt x="11891968" y="1582700"/>
                </a:lnTo>
                <a:cubicBezTo>
                  <a:pt x="11881074" y="1573372"/>
                  <a:pt x="11884523" y="1604713"/>
                  <a:pt x="11870776" y="1604787"/>
                </a:cubicBezTo>
                <a:lnTo>
                  <a:pt x="11813376" y="1624630"/>
                </a:lnTo>
                <a:lnTo>
                  <a:pt x="11590693" y="1790748"/>
                </a:lnTo>
                <a:cubicBezTo>
                  <a:pt x="11550201" y="1817685"/>
                  <a:pt x="11542649" y="1767741"/>
                  <a:pt x="11506817" y="1860594"/>
                </a:cubicBezTo>
                <a:cubicBezTo>
                  <a:pt x="11450023" y="1916431"/>
                  <a:pt x="11337127" y="2017145"/>
                  <a:pt x="11280332" y="2050542"/>
                </a:cubicBezTo>
                <a:cubicBezTo>
                  <a:pt x="11267547" y="2058142"/>
                  <a:pt x="11229147" y="2123560"/>
                  <a:pt x="11228309" y="2103207"/>
                </a:cubicBezTo>
                <a:cubicBezTo>
                  <a:pt x="11223950" y="2105174"/>
                  <a:pt x="11220761" y="2104651"/>
                  <a:pt x="11218087" y="2102932"/>
                </a:cubicBezTo>
                <a:lnTo>
                  <a:pt x="11217184" y="2101989"/>
                </a:lnTo>
                <a:lnTo>
                  <a:pt x="11188885" y="2119354"/>
                </a:lnTo>
                <a:lnTo>
                  <a:pt x="11184501" y="2119496"/>
                </a:lnTo>
                <a:lnTo>
                  <a:pt x="11166854" y="2133583"/>
                </a:lnTo>
                <a:lnTo>
                  <a:pt x="11157311" y="2139385"/>
                </a:lnTo>
                <a:lnTo>
                  <a:pt x="11155496" y="2144068"/>
                </a:lnTo>
                <a:cubicBezTo>
                  <a:pt x="11153045" y="2147436"/>
                  <a:pt x="11148902" y="2150083"/>
                  <a:pt x="11140961" y="2151086"/>
                </a:cubicBezTo>
                <a:lnTo>
                  <a:pt x="11138961" y="2150743"/>
                </a:lnTo>
                <a:lnTo>
                  <a:pt x="11128208" y="2160803"/>
                </a:lnTo>
                <a:cubicBezTo>
                  <a:pt x="11124962" y="2164785"/>
                  <a:pt x="11122359" y="2169258"/>
                  <a:pt x="11120691" y="2174395"/>
                </a:cubicBezTo>
                <a:cubicBezTo>
                  <a:pt x="11081770" y="2197656"/>
                  <a:pt x="10952581" y="2271077"/>
                  <a:pt x="10894683" y="2300370"/>
                </a:cubicBezTo>
                <a:cubicBezTo>
                  <a:pt x="10861781" y="2315405"/>
                  <a:pt x="10817803" y="2335857"/>
                  <a:pt x="10773300" y="2350162"/>
                </a:cubicBezTo>
                <a:cubicBezTo>
                  <a:pt x="10733414" y="2394390"/>
                  <a:pt x="10677791" y="2353706"/>
                  <a:pt x="10627668" y="2386200"/>
                </a:cubicBezTo>
                <a:cubicBezTo>
                  <a:pt x="10590276" y="2369074"/>
                  <a:pt x="10613693" y="2389253"/>
                  <a:pt x="10581895" y="2395660"/>
                </a:cubicBezTo>
                <a:cubicBezTo>
                  <a:pt x="10597733" y="2418627"/>
                  <a:pt x="10540912" y="2395212"/>
                  <a:pt x="10547790" y="2425394"/>
                </a:cubicBezTo>
                <a:cubicBezTo>
                  <a:pt x="10541784" y="2425603"/>
                  <a:pt x="10535750" y="2424857"/>
                  <a:pt x="10529643" y="2423878"/>
                </a:cubicBezTo>
                <a:lnTo>
                  <a:pt x="10526446" y="2423382"/>
                </a:lnTo>
                <a:lnTo>
                  <a:pt x="10515129" y="2426508"/>
                </a:lnTo>
                <a:lnTo>
                  <a:pt x="10491735" y="2421127"/>
                </a:lnTo>
                <a:cubicBezTo>
                  <a:pt x="10485147" y="2422161"/>
                  <a:pt x="10478389" y="2424430"/>
                  <a:pt x="10471418" y="2428664"/>
                </a:cubicBezTo>
                <a:cubicBezTo>
                  <a:pt x="10451763" y="2453636"/>
                  <a:pt x="10400774" y="2439247"/>
                  <a:pt x="10377042" y="2471569"/>
                </a:cubicBezTo>
                <a:cubicBezTo>
                  <a:pt x="10367240" y="2481286"/>
                  <a:pt x="10330319" y="2498097"/>
                  <a:pt x="10319338" y="2493192"/>
                </a:cubicBezTo>
                <a:cubicBezTo>
                  <a:pt x="10310813" y="2495031"/>
                  <a:pt x="10303331" y="2502144"/>
                  <a:pt x="10295467" y="2495050"/>
                </a:cubicBezTo>
                <a:cubicBezTo>
                  <a:pt x="10284420" y="2487261"/>
                  <a:pt x="10265794" y="2516157"/>
                  <a:pt x="10263443" y="2501919"/>
                </a:cubicBezTo>
                <a:lnTo>
                  <a:pt x="10205418" y="2509120"/>
                </a:lnTo>
                <a:cubicBezTo>
                  <a:pt x="10200696" y="2518180"/>
                  <a:pt x="10190895" y="2519327"/>
                  <a:pt x="10177759" y="2519914"/>
                </a:cubicBezTo>
                <a:lnTo>
                  <a:pt x="10165070" y="2520710"/>
                </a:lnTo>
                <a:lnTo>
                  <a:pt x="10156308" y="2534458"/>
                </a:lnTo>
                <a:cubicBezTo>
                  <a:pt x="10145406" y="2519028"/>
                  <a:pt x="10136981" y="2561781"/>
                  <a:pt x="10118267" y="2558113"/>
                </a:cubicBezTo>
                <a:lnTo>
                  <a:pt x="10083317" y="2570267"/>
                </a:lnTo>
                <a:cubicBezTo>
                  <a:pt x="10075718" y="2568198"/>
                  <a:pt x="10048011" y="2569526"/>
                  <a:pt x="10040388" y="2568603"/>
                </a:cubicBezTo>
                <a:cubicBezTo>
                  <a:pt x="9999609" y="2578704"/>
                  <a:pt x="9985545" y="2579194"/>
                  <a:pt x="9961167" y="2584118"/>
                </a:cubicBezTo>
                <a:cubicBezTo>
                  <a:pt x="9920131" y="2584260"/>
                  <a:pt x="9889892" y="2581061"/>
                  <a:pt x="9848940" y="2590886"/>
                </a:cubicBezTo>
                <a:lnTo>
                  <a:pt x="9729457" y="2611093"/>
                </a:lnTo>
                <a:cubicBezTo>
                  <a:pt x="9676207" y="2601507"/>
                  <a:pt x="9631235" y="2626730"/>
                  <a:pt x="9613704" y="2639342"/>
                </a:cubicBezTo>
                <a:cubicBezTo>
                  <a:pt x="9548152" y="2653618"/>
                  <a:pt x="9410970" y="2690964"/>
                  <a:pt x="9338590" y="2696264"/>
                </a:cubicBezTo>
                <a:lnTo>
                  <a:pt x="9232518" y="2720120"/>
                </a:lnTo>
                <a:lnTo>
                  <a:pt x="9156690" y="2730199"/>
                </a:lnTo>
                <a:lnTo>
                  <a:pt x="9054601" y="2737726"/>
                </a:lnTo>
                <a:lnTo>
                  <a:pt x="9006634" y="2741011"/>
                </a:lnTo>
                <a:lnTo>
                  <a:pt x="9006349" y="2740771"/>
                </a:lnTo>
                <a:cubicBezTo>
                  <a:pt x="9004294" y="2740551"/>
                  <a:pt x="9001475" y="2740879"/>
                  <a:pt x="8997380" y="2741982"/>
                </a:cubicBezTo>
                <a:lnTo>
                  <a:pt x="8991542" y="2744043"/>
                </a:lnTo>
                <a:lnTo>
                  <a:pt x="8975485" y="2747269"/>
                </a:lnTo>
                <a:lnTo>
                  <a:pt x="8969159" y="2746569"/>
                </a:lnTo>
                <a:lnTo>
                  <a:pt x="8964196" y="2744344"/>
                </a:lnTo>
                <a:cubicBezTo>
                  <a:pt x="8955841" y="2752295"/>
                  <a:pt x="8956668" y="2761243"/>
                  <a:pt x="8930136" y="2741156"/>
                </a:cubicBezTo>
                <a:cubicBezTo>
                  <a:pt x="8899182" y="2742176"/>
                  <a:pt x="8790451" y="2756831"/>
                  <a:pt x="8753592" y="2760388"/>
                </a:cubicBezTo>
                <a:cubicBezTo>
                  <a:pt x="8720970" y="2771108"/>
                  <a:pt x="8749345" y="2757447"/>
                  <a:pt x="8708995" y="2762489"/>
                </a:cubicBezTo>
                <a:cubicBezTo>
                  <a:pt x="8672757" y="2782024"/>
                  <a:pt x="8640293" y="2765584"/>
                  <a:pt x="8597219" y="2771061"/>
                </a:cubicBezTo>
                <a:lnTo>
                  <a:pt x="8526378" y="2756219"/>
                </a:lnTo>
                <a:lnTo>
                  <a:pt x="8512131" y="2762134"/>
                </a:lnTo>
                <a:lnTo>
                  <a:pt x="8507315" y="2765135"/>
                </a:lnTo>
                <a:cubicBezTo>
                  <a:pt x="8503797" y="2766912"/>
                  <a:pt x="8501196" y="2767723"/>
                  <a:pt x="8499116" y="2767873"/>
                </a:cubicBezTo>
                <a:lnTo>
                  <a:pt x="8498742" y="2767694"/>
                </a:lnTo>
                <a:lnTo>
                  <a:pt x="8491397" y="2770744"/>
                </a:lnTo>
                <a:lnTo>
                  <a:pt x="8368330" y="2784786"/>
                </a:lnTo>
                <a:cubicBezTo>
                  <a:pt x="8363173" y="2786811"/>
                  <a:pt x="8358881" y="2786463"/>
                  <a:pt x="8354947" y="2784980"/>
                </a:cubicBezTo>
                <a:lnTo>
                  <a:pt x="8321252" y="2801558"/>
                </a:lnTo>
                <a:lnTo>
                  <a:pt x="8315581" y="2801884"/>
                </a:lnTo>
                <a:lnTo>
                  <a:pt x="8296322" y="2815779"/>
                </a:lnTo>
                <a:lnTo>
                  <a:pt x="8285424" y="2821602"/>
                </a:lnTo>
                <a:lnTo>
                  <a:pt x="8284298" y="2826045"/>
                </a:lnTo>
                <a:cubicBezTo>
                  <a:pt x="8281994" y="2829290"/>
                  <a:pt x="8277300" y="2831938"/>
                  <a:pt x="8267224" y="2833220"/>
                </a:cubicBezTo>
                <a:lnTo>
                  <a:pt x="8264525" y="2832990"/>
                </a:lnTo>
                <a:lnTo>
                  <a:pt x="8253181" y="2842833"/>
                </a:lnTo>
                <a:cubicBezTo>
                  <a:pt x="8250007" y="2846683"/>
                  <a:pt x="8247795" y="2850965"/>
                  <a:pt x="8246982" y="2855825"/>
                </a:cubicBezTo>
                <a:cubicBezTo>
                  <a:pt x="8182975" y="2852918"/>
                  <a:pt x="8148279" y="2887040"/>
                  <a:pt x="8091420" y="2901986"/>
                </a:cubicBezTo>
                <a:cubicBezTo>
                  <a:pt x="8026616" y="2925128"/>
                  <a:pt x="7968218" y="2946364"/>
                  <a:pt x="7906555" y="2943959"/>
                </a:cubicBezTo>
                <a:cubicBezTo>
                  <a:pt x="7836267" y="2958871"/>
                  <a:pt x="7782114" y="2961102"/>
                  <a:pt x="7719893" y="2969674"/>
                </a:cubicBezTo>
                <a:lnTo>
                  <a:pt x="7615495" y="2966203"/>
                </a:lnTo>
                <a:lnTo>
                  <a:pt x="7528691" y="2972031"/>
                </a:lnTo>
                <a:lnTo>
                  <a:pt x="7520719" y="2974584"/>
                </a:lnTo>
                <a:cubicBezTo>
                  <a:pt x="7515141" y="2975923"/>
                  <a:pt x="7511320" y="2976273"/>
                  <a:pt x="7508559" y="2975919"/>
                </a:cubicBezTo>
                <a:lnTo>
                  <a:pt x="7508188" y="2975592"/>
                </a:lnTo>
                <a:lnTo>
                  <a:pt x="7496943" y="2977544"/>
                </a:lnTo>
                <a:lnTo>
                  <a:pt x="7219707" y="2983651"/>
                </a:lnTo>
                <a:lnTo>
                  <a:pt x="7202249" y="2988201"/>
                </a:lnTo>
                <a:lnTo>
                  <a:pt x="7198152" y="2993559"/>
                </a:lnTo>
                <a:cubicBezTo>
                  <a:pt x="7193259" y="2997082"/>
                  <a:pt x="7185654" y="2999221"/>
                  <a:pt x="7171956" y="2998207"/>
                </a:cubicBezTo>
                <a:lnTo>
                  <a:pt x="7098136" y="3010435"/>
                </a:lnTo>
                <a:cubicBezTo>
                  <a:pt x="7062296" y="3011413"/>
                  <a:pt x="7051336" y="3012390"/>
                  <a:pt x="7019644" y="3010061"/>
                </a:cubicBezTo>
                <a:cubicBezTo>
                  <a:pt x="6938675" y="3020999"/>
                  <a:pt x="6944793" y="3045165"/>
                  <a:pt x="6905294" y="3039567"/>
                </a:cubicBezTo>
                <a:cubicBezTo>
                  <a:pt x="6873070" y="3034359"/>
                  <a:pt x="6789137" y="3053433"/>
                  <a:pt x="6709370" y="3067522"/>
                </a:cubicBezTo>
                <a:cubicBezTo>
                  <a:pt x="6650254" y="3076977"/>
                  <a:pt x="6629253" y="3091078"/>
                  <a:pt x="6550602" y="3096298"/>
                </a:cubicBezTo>
                <a:cubicBezTo>
                  <a:pt x="6473302" y="3140388"/>
                  <a:pt x="6410843" y="3116665"/>
                  <a:pt x="6318708" y="3143098"/>
                </a:cubicBezTo>
                <a:cubicBezTo>
                  <a:pt x="6298698" y="3158620"/>
                  <a:pt x="6210439" y="3141427"/>
                  <a:pt x="6169822" y="3145185"/>
                </a:cubicBezTo>
                <a:cubicBezTo>
                  <a:pt x="6129203" y="3148943"/>
                  <a:pt x="6091688" y="3162491"/>
                  <a:pt x="6074996" y="3165647"/>
                </a:cubicBezTo>
                <a:lnTo>
                  <a:pt x="6069677" y="3164110"/>
                </a:lnTo>
                <a:lnTo>
                  <a:pt x="6049786" y="3164793"/>
                </a:lnTo>
                <a:lnTo>
                  <a:pt x="6042433" y="3156444"/>
                </a:lnTo>
                <a:lnTo>
                  <a:pt x="6011238" y="3151351"/>
                </a:lnTo>
                <a:cubicBezTo>
                  <a:pt x="5999830" y="3150764"/>
                  <a:pt x="5971276" y="3151677"/>
                  <a:pt x="5958523" y="3154995"/>
                </a:cubicBezTo>
                <a:lnTo>
                  <a:pt x="5760067" y="3170687"/>
                </a:lnTo>
                <a:lnTo>
                  <a:pt x="5628108" y="3171710"/>
                </a:lnTo>
                <a:lnTo>
                  <a:pt x="5472054" y="3157690"/>
                </a:lnTo>
                <a:cubicBezTo>
                  <a:pt x="5479284" y="3144662"/>
                  <a:pt x="5440157" y="3158728"/>
                  <a:pt x="5433909" y="3146437"/>
                </a:cubicBezTo>
                <a:cubicBezTo>
                  <a:pt x="5430517" y="3136405"/>
                  <a:pt x="5392976" y="3131721"/>
                  <a:pt x="5382817" y="3128735"/>
                </a:cubicBezTo>
                <a:lnTo>
                  <a:pt x="5262912" y="3108318"/>
                </a:lnTo>
                <a:cubicBezTo>
                  <a:pt x="5252746" y="3108134"/>
                  <a:pt x="5231699" y="3099824"/>
                  <a:pt x="5224109" y="3097194"/>
                </a:cubicBezTo>
                <a:lnTo>
                  <a:pt x="5175808" y="3094204"/>
                </a:lnTo>
                <a:lnTo>
                  <a:pt x="5157702" y="3086981"/>
                </a:lnTo>
                <a:lnTo>
                  <a:pt x="5143747" y="3083581"/>
                </a:lnTo>
                <a:lnTo>
                  <a:pt x="5140744" y="3081480"/>
                </a:lnTo>
                <a:cubicBezTo>
                  <a:pt x="5135026" y="3077440"/>
                  <a:pt x="5129229" y="3073629"/>
                  <a:pt x="5122807" y="3070627"/>
                </a:cubicBezTo>
                <a:cubicBezTo>
                  <a:pt x="5109467" y="3099246"/>
                  <a:pt x="5066004" y="3049810"/>
                  <a:pt x="5066938" y="3077198"/>
                </a:cubicBezTo>
                <a:cubicBezTo>
                  <a:pt x="5029345" y="3065682"/>
                  <a:pt x="5040096" y="3094771"/>
                  <a:pt x="5012662" y="3060817"/>
                </a:cubicBezTo>
                <a:cubicBezTo>
                  <a:pt x="4938174" y="3061200"/>
                  <a:pt x="4917504" y="3074207"/>
                  <a:pt x="4841589" y="3036800"/>
                </a:cubicBezTo>
                <a:cubicBezTo>
                  <a:pt x="4807890" y="3020158"/>
                  <a:pt x="4785258" y="3009012"/>
                  <a:pt x="4763595" y="3009032"/>
                </a:cubicBezTo>
                <a:cubicBezTo>
                  <a:pt x="4742475" y="3004532"/>
                  <a:pt x="4730631" y="3001709"/>
                  <a:pt x="4724334" y="3000018"/>
                </a:cubicBezTo>
                <a:lnTo>
                  <a:pt x="4722324" y="2999269"/>
                </a:lnTo>
                <a:lnTo>
                  <a:pt x="4723259" y="2999058"/>
                </a:lnTo>
                <a:cubicBezTo>
                  <a:pt x="4722296" y="2998416"/>
                  <a:pt x="4719415" y="2997810"/>
                  <a:pt x="4718350" y="2997788"/>
                </a:cubicBezTo>
                <a:lnTo>
                  <a:pt x="4722324" y="2999269"/>
                </a:lnTo>
                <a:lnTo>
                  <a:pt x="4716674" y="3000544"/>
                </a:lnTo>
                <a:cubicBezTo>
                  <a:pt x="4681300" y="2993588"/>
                  <a:pt x="4525895" y="2992780"/>
                  <a:pt x="4516962" y="2990642"/>
                </a:cubicBezTo>
                <a:cubicBezTo>
                  <a:pt x="4458971" y="2977530"/>
                  <a:pt x="4463810" y="2976789"/>
                  <a:pt x="4429691" y="2979991"/>
                </a:cubicBezTo>
                <a:cubicBezTo>
                  <a:pt x="4424455" y="2983362"/>
                  <a:pt x="4370126" y="2977068"/>
                  <a:pt x="4364023" y="2978645"/>
                </a:cubicBezTo>
                <a:lnTo>
                  <a:pt x="4318114" y="2985260"/>
                </a:lnTo>
                <a:lnTo>
                  <a:pt x="4316258" y="2983919"/>
                </a:lnTo>
                <a:cubicBezTo>
                  <a:pt x="4307275" y="2980548"/>
                  <a:pt x="4301145" y="2980549"/>
                  <a:pt x="4296292" y="2982040"/>
                </a:cubicBezTo>
                <a:lnTo>
                  <a:pt x="4291212" y="2984957"/>
                </a:lnTo>
                <a:lnTo>
                  <a:pt x="4277290" y="2984711"/>
                </a:lnTo>
                <a:lnTo>
                  <a:pt x="4249265" y="2987035"/>
                </a:lnTo>
                <a:lnTo>
                  <a:pt x="4203199" y="2984240"/>
                </a:lnTo>
                <a:cubicBezTo>
                  <a:pt x="4203096" y="2983820"/>
                  <a:pt x="4202995" y="2983401"/>
                  <a:pt x="4202893" y="2982981"/>
                </a:cubicBezTo>
                <a:cubicBezTo>
                  <a:pt x="4201267" y="2980144"/>
                  <a:pt x="4198292" y="2978025"/>
                  <a:pt x="4192396" y="2977347"/>
                </a:cubicBezTo>
                <a:cubicBezTo>
                  <a:pt x="4205365" y="2960058"/>
                  <a:pt x="4162425" y="2961953"/>
                  <a:pt x="4143893" y="2961482"/>
                </a:cubicBezTo>
                <a:cubicBezTo>
                  <a:pt x="4125868" y="2954416"/>
                  <a:pt x="4100250" y="2940836"/>
                  <a:pt x="4084245" y="2934949"/>
                </a:cubicBezTo>
                <a:lnTo>
                  <a:pt x="4075694" y="2934114"/>
                </a:lnTo>
                <a:cubicBezTo>
                  <a:pt x="4075655" y="2934013"/>
                  <a:pt x="4075614" y="2933914"/>
                  <a:pt x="4075575" y="2933815"/>
                </a:cubicBezTo>
                <a:cubicBezTo>
                  <a:pt x="4073829" y="2933031"/>
                  <a:pt x="4071057" y="2932530"/>
                  <a:pt x="4066658" y="2932371"/>
                </a:cubicBezTo>
                <a:lnTo>
                  <a:pt x="4060102" y="2932589"/>
                </a:lnTo>
                <a:lnTo>
                  <a:pt x="4043512" y="2930968"/>
                </a:lnTo>
                <a:lnTo>
                  <a:pt x="4038145" y="2928534"/>
                </a:lnTo>
                <a:lnTo>
                  <a:pt x="4036511" y="2924867"/>
                </a:lnTo>
                <a:lnTo>
                  <a:pt x="4034926" y="2925102"/>
                </a:lnTo>
                <a:cubicBezTo>
                  <a:pt x="4022576" y="2929966"/>
                  <a:pt x="4018025" y="2938342"/>
                  <a:pt x="4005686" y="2912534"/>
                </a:cubicBezTo>
                <a:lnTo>
                  <a:pt x="3937994" y="2895077"/>
                </a:lnTo>
                <a:cubicBezTo>
                  <a:pt x="3921658" y="2902801"/>
                  <a:pt x="3909686" y="2898112"/>
                  <a:pt x="3898423" y="2889422"/>
                </a:cubicBezTo>
                <a:cubicBezTo>
                  <a:pt x="3862243" y="2889918"/>
                  <a:pt x="3830779" y="2876048"/>
                  <a:pt x="3790908" y="2869184"/>
                </a:cubicBezTo>
                <a:cubicBezTo>
                  <a:pt x="3742158" y="2854478"/>
                  <a:pt x="3726280" y="2852501"/>
                  <a:pt x="3683661" y="2845261"/>
                </a:cubicBezTo>
                <a:lnTo>
                  <a:pt x="3611183" y="2812990"/>
                </a:lnTo>
                <a:lnTo>
                  <a:pt x="3605003" y="2814352"/>
                </a:lnTo>
                <a:cubicBezTo>
                  <a:pt x="3600731" y="2814971"/>
                  <a:pt x="3597877" y="2814971"/>
                  <a:pt x="3595884" y="2814516"/>
                </a:cubicBezTo>
                <a:lnTo>
                  <a:pt x="3595649" y="2814247"/>
                </a:lnTo>
                <a:lnTo>
                  <a:pt x="3587126" y="2814937"/>
                </a:lnTo>
                <a:cubicBezTo>
                  <a:pt x="3572774" y="2816728"/>
                  <a:pt x="3550540" y="2802529"/>
                  <a:pt x="3537283" y="2805238"/>
                </a:cubicBezTo>
                <a:cubicBezTo>
                  <a:pt x="3515092" y="2800942"/>
                  <a:pt x="3489773" y="2807207"/>
                  <a:pt x="3474371" y="2801577"/>
                </a:cubicBezTo>
                <a:lnTo>
                  <a:pt x="3401876" y="2789529"/>
                </a:lnTo>
                <a:lnTo>
                  <a:pt x="3365036" y="2806481"/>
                </a:lnTo>
                <a:cubicBezTo>
                  <a:pt x="3361007" y="2808779"/>
                  <a:pt x="3355145" y="2809857"/>
                  <a:pt x="3345174" y="2808163"/>
                </a:cubicBezTo>
                <a:lnTo>
                  <a:pt x="3342846" y="2807188"/>
                </a:lnTo>
                <a:cubicBezTo>
                  <a:pt x="3337528" y="2809659"/>
                  <a:pt x="3296694" y="2810789"/>
                  <a:pt x="3263504" y="2813065"/>
                </a:cubicBezTo>
                <a:cubicBezTo>
                  <a:pt x="3210873" y="2815406"/>
                  <a:pt x="3204538" y="2823378"/>
                  <a:pt x="3143704" y="2820840"/>
                </a:cubicBezTo>
                <a:cubicBezTo>
                  <a:pt x="3083839" y="2822069"/>
                  <a:pt x="3073438" y="2828075"/>
                  <a:pt x="3031439" y="2823483"/>
                </a:cubicBezTo>
                <a:lnTo>
                  <a:pt x="2782717" y="2845304"/>
                </a:lnTo>
                <a:cubicBezTo>
                  <a:pt x="2720447" y="2872959"/>
                  <a:pt x="2718750" y="2842390"/>
                  <a:pt x="2647675" y="2855840"/>
                </a:cubicBezTo>
                <a:cubicBezTo>
                  <a:pt x="2583664" y="2795905"/>
                  <a:pt x="2609849" y="2834173"/>
                  <a:pt x="2569176" y="2829599"/>
                </a:cubicBezTo>
                <a:lnTo>
                  <a:pt x="2444403" y="2843500"/>
                </a:lnTo>
                <a:cubicBezTo>
                  <a:pt x="2412730" y="2860060"/>
                  <a:pt x="2355175" y="2829971"/>
                  <a:pt x="2316260" y="2851967"/>
                </a:cubicBezTo>
                <a:cubicBezTo>
                  <a:pt x="2277148" y="2852505"/>
                  <a:pt x="2234330" y="2848310"/>
                  <a:pt x="2209726" y="2846734"/>
                </a:cubicBezTo>
                <a:cubicBezTo>
                  <a:pt x="2172984" y="2843077"/>
                  <a:pt x="2131016" y="2834145"/>
                  <a:pt x="2095813" y="2830023"/>
                </a:cubicBezTo>
                <a:cubicBezTo>
                  <a:pt x="2078687" y="2843632"/>
                  <a:pt x="2046700" y="2821328"/>
                  <a:pt x="1998504" y="2822003"/>
                </a:cubicBezTo>
                <a:cubicBezTo>
                  <a:pt x="1979851" y="2837650"/>
                  <a:pt x="1965997" y="2822267"/>
                  <a:pt x="1929320" y="2843948"/>
                </a:cubicBezTo>
                <a:cubicBezTo>
                  <a:pt x="1927506" y="2842156"/>
                  <a:pt x="1925308" y="2840529"/>
                  <a:pt x="1922798" y="2839117"/>
                </a:cubicBezTo>
                <a:cubicBezTo>
                  <a:pt x="1908224" y="2830923"/>
                  <a:pt x="1886476" y="2831636"/>
                  <a:pt x="1874228" y="2840712"/>
                </a:cubicBezTo>
                <a:cubicBezTo>
                  <a:pt x="1844711" y="2855471"/>
                  <a:pt x="1815838" y="2863248"/>
                  <a:pt x="1787803" y="2868334"/>
                </a:cubicBezTo>
                <a:lnTo>
                  <a:pt x="1739352" y="2863283"/>
                </a:lnTo>
                <a:cubicBezTo>
                  <a:pt x="1720756" y="2859717"/>
                  <a:pt x="1697809" y="2850808"/>
                  <a:pt x="1676219" y="2846934"/>
                </a:cubicBezTo>
                <a:cubicBezTo>
                  <a:pt x="1653856" y="2845729"/>
                  <a:pt x="1629782" y="2852334"/>
                  <a:pt x="1609817" y="2840037"/>
                </a:cubicBezTo>
                <a:cubicBezTo>
                  <a:pt x="1570834" y="2828361"/>
                  <a:pt x="1525521" y="2848516"/>
                  <a:pt x="1497258" y="2814447"/>
                </a:cubicBezTo>
                <a:cubicBezTo>
                  <a:pt x="1419429" y="2799738"/>
                  <a:pt x="1265224" y="2779725"/>
                  <a:pt x="1151127" y="2765012"/>
                </a:cubicBezTo>
                <a:cubicBezTo>
                  <a:pt x="1044820" y="2755201"/>
                  <a:pt x="911490" y="2756949"/>
                  <a:pt x="859417" y="2755579"/>
                </a:cubicBezTo>
                <a:lnTo>
                  <a:pt x="838688" y="2756792"/>
                </a:lnTo>
                <a:cubicBezTo>
                  <a:pt x="829380" y="2753383"/>
                  <a:pt x="823010" y="2753358"/>
                  <a:pt x="817957" y="2754828"/>
                </a:cubicBezTo>
                <a:lnTo>
                  <a:pt x="812654" y="2757722"/>
                </a:lnTo>
                <a:lnTo>
                  <a:pt x="721195" y="2756632"/>
                </a:lnTo>
                <a:cubicBezTo>
                  <a:pt x="721095" y="2756212"/>
                  <a:pt x="720991" y="2755791"/>
                  <a:pt x="720890" y="2755370"/>
                </a:cubicBezTo>
                <a:cubicBezTo>
                  <a:pt x="719222" y="2752527"/>
                  <a:pt x="716144" y="2750395"/>
                  <a:pt x="710023" y="2749693"/>
                </a:cubicBezTo>
                <a:cubicBezTo>
                  <a:pt x="689532" y="2741604"/>
                  <a:pt x="619665" y="2714421"/>
                  <a:pt x="597940" y="2706835"/>
                </a:cubicBezTo>
                <a:cubicBezTo>
                  <a:pt x="587430" y="2706236"/>
                  <a:pt x="583862" y="2704593"/>
                  <a:pt x="579683" y="2704183"/>
                </a:cubicBezTo>
                <a:lnTo>
                  <a:pt x="572865" y="2704372"/>
                </a:lnTo>
                <a:cubicBezTo>
                  <a:pt x="550627" y="2698066"/>
                  <a:pt x="474197" y="2673651"/>
                  <a:pt x="446247" y="2666342"/>
                </a:cubicBezTo>
                <a:cubicBezTo>
                  <a:pt x="429213" y="2673994"/>
                  <a:pt x="416808" y="2669256"/>
                  <a:pt x="405163" y="2660519"/>
                </a:cubicBezTo>
                <a:cubicBezTo>
                  <a:pt x="367566" y="2660861"/>
                  <a:pt x="334968" y="2646856"/>
                  <a:pt x="293583" y="2639823"/>
                </a:cubicBezTo>
                <a:lnTo>
                  <a:pt x="119529" y="2588018"/>
                </a:lnTo>
                <a:cubicBezTo>
                  <a:pt x="73377" y="2578908"/>
                  <a:pt x="36403" y="2586550"/>
                  <a:pt x="16674" y="2585162"/>
                </a:cubicBezTo>
                <a:lnTo>
                  <a:pt x="1150" y="2579693"/>
                </a:lnTo>
                <a:cubicBezTo>
                  <a:pt x="-1438" y="2323697"/>
                  <a:pt x="1148" y="1341304"/>
                  <a:pt x="1148" y="1049184"/>
                </a:cubicBezTo>
                <a:lnTo>
                  <a:pt x="1148" y="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7720FB1F-8E2B-8E7F-8309-5A1140724C92}"/>
              </a:ext>
            </a:extLst>
          </p:cNvPr>
          <p:cNvSpPr>
            <a:spLocks noGrp="1"/>
          </p:cNvSpPr>
          <p:nvPr>
            <p:ph type="title"/>
          </p:nvPr>
        </p:nvSpPr>
        <p:spPr>
          <a:xfrm>
            <a:off x="1137036" y="548640"/>
            <a:ext cx="9916632" cy="1188720"/>
          </a:xfrm>
        </p:spPr>
        <p:txBody>
          <a:bodyPr>
            <a:normAutofit/>
          </a:bodyPr>
          <a:lstStyle/>
          <a:p>
            <a:r>
              <a:rPr lang="en-US">
                <a:solidFill>
                  <a:schemeClr val="tx1">
                    <a:lumMod val="85000"/>
                    <a:lumOff val="15000"/>
                  </a:schemeClr>
                </a:solidFill>
              </a:rPr>
              <a:t>Conclusion &amp; Future Work</a:t>
            </a:r>
            <a:endParaRPr lang="en-IN">
              <a:solidFill>
                <a:schemeClr val="tx1">
                  <a:lumMod val="85000"/>
                  <a:lumOff val="15000"/>
                </a:schemeClr>
              </a:solidFill>
            </a:endParaRPr>
          </a:p>
        </p:txBody>
      </p:sp>
      <p:sp>
        <p:nvSpPr>
          <p:cNvPr id="3" name="Content Placeholder 2">
            <a:extLst>
              <a:ext uri="{FF2B5EF4-FFF2-40B4-BE49-F238E27FC236}">
                <a16:creationId xmlns:a16="http://schemas.microsoft.com/office/drawing/2014/main" id="{497B69C6-1841-65ED-F42C-F1EF588F8655}"/>
              </a:ext>
            </a:extLst>
          </p:cNvPr>
          <p:cNvSpPr>
            <a:spLocks noGrp="1"/>
          </p:cNvSpPr>
          <p:nvPr>
            <p:ph idx="1"/>
          </p:nvPr>
        </p:nvSpPr>
        <p:spPr>
          <a:xfrm>
            <a:off x="818508" y="2529740"/>
            <a:ext cx="10235160" cy="3685156"/>
          </a:xfrm>
        </p:spPr>
        <p:txBody>
          <a:bodyPr anchor="ctr">
            <a:normAutofit/>
          </a:bodyPr>
          <a:lstStyle/>
          <a:p>
            <a:pPr marL="0" indent="0" algn="just">
              <a:buNone/>
            </a:pPr>
            <a:r>
              <a:rPr lang="en-US" sz="2000" dirty="0">
                <a:solidFill>
                  <a:schemeClr val="tx1">
                    <a:lumMod val="85000"/>
                    <a:lumOff val="15000"/>
                  </a:schemeClr>
                </a:solidFill>
                <a:latin typeface="Times New Roman" panose="02020603050405020304" pitchFamily="18" charset="0"/>
                <a:cs typeface="Times New Roman" panose="02020603050405020304" pitchFamily="18" charset="0"/>
              </a:rPr>
              <a:t>This project offers a smart, interactive dashboard designed to analyze Amazon customer reviews using machine learning and natural language processing techniques. Users can either input a product URL or upload a review file in CSV/XLSX format. The system then automatically processes the data, predicts the sentiment (positive, neutral, or negative), and classifies each review as either product or service-related based on specific keywords.</a:t>
            </a:r>
          </a:p>
          <a:p>
            <a:pPr marL="0" indent="0" algn="just">
              <a:buNone/>
            </a:pPr>
            <a:r>
              <a:rPr lang="en-US" sz="2000" dirty="0">
                <a:solidFill>
                  <a:schemeClr val="tx1">
                    <a:lumMod val="85000"/>
                    <a:lumOff val="15000"/>
                  </a:schemeClr>
                </a:solidFill>
                <a:latin typeface="Times New Roman" panose="02020603050405020304" pitchFamily="18" charset="0"/>
                <a:cs typeface="Times New Roman" panose="02020603050405020304" pitchFamily="18" charset="0"/>
              </a:rPr>
              <a:t>Future enhancements could include automated multi-page review scraping to gather a larger set of reviews from Amazon, improving data coverage and analysis depth. Additionally, expanding the system to support multilingual reviews would increase its usability across global markets.</a:t>
            </a:r>
          </a:p>
          <a:p>
            <a:pPr marL="0" indent="0" algn="just">
              <a:buNone/>
            </a:pPr>
            <a:r>
              <a:rPr lang="en-US" sz="2000" dirty="0">
                <a:solidFill>
                  <a:schemeClr val="tx1">
                    <a:lumMod val="85000"/>
                    <a:lumOff val="15000"/>
                  </a:schemeClr>
                </a:solidFill>
                <a:latin typeface="Times New Roman" panose="02020603050405020304" pitchFamily="18" charset="0"/>
                <a:cs typeface="Times New Roman" panose="02020603050405020304" pitchFamily="18" charset="0"/>
              </a:rPr>
              <a:t>Incorporating advanced deep learning models such as BERT or </a:t>
            </a:r>
            <a:r>
              <a:rPr lang="en-US" sz="2000" dirty="0" err="1">
                <a:solidFill>
                  <a:schemeClr val="tx1">
                    <a:lumMod val="85000"/>
                    <a:lumOff val="15000"/>
                  </a:schemeClr>
                </a:solidFill>
                <a:latin typeface="Times New Roman" panose="02020603050405020304" pitchFamily="18" charset="0"/>
                <a:cs typeface="Times New Roman" panose="02020603050405020304" pitchFamily="18" charset="0"/>
              </a:rPr>
              <a:t>RoBERTa</a:t>
            </a:r>
            <a:r>
              <a:rPr lang="en-US" sz="2000" dirty="0">
                <a:solidFill>
                  <a:schemeClr val="tx1">
                    <a:lumMod val="85000"/>
                    <a:lumOff val="15000"/>
                  </a:schemeClr>
                </a:solidFill>
                <a:latin typeface="Times New Roman" panose="02020603050405020304" pitchFamily="18" charset="0"/>
                <a:cs typeface="Times New Roman" panose="02020603050405020304" pitchFamily="18" charset="0"/>
              </a:rPr>
              <a:t> may significantly improve the accuracy and context-awareness of sentiment predictions. Other valuable additions include fake review detection, aspect-based sentiment analysis (e.g., detecting opinions on delivery, quality, or price), and real-time updates for live product monitoring.</a:t>
            </a:r>
          </a:p>
          <a:p>
            <a:pPr algn="just"/>
            <a:endParaRPr lang="en-US" sz="2000" dirty="0">
              <a:solidFill>
                <a:schemeClr val="tx1">
                  <a:lumMod val="85000"/>
                  <a:lumOff val="15000"/>
                </a:schemeClr>
              </a:solidFill>
              <a:latin typeface="Times New Roman" panose="02020603050405020304" pitchFamily="18" charset="0"/>
              <a:cs typeface="Times New Roman" panose="02020603050405020304" pitchFamily="18" charset="0"/>
            </a:endParaRPr>
          </a:p>
          <a:p>
            <a:endParaRPr lang="en-IN" sz="2000" dirty="0">
              <a:solidFill>
                <a:schemeClr val="tx1">
                  <a:lumMod val="85000"/>
                  <a:lumOff val="15000"/>
                </a:schemeClr>
              </a:solidFill>
            </a:endParaRPr>
          </a:p>
        </p:txBody>
      </p:sp>
    </p:spTree>
    <p:extLst>
      <p:ext uri="{BB962C8B-B14F-4D97-AF65-F5344CB8AC3E}">
        <p14:creationId xmlns:p14="http://schemas.microsoft.com/office/powerpoint/2010/main" val="25252844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D088002-BA02-725E-D62E-3790000088A5}"/>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References</a:t>
            </a:r>
          </a:p>
        </p:txBody>
      </p:sp>
      <p:sp>
        <p:nvSpPr>
          <p:cNvPr id="6" name="Content Placeholder 5">
            <a:extLst>
              <a:ext uri="{FF2B5EF4-FFF2-40B4-BE49-F238E27FC236}">
                <a16:creationId xmlns:a16="http://schemas.microsoft.com/office/drawing/2014/main" id="{9E324E99-8435-F351-7345-541FC2F09B55}"/>
              </a:ext>
            </a:extLst>
          </p:cNvPr>
          <p:cNvSpPr>
            <a:spLocks noGrp="1"/>
          </p:cNvSpPr>
          <p:nvPr>
            <p:ph idx="1"/>
          </p:nvPr>
        </p:nvSpPr>
        <p:spPr>
          <a:xfrm>
            <a:off x="838200" y="1469571"/>
            <a:ext cx="10515600" cy="5023304"/>
          </a:xfrm>
        </p:spPr>
        <p:txBody>
          <a:bodyPr>
            <a:noAutofit/>
          </a:bodyPr>
          <a:lstStyle/>
          <a:p>
            <a:pPr marL="342900" indent="-342900">
              <a:buFont typeface="+mj-lt"/>
              <a:buAutoNum type="arabicPeriod"/>
            </a:pPr>
            <a:r>
              <a:rPr lang="en-IN" sz="1800" b="1" dirty="0">
                <a:latin typeface="Times New Roman" panose="02020603050405020304" pitchFamily="18" charset="0"/>
                <a:cs typeface="Times New Roman" panose="02020603050405020304" pitchFamily="18" charset="0"/>
              </a:rPr>
              <a:t>Lella </a:t>
            </a:r>
            <a:r>
              <a:rPr lang="en-IN" sz="1800" b="1" dirty="0" err="1">
                <a:latin typeface="Times New Roman" panose="02020603050405020304" pitchFamily="18" charset="0"/>
                <a:cs typeface="Times New Roman" panose="02020603050405020304" pitchFamily="18" charset="0"/>
              </a:rPr>
              <a:t>Kranthi</a:t>
            </a:r>
            <a:r>
              <a:rPr lang="en-IN" sz="1800" b="1" dirty="0">
                <a:latin typeface="Times New Roman" panose="02020603050405020304" pitchFamily="18" charset="0"/>
                <a:cs typeface="Times New Roman" panose="02020603050405020304" pitchFamily="18" charset="0"/>
              </a:rPr>
              <a:t> Kumar, D. Siri, G. Uday Kiran, Venkata Nagaraju </a:t>
            </a:r>
            <a:r>
              <a:rPr lang="en-IN" sz="1800" b="1" dirty="0" err="1">
                <a:latin typeface="Times New Roman" panose="02020603050405020304" pitchFamily="18" charset="0"/>
                <a:cs typeface="Times New Roman" panose="02020603050405020304" pitchFamily="18" charset="0"/>
              </a:rPr>
              <a:t>Thatha</a:t>
            </a:r>
            <a:r>
              <a:rPr lang="en-IN" sz="1800" b="1" dirty="0">
                <a:latin typeface="Times New Roman" panose="02020603050405020304" pitchFamily="18" charset="0"/>
                <a:cs typeface="Times New Roman" panose="02020603050405020304" pitchFamily="18" charset="0"/>
              </a:rPr>
              <a:t>, Pamula </a:t>
            </a:r>
            <a:r>
              <a:rPr lang="en-IN" sz="1800" b="1" dirty="0" err="1">
                <a:latin typeface="Times New Roman" panose="02020603050405020304" pitchFamily="18" charset="0"/>
                <a:cs typeface="Times New Roman" panose="02020603050405020304" pitchFamily="18" charset="0"/>
              </a:rPr>
              <a:t>Udayaraju</a:t>
            </a:r>
            <a:r>
              <a:rPr lang="en-IN" sz="1800" b="1" dirty="0">
                <a:latin typeface="Times New Roman" panose="02020603050405020304" pitchFamily="18" charset="0"/>
                <a:cs typeface="Times New Roman" panose="02020603050405020304" pitchFamily="18" charset="0"/>
              </a:rPr>
              <a:t>, B. N. </a:t>
            </a:r>
            <a:r>
              <a:rPr lang="en-IN" sz="1800" b="1" dirty="0" err="1">
                <a:latin typeface="Times New Roman" panose="02020603050405020304" pitchFamily="18" charset="0"/>
                <a:cs typeface="Times New Roman" panose="02020603050405020304" pitchFamily="18" charset="0"/>
              </a:rPr>
              <a:t>Jagadesh</a:t>
            </a:r>
            <a:r>
              <a:rPr lang="en-IN" sz="1800" b="1" dirty="0">
                <a:latin typeface="Times New Roman" panose="02020603050405020304" pitchFamily="18" charset="0"/>
                <a:cs typeface="Times New Roman" panose="02020603050405020304" pitchFamily="18" charset="0"/>
              </a:rPr>
              <a:t>, and Ramesh </a:t>
            </a:r>
            <a:r>
              <a:rPr lang="en-IN" sz="1800" b="1" dirty="0" err="1">
                <a:latin typeface="Times New Roman" panose="02020603050405020304" pitchFamily="18" charset="0"/>
                <a:cs typeface="Times New Roman" panose="02020603050405020304" pitchFamily="18" charset="0"/>
              </a:rPr>
              <a:t>Vatambeti</a:t>
            </a:r>
            <a:r>
              <a:rPr lang="en-IN" sz="1800" b="1" dirty="0">
                <a:latin typeface="Times New Roman" panose="02020603050405020304" pitchFamily="18" charset="0"/>
                <a:cs typeface="Times New Roman" panose="02020603050405020304" pitchFamily="18" charset="0"/>
              </a:rPr>
              <a:t>,</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Analyzing</a:t>
            </a:r>
            <a:r>
              <a:rPr lang="en-IN" sz="1800" dirty="0">
                <a:latin typeface="Times New Roman" panose="02020603050405020304" pitchFamily="18" charset="0"/>
                <a:cs typeface="Times New Roman" panose="02020603050405020304" pitchFamily="18" charset="0"/>
              </a:rPr>
              <a:t> Public Sentiment on the Amazon Website: A GSK-Based Double Path Transformer Network Approach for Sentiment Analysis," </a:t>
            </a:r>
            <a:r>
              <a:rPr lang="en-IN" sz="1800" i="1" dirty="0">
                <a:latin typeface="Times New Roman" panose="02020603050405020304" pitchFamily="18" charset="0"/>
                <a:cs typeface="Times New Roman" panose="02020603050405020304" pitchFamily="18" charset="0"/>
              </a:rPr>
              <a:t>IEEE Access</a:t>
            </a:r>
            <a:r>
              <a:rPr lang="en-IN" sz="1800" dirty="0">
                <a:latin typeface="Times New Roman" panose="02020603050405020304" pitchFamily="18" charset="0"/>
                <a:cs typeface="Times New Roman" panose="02020603050405020304" pitchFamily="18" charset="0"/>
              </a:rPr>
              <a:t>, 2024,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10.1109/ACCESS.2024.3368441. </a:t>
            </a:r>
            <a:r>
              <a:rPr lang="en-IN" sz="1800" b="1" dirty="0">
                <a:latin typeface="Times New Roman" panose="02020603050405020304" pitchFamily="18" charset="0"/>
                <a:cs typeface="Times New Roman" panose="02020603050405020304" pitchFamily="18" charset="0"/>
              </a:rPr>
              <a:t>License:</a:t>
            </a:r>
            <a:r>
              <a:rPr lang="en-IN" sz="1800" dirty="0">
                <a:latin typeface="Times New Roman" panose="02020603050405020304" pitchFamily="18" charset="0"/>
                <a:cs typeface="Times New Roman" panose="02020603050405020304" pitchFamily="18" charset="0"/>
              </a:rPr>
              <a:t> CC BY-NC-ND 4.0.</a:t>
            </a:r>
          </a:p>
          <a:p>
            <a:pPr marL="342900" indent="-342900">
              <a:buFont typeface="+mj-lt"/>
              <a:buAutoNum type="arabicPeriod"/>
            </a:pPr>
            <a:r>
              <a:rPr lang="en-IN" sz="1800"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A. Dadhich and B. </a:t>
            </a:r>
            <a:r>
              <a:rPr lang="en-IN" sz="1800" b="1" dirty="0" err="1">
                <a:latin typeface="Times New Roman" panose="02020603050405020304" pitchFamily="18" charset="0"/>
                <a:cs typeface="Times New Roman" panose="02020603050405020304" pitchFamily="18" charset="0"/>
              </a:rPr>
              <a:t>Thankachan</a:t>
            </a:r>
            <a:r>
              <a:rPr lang="en-IN" sz="1800" b="1" dirty="0">
                <a:latin typeface="Times New Roman" panose="02020603050405020304" pitchFamily="18" charset="0"/>
                <a:cs typeface="Times New Roman" panose="02020603050405020304" pitchFamily="18" charset="0"/>
              </a:rPr>
              <a:t>,</a:t>
            </a:r>
            <a:r>
              <a:rPr lang="en-IN" sz="1800" dirty="0">
                <a:latin typeface="Times New Roman" panose="02020603050405020304" pitchFamily="18" charset="0"/>
                <a:cs typeface="Times New Roman" panose="02020603050405020304" pitchFamily="18" charset="0"/>
              </a:rPr>
              <a:t> "Sentiment analysis of Amazon product reviews using hybrid rule-based approach," in </a:t>
            </a:r>
            <a:r>
              <a:rPr lang="en-IN" sz="1800" i="1" dirty="0">
                <a:latin typeface="Times New Roman" panose="02020603050405020304" pitchFamily="18" charset="0"/>
                <a:cs typeface="Times New Roman" panose="02020603050405020304" pitchFamily="18" charset="0"/>
              </a:rPr>
              <a:t>Smart Systems: Innovations in Computing (SSIC)</a:t>
            </a:r>
            <a:r>
              <a:rPr lang="en-IN" sz="1800" dirty="0">
                <a:latin typeface="Times New Roman" panose="02020603050405020304" pitchFamily="18" charset="0"/>
                <a:cs typeface="Times New Roman" panose="02020603050405020304" pitchFamily="18" charset="0"/>
              </a:rPr>
              <a:t>, Springer, 2022, pp. 173–193,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10.1007/978-981-16-2877-1_17.</a:t>
            </a:r>
          </a:p>
          <a:p>
            <a:pPr marL="342900" indent="-342900">
              <a:buFont typeface="+mj-lt"/>
              <a:buAutoNum type="arabicPeriod"/>
            </a:pPr>
            <a:r>
              <a:rPr lang="en-IN" sz="1800"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T. K. Venkataraman and A. Jadhav,</a:t>
            </a:r>
            <a:r>
              <a:rPr lang="en-IN" sz="1800" dirty="0">
                <a:latin typeface="Times New Roman" panose="02020603050405020304" pitchFamily="18" charset="0"/>
                <a:cs typeface="Times New Roman" panose="02020603050405020304" pitchFamily="18" charset="0"/>
              </a:rPr>
              <a:t> "Classifying the sentiment polarity of Amazon mobile phone reviews and their ratings," in </a:t>
            </a:r>
            <a:r>
              <a:rPr lang="en-IN" sz="1800" i="1" dirty="0">
                <a:latin typeface="Times New Roman" panose="02020603050405020304" pitchFamily="18" charset="0"/>
                <a:cs typeface="Times New Roman" panose="02020603050405020304" pitchFamily="18" charset="0"/>
              </a:rPr>
              <a:t>Proc. AIP Conf.</a:t>
            </a:r>
            <a:r>
              <a:rPr lang="en-IN" sz="1800" dirty="0">
                <a:latin typeface="Times New Roman" panose="02020603050405020304" pitchFamily="18" charset="0"/>
                <a:cs typeface="Times New Roman" panose="02020603050405020304" pitchFamily="18" charset="0"/>
              </a:rPr>
              <a:t>, Jan. 2023, vol. 2523, no. 1, Art. no. 020123,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10.1063/5.0110605.</a:t>
            </a:r>
          </a:p>
          <a:p>
            <a:pPr marL="342900" indent="-342900">
              <a:buFont typeface="+mj-lt"/>
              <a:buAutoNum type="arabicPeriod"/>
            </a:pPr>
            <a:r>
              <a:rPr lang="en-IN" sz="1800"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A. </a:t>
            </a:r>
            <a:r>
              <a:rPr lang="en-IN" sz="1800" b="1" dirty="0" err="1">
                <a:latin typeface="Times New Roman" panose="02020603050405020304" pitchFamily="18" charset="0"/>
                <a:cs typeface="Times New Roman" panose="02020603050405020304" pitchFamily="18" charset="0"/>
              </a:rPr>
              <a:t>Vollero</a:t>
            </a:r>
            <a:r>
              <a:rPr lang="en-IN" sz="1800" b="1" dirty="0">
                <a:latin typeface="Times New Roman" panose="02020603050405020304" pitchFamily="18" charset="0"/>
                <a:cs typeface="Times New Roman" panose="02020603050405020304" pitchFamily="18" charset="0"/>
              </a:rPr>
              <a:t>, D. </a:t>
            </a:r>
            <a:r>
              <a:rPr lang="en-IN" sz="1800" b="1" dirty="0" err="1">
                <a:latin typeface="Times New Roman" panose="02020603050405020304" pitchFamily="18" charset="0"/>
                <a:cs typeface="Times New Roman" panose="02020603050405020304" pitchFamily="18" charset="0"/>
              </a:rPr>
              <a:t>Sardanelli</a:t>
            </a:r>
            <a:r>
              <a:rPr lang="en-IN" sz="1800" b="1" dirty="0">
                <a:latin typeface="Times New Roman" panose="02020603050405020304" pitchFamily="18" charset="0"/>
                <a:cs typeface="Times New Roman" panose="02020603050405020304" pitchFamily="18" charset="0"/>
              </a:rPr>
              <a:t>, and A. Siano,</a:t>
            </a:r>
            <a:r>
              <a:rPr lang="en-IN" sz="1800" dirty="0">
                <a:latin typeface="Times New Roman" panose="02020603050405020304" pitchFamily="18" charset="0"/>
                <a:cs typeface="Times New Roman" panose="02020603050405020304" pitchFamily="18" charset="0"/>
              </a:rPr>
              <a:t> "Exploring the role of the Amazon effect on customer expectations: An analysis of user-generated content in consumer electronics retailing," </a:t>
            </a:r>
            <a:r>
              <a:rPr lang="en-IN" sz="1800" i="1" dirty="0">
                <a:latin typeface="Times New Roman" panose="02020603050405020304" pitchFamily="18" charset="0"/>
                <a:cs typeface="Times New Roman" panose="02020603050405020304" pitchFamily="18" charset="0"/>
              </a:rPr>
              <a:t>J. </a:t>
            </a:r>
            <a:r>
              <a:rPr lang="en-IN" sz="1800" i="1" dirty="0" err="1">
                <a:latin typeface="Times New Roman" panose="02020603050405020304" pitchFamily="18" charset="0"/>
                <a:cs typeface="Times New Roman" panose="02020603050405020304" pitchFamily="18" charset="0"/>
              </a:rPr>
              <a:t>Consum</a:t>
            </a:r>
            <a:r>
              <a:rPr lang="en-IN" sz="1800" i="1" dirty="0">
                <a:latin typeface="Times New Roman" panose="02020603050405020304" pitchFamily="18" charset="0"/>
                <a:cs typeface="Times New Roman" panose="02020603050405020304" pitchFamily="18" charset="0"/>
              </a:rPr>
              <a:t>. </a:t>
            </a:r>
            <a:r>
              <a:rPr lang="en-IN" sz="1800" i="1" dirty="0" err="1">
                <a:latin typeface="Times New Roman" panose="02020603050405020304" pitchFamily="18" charset="0"/>
                <a:cs typeface="Times New Roman" panose="02020603050405020304" pitchFamily="18" charset="0"/>
              </a:rPr>
              <a:t>Behav</a:t>
            </a:r>
            <a:r>
              <a:rPr lang="en-IN" sz="1800" i="1" dirty="0">
                <a:latin typeface="Times New Roman" panose="02020603050405020304" pitchFamily="18" charset="0"/>
                <a:cs typeface="Times New Roman" panose="02020603050405020304" pitchFamily="18" charset="0"/>
              </a:rPr>
              <a:t>.</a:t>
            </a:r>
            <a:r>
              <a:rPr lang="en-IN" sz="1800" dirty="0">
                <a:latin typeface="Times New Roman" panose="02020603050405020304" pitchFamily="18" charset="0"/>
                <a:cs typeface="Times New Roman" panose="02020603050405020304" pitchFamily="18" charset="0"/>
              </a:rPr>
              <a:t>, vol. 22, no. 5, pp. 1062–1073, 2023,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10.1002/cb.1969.</a:t>
            </a:r>
          </a:p>
          <a:p>
            <a:pPr marL="342900" indent="-342900">
              <a:buFont typeface="+mj-lt"/>
              <a:buAutoNum type="arabicPeriod"/>
            </a:pPr>
            <a:r>
              <a:rPr lang="en-IN" sz="1800" dirty="0">
                <a:latin typeface="Times New Roman" panose="02020603050405020304" pitchFamily="18" charset="0"/>
                <a:cs typeface="Times New Roman" panose="02020603050405020304" pitchFamily="18" charset="0"/>
              </a:rPr>
              <a:t> </a:t>
            </a:r>
            <a:r>
              <a:rPr lang="en-IN" sz="1800" b="1" dirty="0" err="1">
                <a:latin typeface="Times New Roman" panose="02020603050405020304" pitchFamily="18" charset="0"/>
                <a:cs typeface="Times New Roman" panose="02020603050405020304" pitchFamily="18" charset="0"/>
              </a:rPr>
              <a:t>Madana</a:t>
            </a:r>
            <a:r>
              <a:rPr lang="en-IN" sz="1800" b="1" dirty="0">
                <a:latin typeface="Times New Roman" panose="02020603050405020304" pitchFamily="18" charset="0"/>
                <a:cs typeface="Times New Roman" panose="02020603050405020304" pitchFamily="18" charset="0"/>
              </a:rPr>
              <a:t> Kumar Reddy, C., Krishna, J.,</a:t>
            </a:r>
            <a:r>
              <a:rPr lang="en-IN" sz="1800" dirty="0">
                <a:latin typeface="Times New Roman" panose="02020603050405020304" pitchFamily="18" charset="0"/>
                <a:cs typeface="Times New Roman" panose="02020603050405020304" pitchFamily="18" charset="0"/>
              </a:rPr>
              <a:t> "A Study on Predicting Skilled Employees Using Machine Learning Techniques," in </a:t>
            </a:r>
            <a:r>
              <a:rPr lang="en-IN" sz="1800" i="1" dirty="0">
                <a:latin typeface="Times New Roman" panose="02020603050405020304" pitchFamily="18" charset="0"/>
                <a:cs typeface="Times New Roman" panose="02020603050405020304" pitchFamily="18" charset="0"/>
              </a:rPr>
              <a:t>Computational Intelligence in Machine Learning</a:t>
            </a:r>
            <a:r>
              <a:rPr lang="en-IN" sz="1800" dirty="0">
                <a:latin typeface="Times New Roman" panose="02020603050405020304" pitchFamily="18" charset="0"/>
                <a:cs typeface="Times New Roman" panose="02020603050405020304" pitchFamily="18" charset="0"/>
              </a:rPr>
              <a:t>, ICCIML 2024, Lecture Notes in Electrical Engineering, vol. 1106, Springer, Singapore.</a:t>
            </a:r>
          </a:p>
          <a:p>
            <a:pPr algn="l">
              <a:lnSpc>
                <a:spcPts val="2099"/>
              </a:lnSpc>
              <a:spcAft>
                <a:spcPts val="900"/>
              </a:spcAft>
              <a:buFont typeface="+mj-lt"/>
              <a:buAutoNum type="arabicPeriod"/>
            </a:pPr>
            <a:r>
              <a:rPr lang="en-US" sz="1800" b="1" i="0" dirty="0">
                <a:solidFill>
                  <a:srgbClr val="000000"/>
                </a:solidFill>
                <a:effectLst/>
                <a:latin typeface="Times New Roman" panose="02020603050405020304" pitchFamily="18" charset="0"/>
                <a:cs typeface="Times New Roman" panose="02020603050405020304" pitchFamily="18" charset="0"/>
              </a:rPr>
              <a:t>Sentiment Analysis Based on </a:t>
            </a:r>
            <a:r>
              <a:rPr lang="en-US" sz="1800" b="1" i="0" dirty="0" err="1">
                <a:solidFill>
                  <a:srgbClr val="000000"/>
                </a:solidFill>
                <a:effectLst/>
                <a:latin typeface="Times New Roman" panose="02020603050405020304" pitchFamily="18" charset="0"/>
                <a:cs typeface="Times New Roman" panose="02020603050405020304" pitchFamily="18" charset="0"/>
              </a:rPr>
              <a:t>RoBERTa</a:t>
            </a:r>
            <a:r>
              <a:rPr lang="en-US" sz="1800" b="1" i="0" dirty="0">
                <a:solidFill>
                  <a:srgbClr val="000000"/>
                </a:solidFill>
                <a:effectLst/>
                <a:latin typeface="Times New Roman" panose="02020603050405020304" pitchFamily="18" charset="0"/>
                <a:cs typeface="Times New Roman" panose="02020603050405020304" pitchFamily="18" charset="0"/>
              </a:rPr>
              <a:t> for Amazon Review: An Empirical Study on Decision Making  </a:t>
            </a:r>
            <a:r>
              <a:rPr lang="en-US" sz="1800" b="0" i="0" u="none" strike="noStrike" dirty="0" err="1">
                <a:solidFill>
                  <a:srgbClr val="000000"/>
                </a:solidFill>
                <a:effectLst/>
                <a:latin typeface="Times New Roman" panose="02020603050405020304" pitchFamily="18" charset="0"/>
                <a:cs typeface="Times New Roman" panose="02020603050405020304" pitchFamily="18" charset="0"/>
                <a:hlinkClick r:id="rId2"/>
              </a:rPr>
              <a:t>Xinli</a:t>
            </a:r>
            <a:r>
              <a:rPr lang="en-US" sz="1800" b="0" i="0" u="none" strike="noStrike" dirty="0">
                <a:solidFill>
                  <a:srgbClr val="000000"/>
                </a:solidFill>
                <a:effectLst/>
                <a:latin typeface="Times New Roman" panose="02020603050405020304" pitchFamily="18" charset="0"/>
                <a:cs typeface="Times New Roman" panose="02020603050405020304" pitchFamily="18" charset="0"/>
                <a:hlinkClick r:id="rId2"/>
              </a:rPr>
              <a:t> Guo</a:t>
            </a:r>
            <a:r>
              <a:rPr lang="en-US" sz="1800" u="none" strike="noStrike" dirty="0">
                <a:solidFill>
                  <a:srgbClr val="000000"/>
                </a:solidFill>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https://doi.org/10.48550/arXiv.2411.00796</a:t>
            </a:r>
          </a:p>
        </p:txBody>
      </p:sp>
    </p:spTree>
    <p:extLst>
      <p:ext uri="{BB962C8B-B14F-4D97-AF65-F5344CB8AC3E}">
        <p14:creationId xmlns:p14="http://schemas.microsoft.com/office/powerpoint/2010/main" val="2002577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ED958-8D66-2DA4-A62E-89C8FFEB862F}"/>
              </a:ext>
            </a:extLst>
          </p:cNvPr>
          <p:cNvSpPr>
            <a:spLocks noGrp="1"/>
          </p:cNvSpPr>
          <p:nvPr>
            <p:ph type="title"/>
          </p:nvPr>
        </p:nvSpPr>
        <p:spPr>
          <a:xfrm>
            <a:off x="6590662" y="4267832"/>
            <a:ext cx="4805996" cy="1297115"/>
          </a:xfrm>
        </p:spPr>
        <p:txBody>
          <a:bodyPr vert="horz" lIns="91440" tIns="45720" rIns="91440" bIns="45720" rtlCol="0" anchor="t">
            <a:normAutofit/>
          </a:bodyPr>
          <a:lstStyle/>
          <a:p>
            <a:r>
              <a:rPr lang="en-US" sz="6600" kern="1200" dirty="0">
                <a:solidFill>
                  <a:schemeClr val="tx2"/>
                </a:solidFill>
                <a:latin typeface="+mj-lt"/>
                <a:ea typeface="+mj-ea"/>
                <a:cs typeface="+mj-cs"/>
              </a:rPr>
              <a:t>Thank You</a:t>
            </a:r>
          </a:p>
        </p:txBody>
      </p:sp>
      <p:pic>
        <p:nvPicPr>
          <p:cNvPr id="6" name="Graphic 5" descr="Handshake">
            <a:extLst>
              <a:ext uri="{FF2B5EF4-FFF2-40B4-BE49-F238E27FC236}">
                <a16:creationId xmlns:a16="http://schemas.microsoft.com/office/drawing/2014/main" id="{D28A7871-E0FF-6369-CE6E-50B75FF8346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spTree>
    <p:extLst>
      <p:ext uri="{BB962C8B-B14F-4D97-AF65-F5344CB8AC3E}">
        <p14:creationId xmlns:p14="http://schemas.microsoft.com/office/powerpoint/2010/main" val="386872807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nodeType="withEffect">
                                  <p:stCondLst>
                                    <p:cond delay="500"/>
                                  </p:stCondLst>
                                  <p:iterate>
                                    <p:tmPct val="10000"/>
                                  </p:iterate>
                                  <p:childTnLst>
                                    <p:set>
                                      <p:cBhvr>
                                        <p:cTn id="9" dur="1" fill="hold">
                                          <p:stCondLst>
                                            <p:cond delay="0"/>
                                          </p:stCondLst>
                                        </p:cTn>
                                        <p:tgtEl>
                                          <p:spTgt spid="6"/>
                                        </p:tgtEl>
                                        <p:attrNameLst>
                                          <p:attrName>style.visibility</p:attrName>
                                        </p:attrNameLst>
                                      </p:cBhvr>
                                      <p:to>
                                        <p:strVal val="visible"/>
                                      </p:to>
                                    </p:set>
                                    <p:animEffect transition="in" filter="fade">
                                      <p:cBhvr>
                                        <p:cTn id="10" dur="7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66CAA2E-C442-4B7F-980A-1AD1A0C85A07}">
  <we:reference id="wa200005566" version="3.0.0.2" store="en-US" storeType="OMEX"/>
  <we:alternateReferences>
    <we:reference id="WA200005566" version="3.0.0.2"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Facet</Template>
  <TotalTime>2950</TotalTime>
  <Words>2647</Words>
  <Application>Microsoft Office PowerPoint</Application>
  <PresentationFormat>Widescreen</PresentationFormat>
  <Paragraphs>269</Paragraphs>
  <Slides>28</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Aptos</vt:lpstr>
      <vt:lpstr>Aptos Display</vt:lpstr>
      <vt:lpstr>Arial</vt:lpstr>
      <vt:lpstr>Cambria Math</vt:lpstr>
      <vt:lpstr>Times New Roman</vt:lpstr>
      <vt:lpstr>Office Theme</vt:lpstr>
      <vt:lpstr>Annamacharya Institute of Technology and Sciences, Rajampet</vt:lpstr>
      <vt:lpstr>Contents</vt:lpstr>
      <vt:lpstr>Abstract</vt:lpstr>
      <vt:lpstr>Introduction</vt:lpstr>
      <vt:lpstr>Vision of the Project</vt:lpstr>
      <vt:lpstr>PowerPoint Presentation</vt:lpstr>
      <vt:lpstr>Existing Systems</vt:lpstr>
      <vt:lpstr>PowerPoint Presentation</vt:lpstr>
      <vt:lpstr>Proposed System</vt:lpstr>
      <vt:lpstr>PowerPoint Presentation</vt:lpstr>
      <vt:lpstr>PowerPoint Presentation</vt:lpstr>
      <vt:lpstr>Architecture and Workflow</vt:lpstr>
      <vt:lpstr>Techniques &amp; Methods Used:</vt:lpstr>
      <vt:lpstr>PowerPoint Presentation</vt:lpstr>
      <vt:lpstr>Libraries Used 1. Data Handling &amp; Manipulation:</vt:lpstr>
      <vt:lpstr>PowerPoint Presentation</vt:lpstr>
      <vt:lpstr>PowerPoint Presentation</vt:lpstr>
      <vt:lpstr>PowerPoint Presentation</vt:lpstr>
      <vt:lpstr>Model Used: MultinomialNB()  </vt:lpstr>
      <vt:lpstr>Why MultinomialNB is preferred over others?</vt:lpstr>
      <vt:lpstr>PowerPoint Presentation</vt:lpstr>
      <vt:lpstr>Results</vt:lpstr>
      <vt:lpstr>PowerPoint Presentation</vt:lpstr>
      <vt:lpstr>PowerPoint Presentation</vt:lpstr>
      <vt:lpstr>PowerPoint Presentation</vt:lpstr>
      <vt:lpstr>Conclusion &amp; Future Work</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Lakshmi Narayana Appireddy</dc:creator>
  <cp:lastModifiedBy>Lakshmi Narayana Appireddy</cp:lastModifiedBy>
  <cp:revision>4</cp:revision>
  <dcterms:created xsi:type="dcterms:W3CDTF">2025-02-07T09:26:08Z</dcterms:created>
  <dcterms:modified xsi:type="dcterms:W3CDTF">2025-04-23T15:44:15Z</dcterms:modified>
</cp:coreProperties>
</file>